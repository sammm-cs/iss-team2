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0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87242-DA9F-4025-94DB-BFB2745B9DCD}" v="39" dt="2026-01-11T14:18:00.9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undo custSel addSld delSld modSld sldOrd">
      <pc:chgData name="GIULIA FILICICCHIA" userId="cb9b82e9-d681-4fbd-94e0-dca89213e694" providerId="ADAL" clId="{ECC296A0-5B09-42BE-8914-9A97CBE11E9B}" dt="2026-01-11T14:23:10.532" v="3575"/>
      <pc:docMkLst>
        <pc:docMk/>
      </pc:docMkLst>
      <pc:sldChg chg="delSp modSp mod">
        <pc:chgData name="GIULIA FILICICCHIA" userId="cb9b82e9-d681-4fbd-94e0-dca89213e694" providerId="ADAL" clId="{ECC296A0-5B09-42BE-8914-9A97CBE11E9B}" dt="2026-01-11T14:15:14.641" v="3491" actId="20577"/>
        <pc:sldMkLst>
          <pc:docMk/>
          <pc:sldMk cId="3216691077" sldId="256"/>
        </pc:sldMkLst>
        <pc:spChg chg="mod">
          <ac:chgData name="GIULIA FILICICCHIA" userId="cb9b82e9-d681-4fbd-94e0-dca89213e694" providerId="ADAL" clId="{ECC296A0-5B09-42BE-8914-9A97CBE11E9B}" dt="2026-01-11T14:15:14.641" v="3491" actId="20577"/>
          <ac:spMkLst>
            <pc:docMk/>
            <pc:sldMk cId="3216691077" sldId="256"/>
            <ac:spMk id="2" creationId="{88E0D271-B939-4DB1-E37B-BE452D465D8F}"/>
          </ac:spMkLst>
        </pc:spChg>
        <pc:spChg chg="del mod">
          <ac:chgData name="GIULIA FILICICCHIA" userId="cb9b82e9-d681-4fbd-94e0-dca89213e694" providerId="ADAL" clId="{ECC296A0-5B09-42BE-8914-9A97CBE11E9B}" dt="2026-01-11T14:15:01.809" v="3486" actId="478"/>
          <ac:spMkLst>
            <pc:docMk/>
            <pc:sldMk cId="3216691077" sldId="256"/>
            <ac:spMk id="3" creationId="{E58F2C36-8BDD-1EF6-0BDE-F45396511308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57463500" sldId="257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2" creationId="{095CA465-4898-DB8A-02FF-263F69BD9B74}"/>
          </ac:spMkLst>
        </pc:spChg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6" creationId="{5FD5BC69-C8C9-DD64-9E1E-B5CA9725C43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38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0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2" creationId="{0007FE00-9498-4706-B255-6437B0252C02}"/>
          </ac:spMkLst>
        </pc:spChg>
      </pc:sldChg>
      <pc:sldChg chg="addSp delSp modSp new add del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43470188" sldId="258"/>
        </pc:sldMkLst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49" creationId="{B08F4235-59C9-7B9D-A235-989DE1BA8A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4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6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8" creationId="{0007FE00-9498-4706-B255-6437B0252C0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640467276" sldId="259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" creationId="{A5FB940C-1B7E-9608-13CD-6297D1DB22D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9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0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1" creationId="{F21E0C27-19E6-45DC-B154-4934802074DC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2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5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6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8" creationId="{1D7CE92F-1DE7-4252-A62C-77ACF8CF268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1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2" creationId="{6EAAA1B9-2DDB-49C9-A037-A523D2F13C15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129327914" sldId="260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2" creationId="{FBAE4FCD-EA86-320F-42E2-DD8B633F0A0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2" creationId="{BACC6370-2D7E-4714-9D71-7542949D7D5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4" creationId="{F68B3F68-107C-434F-AA38-110D5EA91B8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6" creationId="{AAD0DBB9-1A4B-4391-81D4-CB19F9AB918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8" creationId="{063BBA22-50EA-4C4D-BE05-F1CE4E63AA56}"/>
          </ac:spMkLst>
        </pc:spChg>
        <pc:graphicFrameChg chg="add mo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3129327914" sldId="260"/>
            <ac:graphicFrameMk id="7" creationId="{BED156A3-D3F8-6959-00A8-8A84C798DBE5}"/>
          </ac:graphicFrameMkLst>
        </pc:graphicFrameChg>
      </pc:sldChg>
      <pc:sldChg chg="addSp delSp modSp new mod ord setBg">
        <pc:chgData name="GIULIA FILICICCHIA" userId="cb9b82e9-d681-4fbd-94e0-dca89213e694" providerId="ADAL" clId="{ECC296A0-5B09-42BE-8914-9A97CBE11E9B}" dt="2025-12-16T17:08:06.493" v="1579" actId="26606"/>
        <pc:sldMkLst>
          <pc:docMk/>
          <pc:sldMk cId="3449824908" sldId="261"/>
        </pc:sldMkLst>
        <pc:spChg chg="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" creationId="{EE3AF927-B7A3-3DD5-813A-E8DAE7ABB35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8" creationId="{C0763A76-9F1C-4FC5-82B7-DD475DA461B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0" creationId="{70607F9C-BB35-EA95-8FB8-E395FEBFABDF}"/>
          </ac:spMkLst>
        </pc:spChg>
        <pc:picChg chg="add">
          <ac:chgData name="GIULIA FILICICCHIA" userId="cb9b82e9-d681-4fbd-94e0-dca89213e694" providerId="ADAL" clId="{ECC296A0-5B09-42BE-8914-9A97CBE11E9B}" dt="2025-12-16T17:08:06.493" v="1579" actId="26606"/>
          <ac:picMkLst>
            <pc:docMk/>
            <pc:sldMk cId="3449824908" sldId="261"/>
            <ac:picMk id="21" creationId="{8EA8557E-F36F-9D12-EC50-C589C7D576E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21716074" sldId="262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" creationId="{92D85722-1F1D-306C-359A-608C4881483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0" creationId="{C5278130-DFE0-457B-8698-88DF69019DDE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2" creationId="{2F99531B-1681-4D6E-BECB-18325B33A618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4" creationId="{20344094-430A-400B-804B-910E696A1A90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6" creationId="{453C67DF-7782-4E57-AB9B-F1B4811AD8FE}"/>
          </ac:spMkLst>
        </pc:spChg>
        <pc:graphicFrameChg chg="ad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2521716074" sldId="262"/>
            <ac:graphicFrameMk id="16" creationId="{CA8C4A48-9E5A-3736-8CA9-0DEB8312F6E2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64812291" sldId="26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2" creationId="{328D9045-53DE-0906-86CA-5DB608744E34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5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6" creationId="{6EAAA1B9-2DDB-49C9-A037-A523D2F13C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8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9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1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3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4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5" creationId="{59C1AA9D-3FCF-4B84-94D1-51F0E15171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6" creationId="{1D7CE92F-1DE7-4252-A62C-77ACF8CF268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22:19.625" v="3550" actId="14100"/>
        <pc:sldMkLst>
          <pc:docMk/>
          <pc:sldMk cId="2801757028" sldId="264"/>
        </pc:sldMkLst>
        <pc:spChg chg="add del mod ord">
          <ac:chgData name="GIULIA FILICICCHIA" userId="cb9b82e9-d681-4fbd-94e0-dca89213e694" providerId="ADAL" clId="{ECC296A0-5B09-42BE-8914-9A97CBE11E9B}" dt="2026-01-11T14:21:41.802" v="3549" actId="478"/>
          <ac:spMkLst>
            <pc:docMk/>
            <pc:sldMk cId="2801757028" sldId="264"/>
            <ac:spMk id="3" creationId="{3C3C3514-336D-F93C-A296-FDE2F0CD3B8C}"/>
          </ac:spMkLst>
        </pc:spChg>
        <pc:spChg chg="add del mod or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13" creationId="{A4BDCFA3-5510-69D4-023C-A4A14115FDE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0" creationId="{4532450F-A219-4BF5-88FA-A47084237C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1" creationId="{035AC662-4000-411A-9E33-6A4B6C0FCB8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2" creationId="{D01D44A9-1D51-461B-A228-06F6C500B0B9}"/>
          </ac:spMkLst>
        </pc:spChg>
        <pc:spChg chg="add del mo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57" creationId="{A440A548-C0D4-4418-940E-EDC2F1D9A599}"/>
          </ac:spMkLst>
        </pc:spChg>
        <pc:spChg chg="add del mod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58" creationId="{E708B267-8CD2-4684-A57B-9F1070769203}"/>
          </ac:spMkLst>
        </pc:spChg>
        <pc:spChg chg="add del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64" creationId="{A2679492-7988-4050-9056-542444452411}"/>
          </ac:spMkLst>
        </pc:spChg>
        <pc:spChg chg="add del">
          <ac:chgData name="GIULIA FILICICCHIA" userId="cb9b82e9-d681-4fbd-94e0-dca89213e694" providerId="ADAL" clId="{ECC296A0-5B09-42BE-8914-9A97CBE11E9B}" dt="2026-01-11T14:21:34.685" v="3546" actId="26606"/>
          <ac:spMkLst>
            <pc:docMk/>
            <pc:sldMk cId="2801757028" sldId="264"/>
            <ac:spMk id="66" creationId="{B091B163-7D61-4891-ABCF-5C13D9C418D0}"/>
          </ac:spMkLst>
        </pc:spChg>
        <pc:grpChg chg="add del">
          <ac:chgData name="GIULIA FILICICCHIA" userId="cb9b82e9-d681-4fbd-94e0-dca89213e694" providerId="ADAL" clId="{ECC296A0-5B09-42BE-8914-9A97CBE11E9B}" dt="2026-01-11T14:21:34.685" v="3546" actId="26606"/>
          <ac:grpSpMkLst>
            <pc:docMk/>
            <pc:sldMk cId="2801757028" sldId="264"/>
            <ac:grpSpMk id="59" creationId="{41E5AB36-9328-47E9-95AD-E38AC1C0E18D}"/>
          </ac:grpSpMkLst>
        </pc:grpChg>
        <pc:picChg chg="add mod">
          <ac:chgData name="GIULIA FILICICCHIA" userId="cb9b82e9-d681-4fbd-94e0-dca89213e694" providerId="ADAL" clId="{ECC296A0-5B09-42BE-8914-9A97CBE11E9B}" dt="2026-01-11T14:22:19.625" v="3550" actId="14100"/>
          <ac:picMkLst>
            <pc:docMk/>
            <pc:sldMk cId="2801757028" sldId="264"/>
            <ac:picMk id="5" creationId="{27BBC07D-6FB6-DCB3-FA8C-51BB0440D389}"/>
          </ac:picMkLst>
        </pc:picChg>
        <pc:cxnChg chg="add del">
          <ac:chgData name="GIULIA FILICICCHIA" userId="cb9b82e9-d681-4fbd-94e0-dca89213e694" providerId="ADAL" clId="{ECC296A0-5B09-42BE-8914-9A97CBE11E9B}" dt="2026-01-11T14:21:34.685" v="3546" actId="26606"/>
          <ac:cxnSpMkLst>
            <pc:docMk/>
            <pc:sldMk cId="2801757028" sldId="264"/>
            <ac:cxnSpMk id="68" creationId="{C49DA8F6-BCC1-4447-B54C-57856834B94B}"/>
          </ac:cxnSpMkLst>
        </pc:cxnChg>
      </pc:sldChg>
      <pc:sldChg chg="addSp delSp modSp new mod or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74727215" sldId="265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" creationId="{EF7FC097-400F-C120-6F47-005979D6F77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5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7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0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1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2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3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777663531" sldId="26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3" creationId="{3F0E8975-FF12-8495-2317-E2B869E9BC9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0" creationId="{10B4520A-996E-330C-99DA-69CA4D89E9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1" creationId="{EC8FA945-E356-695F-18D6-CAD4EF34FE4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358167487" sldId="267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5" creationId="{F795F97C-D43F-25C3-4F5E-6754BD37571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0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2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5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6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7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8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57934565" sldId="268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" creationId="{0933491F-98E5-24C3-A743-60F6E477D351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3" creationId="{D4937BE4-B0F0-DD02-D912-0268C5AA85A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8" creationId="{5C5E9365-DB86-5CFD-9484-A41F2759E94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1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4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5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18:34.091" v="3512" actId="20577"/>
        <pc:sldMkLst>
          <pc:docMk/>
          <pc:sldMk cId="1067559529" sldId="270"/>
        </pc:sldMkLst>
        <pc:spChg chg="add del mod">
          <ac:chgData name="GIULIA FILICICCHIA" userId="cb9b82e9-d681-4fbd-94e0-dca89213e694" providerId="ADAL" clId="{ECC296A0-5B09-42BE-8914-9A97CBE11E9B}" dt="2026-01-11T14:18:20.779" v="3509" actId="478"/>
          <ac:spMkLst>
            <pc:docMk/>
            <pc:sldMk cId="1067559529" sldId="270"/>
            <ac:spMk id="7" creationId="{281A851F-42A7-93CD-8B90-A956CA50196F}"/>
          </ac:spMkLst>
        </pc:spChg>
        <pc:spChg chg="add mod ord">
          <ac:chgData name="GIULIA FILICICCHIA" userId="cb9b82e9-d681-4fbd-94e0-dca89213e694" providerId="ADAL" clId="{ECC296A0-5B09-42BE-8914-9A97CBE11E9B}" dt="2026-01-11T14:18:34.091" v="3512" actId="20577"/>
          <ac:spMkLst>
            <pc:docMk/>
            <pc:sldMk cId="1067559529" sldId="270"/>
            <ac:spMk id="8" creationId="{9122E3C9-9AFD-E936-BB93-C08EC65009FC}"/>
          </ac:spMkLst>
        </pc:spChg>
        <pc:spChg chg="add del mod">
          <ac:chgData name="GIULIA FILICICCHIA" userId="cb9b82e9-d681-4fbd-94e0-dca89213e694" providerId="ADAL" clId="{ECC296A0-5B09-42BE-8914-9A97CBE11E9B}" dt="2026-01-11T14:17:04.318" v="3496" actId="26606"/>
          <ac:spMkLst>
            <pc:docMk/>
            <pc:sldMk cId="1067559529" sldId="270"/>
            <ac:spMk id="41" creationId="{95199994-21AE-49A2-BA0D-12E295989A9A}"/>
          </ac:spMkLst>
        </pc:spChg>
        <pc:spChg chg="add del mod">
          <ac:chgData name="GIULIA FILICICCHIA" userId="cb9b82e9-d681-4fbd-94e0-dca89213e694" providerId="ADAL" clId="{ECC296A0-5B09-42BE-8914-9A97CBE11E9B}" dt="2026-01-11T14:17:04.318" v="3496" actId="26606"/>
          <ac:spMkLst>
            <pc:docMk/>
            <pc:sldMk cId="1067559529" sldId="270"/>
            <ac:spMk id="42" creationId="{A2C34835-4F79-4934-B151-D68E79764C72}"/>
          </ac:spMkLst>
        </pc:spChg>
        <pc:spChg chg="add del">
          <ac:chgData name="GIULIA FILICICCHIA" userId="cb9b82e9-d681-4fbd-94e0-dca89213e694" providerId="ADAL" clId="{ECC296A0-5B09-42BE-8914-9A97CBE11E9B}" dt="2026-01-11T14:17:28.371" v="3500" actId="26606"/>
          <ac:spMkLst>
            <pc:docMk/>
            <pc:sldMk cId="1067559529" sldId="270"/>
            <ac:spMk id="47" creationId="{A2679492-7988-4050-9056-542444452411}"/>
          </ac:spMkLst>
        </pc:spChg>
        <pc:spChg chg="add del">
          <ac:chgData name="GIULIA FILICICCHIA" userId="cb9b82e9-d681-4fbd-94e0-dca89213e694" providerId="ADAL" clId="{ECC296A0-5B09-42BE-8914-9A97CBE11E9B}" dt="2026-01-11T14:17:28.371" v="3500" actId="26606"/>
          <ac:spMkLst>
            <pc:docMk/>
            <pc:sldMk cId="1067559529" sldId="270"/>
            <ac:spMk id="49" creationId="{B091B163-7D61-4891-ABCF-5C13D9C418D0}"/>
          </ac:spMkLst>
        </pc:spChg>
        <pc:spChg chg="add del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57" creationId="{C0763A76-9F1C-4FC5-82B7-DD475DA461B2}"/>
          </ac:spMkLst>
        </pc:spChg>
        <pc:spChg chg="add del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5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64" creationId="{A2679492-7988-4050-9056-542444452411}"/>
          </ac:spMkLst>
        </pc:spChg>
        <pc:spChg chg="add">
          <ac:chgData name="GIULIA FILICICCHIA" userId="cb9b82e9-d681-4fbd-94e0-dca89213e694" providerId="ADAL" clId="{ECC296A0-5B09-42BE-8914-9A97CBE11E9B}" dt="2026-01-11T14:18:10.297" v="3505" actId="26606"/>
          <ac:spMkLst>
            <pc:docMk/>
            <pc:sldMk cId="1067559529" sldId="270"/>
            <ac:spMk id="66" creationId="{B091B163-7D61-4891-ABCF-5C13D9C418D0}"/>
          </ac:spMkLst>
        </pc:spChg>
        <pc:picChg chg="add del mod">
          <ac:chgData name="GIULIA FILICICCHIA" userId="cb9b82e9-d681-4fbd-94e0-dca89213e694" providerId="ADAL" clId="{ECC296A0-5B09-42BE-8914-9A97CBE11E9B}" dt="2026-01-11T14:17:24.361" v="3499" actId="478"/>
          <ac:picMkLst>
            <pc:docMk/>
            <pc:sldMk cId="1067559529" sldId="270"/>
            <ac:picMk id="3" creationId="{C926A280-4D61-A25C-77CD-3CF496BE71B4}"/>
          </ac:picMkLst>
        </pc:picChg>
        <pc:picChg chg="del">
          <ac:chgData name="GIULIA FILICICCHIA" userId="cb9b82e9-d681-4fbd-94e0-dca89213e694" providerId="ADAL" clId="{ECC296A0-5B09-42BE-8914-9A97CBE11E9B}" dt="2026-01-11T14:16:58.230" v="3492" actId="478"/>
          <ac:picMkLst>
            <pc:docMk/>
            <pc:sldMk cId="1067559529" sldId="270"/>
            <ac:picMk id="4" creationId="{7B618E09-2946-157A-3002-973929BDC9F8}"/>
          </ac:picMkLst>
        </pc:picChg>
        <pc:picChg chg="add mod">
          <ac:chgData name="GIULIA FILICICCHIA" userId="cb9b82e9-d681-4fbd-94e0-dca89213e694" providerId="ADAL" clId="{ECC296A0-5B09-42BE-8914-9A97CBE11E9B}" dt="2026-01-11T14:18:14.780" v="3507" actId="962"/>
          <ac:picMkLst>
            <pc:docMk/>
            <pc:sldMk cId="1067559529" sldId="270"/>
            <ac:picMk id="6" creationId="{AE35E050-4339-0B19-F347-7C1C5135BF83}"/>
          </ac:picMkLst>
        </pc:picChg>
        <pc:picChg chg="add del">
          <ac:chgData name="GIULIA FILICICCHIA" userId="cb9b82e9-d681-4fbd-94e0-dca89213e694" providerId="ADAL" clId="{ECC296A0-5B09-42BE-8914-9A97CBE11E9B}" dt="2026-01-11T14:17:35.972" v="3501" actId="478"/>
          <ac:picMkLst>
            <pc:docMk/>
            <pc:sldMk cId="1067559529" sldId="270"/>
            <ac:picMk id="53" creationId="{D63F5267-34E1-BE41-181B-068A32EA9678}"/>
          </ac:picMkLst>
        </pc:picChg>
        <pc:cxnChg chg="add del">
          <ac:chgData name="GIULIA FILICICCHIA" userId="cb9b82e9-d681-4fbd-94e0-dca89213e694" providerId="ADAL" clId="{ECC296A0-5B09-42BE-8914-9A97CBE11E9B}" dt="2026-01-11T14:17:28.371" v="3500" actId="26606"/>
          <ac:cxnSpMkLst>
            <pc:docMk/>
            <pc:sldMk cId="1067559529" sldId="270"/>
            <ac:cxnSpMk id="51" creationId="{C49DA8F6-BCC1-4447-B54C-57856834B94B}"/>
          </ac:cxnSpMkLst>
        </pc:cxnChg>
        <pc:cxnChg chg="add">
          <ac:chgData name="GIULIA FILICICCHIA" userId="cb9b82e9-d681-4fbd-94e0-dca89213e694" providerId="ADAL" clId="{ECC296A0-5B09-42BE-8914-9A97CBE11E9B}" dt="2026-01-11T14:18:10.297" v="3505" actId="26606"/>
          <ac:cxnSpMkLst>
            <pc:docMk/>
            <pc:sldMk cId="1067559529" sldId="270"/>
            <ac:cxnSpMk id="68" creationId="{C49DA8F6-BCC1-4447-B54C-57856834B94B}"/>
          </ac:cxnSpMkLst>
        </pc:cxn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41158878" sldId="271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15" creationId="{3B94AEE3-36EC-F0A3-4168-CEBD5A78E5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26" creationId="{2B0BFD1F-F9F0-6C85-B2F2-56AF6D75401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4" creationId="{C0763A76-9F1C-4FC5-82B7-DD475DA461B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5" creationId="{E81BF4F6-F2CF-4984-9D14-D6966D92F99F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90419596" sldId="272"/>
        </pc:sldMkLst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2" creationId="{9D73445A-EF6D-860D-B339-892CF21E8D8D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3" creationId="{1F15B267-E634-0AC5-888F-FED8052DB74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2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5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6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34403575" sldId="27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" creationId="{2E199178-BFAD-B3DE-D4E5-C92746270B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4" creationId="{C6754E2F-F56E-4BA3-99DD-8EBF110E3437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7" creationId="{89D16701-DA76-4F72-BB63-E2C3FFBDFE0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9" creationId="{1CC28BE1-9DC6-43FE-9582-39F091098D7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2" creationId="{B31DFBFA-CF4D-4940-9086-26F83E5C6BB2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3" creationId="{27854033-BD20-4C77-8C5B-048F4B3BDD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5" creationId="{F00DF1C9-6952-4704-B8B3-95406E18E4C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6" creationId="{B34783FD-297C-40D2-964B-DBAE4DE2835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0" creationId="{5B44DAF8-5073-441A-82E1-180385D35F2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2" creationId="{86059ECF-0D50-48AD-B67A-645EC29D3366}"/>
          </ac:spMkLst>
        </pc:spChg>
      </pc:sldChg>
      <pc:sldChg chg="delSp modSp add mod setBg delDesignElem">
        <pc:chgData name="GIULIA FILICICCHIA" userId="cb9b82e9-d681-4fbd-94e0-dca89213e694" providerId="ADAL" clId="{ECC296A0-5B09-42BE-8914-9A97CBE11E9B}" dt="2026-01-07T10:07:35.548" v="1735" actId="113"/>
        <pc:sldMkLst>
          <pc:docMk/>
          <pc:sldMk cId="1081617337" sldId="277"/>
        </pc:sldMkLst>
        <pc:spChg chg="mod">
          <ac:chgData name="GIULIA FILICICCHIA" userId="cb9b82e9-d681-4fbd-94e0-dca89213e694" providerId="ADAL" clId="{ECC296A0-5B09-42BE-8914-9A97CBE11E9B}" dt="2026-01-07T10:07:00.501" v="1718" actId="20577"/>
          <ac:spMkLst>
            <pc:docMk/>
            <pc:sldMk cId="1081617337" sldId="277"/>
            <ac:spMk id="2" creationId="{781A8DC0-0653-2E46-4255-BB85E92492B2}"/>
          </ac:spMkLst>
        </pc:spChg>
        <pc:graphicFrameChg chg="mod modGraphic">
          <ac:chgData name="GIULIA FILICICCHIA" userId="cb9b82e9-d681-4fbd-94e0-dca89213e694" providerId="ADAL" clId="{ECC296A0-5B09-42BE-8914-9A97CBE11E9B}" dt="2026-01-07T10:07:35.548" v="1735" actId="113"/>
          <ac:graphicFrameMkLst>
            <pc:docMk/>
            <pc:sldMk cId="1081617337" sldId="277"/>
            <ac:graphicFrameMk id="57" creationId="{8D61EF4E-7F56-FC7A-2660-F243CFD76E6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08:56.756" v="1752" actId="22"/>
        <pc:sldMkLst>
          <pc:docMk/>
          <pc:sldMk cId="2164971026" sldId="278"/>
        </pc:sldMkLst>
        <pc:spChg chg="mod ord">
          <ac:chgData name="GIULIA FILICICCHIA" userId="cb9b82e9-d681-4fbd-94e0-dca89213e694" providerId="ADAL" clId="{ECC296A0-5B09-42BE-8914-9A97CBE11E9B}" dt="2026-01-07T10:08:32.980" v="1750" actId="14100"/>
          <ac:spMkLst>
            <pc:docMk/>
            <pc:sldMk cId="2164971026" sldId="278"/>
            <ac:spMk id="3" creationId="{AFE24150-F559-A2BC-7444-70F684FF5207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0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2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4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6-01-07T10:08:24.676" v="1749" actId="26606"/>
          <ac:picMkLst>
            <pc:docMk/>
            <pc:sldMk cId="2164971026" sldId="278"/>
            <ac:picMk id="5" creationId="{901C1667-A162-C4C9-6CF7-08090A2C6B1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09:53.452" v="1809" actId="20577"/>
        <pc:sldMkLst>
          <pc:docMk/>
          <pc:sldMk cId="1207784673" sldId="279"/>
        </pc:sldMkLst>
        <pc:spChg chg="mod">
          <ac:chgData name="GIULIA FILICICCHIA" userId="cb9b82e9-d681-4fbd-94e0-dca89213e694" providerId="ADAL" clId="{ECC296A0-5B09-42BE-8914-9A97CBE11E9B}" dt="2026-01-07T10:09:15.711" v="1778" actId="20577"/>
          <ac:spMkLst>
            <pc:docMk/>
            <pc:sldMk cId="1207784673" sldId="279"/>
            <ac:spMk id="2" creationId="{5D996028-F82A-208C-2232-6FD71E76B335}"/>
          </ac:spMkLst>
        </pc:spChg>
        <pc:graphicFrameChg chg="mod modGraphic">
          <ac:chgData name="GIULIA FILICICCHIA" userId="cb9b82e9-d681-4fbd-94e0-dca89213e694" providerId="ADAL" clId="{ECC296A0-5B09-42BE-8914-9A97CBE11E9B}" dt="2026-01-07T10:09:53.452" v="1809" actId="20577"/>
          <ac:graphicFrameMkLst>
            <pc:docMk/>
            <pc:sldMk cId="1207784673" sldId="279"/>
            <ac:graphicFrameMk id="57" creationId="{C588D134-32B2-A027-35F5-1A4087CB0704}"/>
          </ac:graphicFrameMkLst>
        </pc:graphicFrameChg>
      </pc:sldChg>
      <pc:sldChg chg="addSp modSp new mod setBg">
        <pc:chgData name="GIULIA FILICICCHIA" userId="cb9b82e9-d681-4fbd-94e0-dca89213e694" providerId="ADAL" clId="{ECC296A0-5B09-42BE-8914-9A97CBE11E9B}" dt="2026-01-07T10:19:57.671" v="2289" actId="255"/>
        <pc:sldMkLst>
          <pc:docMk/>
          <pc:sldMk cId="894553036" sldId="281"/>
        </pc:sldMkLst>
        <pc:spChg chg="mo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2" creationId="{0172BFF1-D730-9613-42D3-8F0E0BED7BC8}"/>
          </ac:spMkLst>
        </pc:spChg>
        <pc:spChg chg="mod">
          <ac:chgData name="GIULIA FILICICCHIA" userId="cb9b82e9-d681-4fbd-94e0-dca89213e694" providerId="ADAL" clId="{ECC296A0-5B09-42BE-8914-9A97CBE11E9B}" dt="2026-01-07T10:19:57.671" v="2289" actId="255"/>
          <ac:spMkLst>
            <pc:docMk/>
            <pc:sldMk cId="894553036" sldId="281"/>
            <ac:spMk id="3" creationId="{D648468F-34FD-318C-7481-995ADC614FFD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9:46.437" v="2287"/>
          <ac:picMkLst>
            <pc:docMk/>
            <pc:sldMk cId="894553036" sldId="281"/>
            <ac:picMk id="4" creationId="{7B3F348E-5D80-7FBE-1EBE-BD2BA690ADB5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22:36.084" v="2361" actId="122"/>
        <pc:sldMkLst>
          <pc:docMk/>
          <pc:sldMk cId="1128914125" sldId="282"/>
        </pc:sldMkLst>
        <pc:spChg chg="mod">
          <ac:chgData name="GIULIA FILICICCHIA" userId="cb9b82e9-d681-4fbd-94e0-dca89213e694" providerId="ADAL" clId="{ECC296A0-5B09-42BE-8914-9A97CBE11E9B}" dt="2026-01-07T10:22:36.084" v="2361" actId="122"/>
          <ac:spMkLst>
            <pc:docMk/>
            <pc:sldMk cId="1128914125" sldId="282"/>
            <ac:spMk id="2" creationId="{7149C010-C0B6-7888-D3C9-35E21BC21CC3}"/>
          </ac:spMkLst>
        </pc:spChg>
        <pc:graphicFrameChg chg="mod modGraphic">
          <ac:chgData name="GIULIA FILICICCHIA" userId="cb9b82e9-d681-4fbd-94e0-dca89213e694" providerId="ADAL" clId="{ECC296A0-5B09-42BE-8914-9A97CBE11E9B}" dt="2026-01-07T10:21:35.046" v="2313" actId="20577"/>
          <ac:graphicFrameMkLst>
            <pc:docMk/>
            <pc:sldMk cId="1128914125" sldId="282"/>
            <ac:graphicFrameMk id="7" creationId="{62622F58-8D71-7F67-8CDA-03E58C50502C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27:21.805" v="2675" actId="20577"/>
        <pc:sldMkLst>
          <pc:docMk/>
          <pc:sldMk cId="2502996515" sldId="283"/>
        </pc:sldMkLst>
        <pc:spChg chg="mo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2" creationId="{5CD8CCC5-B55C-B7FF-2201-841E99B9757C}"/>
          </ac:spMkLst>
        </pc:spChg>
        <pc:spChg chg="add mod">
          <ac:chgData name="GIULIA FILICICCHIA" userId="cb9b82e9-d681-4fbd-94e0-dca89213e694" providerId="ADAL" clId="{ECC296A0-5B09-42BE-8914-9A97CBE11E9B}" dt="2026-01-07T10:27:21.805" v="2675" actId="20577"/>
          <ac:spMkLst>
            <pc:docMk/>
            <pc:sldMk cId="2502996515" sldId="283"/>
            <ac:spMk id="9" creationId="{5877A804-9CB6-48A1-4F53-653E61DFFF3D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2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4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6" creationId="{0007FE00-9498-4706-B255-6437B0252C02}"/>
          </ac:spMkLst>
        </pc:spChg>
        <pc:picChg chg="add mod ord">
          <ac:chgData name="GIULIA FILICICCHIA" userId="cb9b82e9-d681-4fbd-94e0-dca89213e694" providerId="ADAL" clId="{ECC296A0-5B09-42BE-8914-9A97CBE11E9B}" dt="2026-01-07T10:24:06.712" v="2400" actId="26606"/>
          <ac:picMkLst>
            <pc:docMk/>
            <pc:sldMk cId="2502996515" sldId="283"/>
            <ac:picMk id="5" creationId="{B90B5862-6A52-2FFF-E25C-23CBE848E79B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32:35.247" v="2721"/>
        <pc:sldMkLst>
          <pc:docMk/>
          <pc:sldMk cId="3106707397" sldId="284"/>
        </pc:sldMkLst>
        <pc:spChg chg="mod">
          <ac:chgData name="GIULIA FILICICCHIA" userId="cb9b82e9-d681-4fbd-94e0-dca89213e694" providerId="ADAL" clId="{ECC296A0-5B09-42BE-8914-9A97CBE11E9B}" dt="2026-01-07T10:32:16.655" v="2717" actId="20577"/>
          <ac:spMkLst>
            <pc:docMk/>
            <pc:sldMk cId="3106707397" sldId="284"/>
            <ac:spMk id="2" creationId="{473625D0-6DAF-31EA-D1DD-3D1A69DABD7E}"/>
          </ac:spMkLst>
        </pc:spChg>
        <pc:graphicFrameChg chg="mod modGraphic">
          <ac:chgData name="GIULIA FILICICCHIA" userId="cb9b82e9-d681-4fbd-94e0-dca89213e694" providerId="ADAL" clId="{ECC296A0-5B09-42BE-8914-9A97CBE11E9B}" dt="2026-01-07T10:32:35.247" v="2721"/>
          <ac:graphicFrameMkLst>
            <pc:docMk/>
            <pc:sldMk cId="3106707397" sldId="284"/>
            <ac:graphicFrameMk id="16" creationId="{2B332C55-B022-AEC3-DD7D-58DAB138C14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38:39.623" v="2953" actId="14100"/>
        <pc:sldMkLst>
          <pc:docMk/>
          <pc:sldMk cId="982228660" sldId="285"/>
        </pc:sldMkLst>
        <pc:spChg chg="mod">
          <ac:chgData name="GIULIA FILICICCHIA" userId="cb9b82e9-d681-4fbd-94e0-dca89213e694" providerId="ADAL" clId="{ECC296A0-5B09-42BE-8914-9A97CBE11E9B}" dt="2026-01-07T10:33:16.500" v="2749" actId="26606"/>
          <ac:spMkLst>
            <pc:docMk/>
            <pc:sldMk cId="982228660" sldId="285"/>
            <ac:spMk id="2" creationId="{30AE4EB8-EA48-18FD-81FB-73AF1B34D01A}"/>
          </ac:spMkLst>
        </pc:spChg>
        <pc:spChg chg="add mod">
          <ac:chgData name="GIULIA FILICICCHIA" userId="cb9b82e9-d681-4fbd-94e0-dca89213e694" providerId="ADAL" clId="{ECC296A0-5B09-42BE-8914-9A97CBE11E9B}" dt="2026-01-07T10:38:39.623" v="2953" actId="14100"/>
          <ac:spMkLst>
            <pc:docMk/>
            <pc:sldMk cId="982228660" sldId="285"/>
            <ac:spMk id="9" creationId="{6D80CBB4-53A1-F4B5-CAF4-3176658E3479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7" creationId="{08980754-6F4B-43C9-B9BE-127B6BED658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9" creationId="{2C1BBA94-3F40-40AA-8BB9-E69E25E537C1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1" creationId="{169CC832-2974-4E8D-90ED-3E2941BA733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3" creationId="{55222F96-971A-4F90-B841-6BAB416C7AC1}"/>
          </ac:spMkLst>
        </pc:spChg>
        <pc:picChg chg="add mod ord">
          <ac:chgData name="GIULIA FILICICCHIA" userId="cb9b82e9-d681-4fbd-94e0-dca89213e694" providerId="ADAL" clId="{ECC296A0-5B09-42BE-8914-9A97CBE11E9B}" dt="2026-01-07T10:33:16.500" v="2749" actId="26606"/>
          <ac:picMkLst>
            <pc:docMk/>
            <pc:sldMk cId="982228660" sldId="285"/>
            <ac:picMk id="5" creationId="{4E4D28EE-02E4-49D6-E9D8-1FC2CBBEC9A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42:41.502" v="3002" actId="20577"/>
        <pc:sldMkLst>
          <pc:docMk/>
          <pc:sldMk cId="1548264948" sldId="286"/>
        </pc:sldMkLst>
        <pc:spChg chg="mod">
          <ac:chgData name="GIULIA FILICICCHIA" userId="cb9b82e9-d681-4fbd-94e0-dca89213e694" providerId="ADAL" clId="{ECC296A0-5B09-42BE-8914-9A97CBE11E9B}" dt="2026-01-07T10:40:31.420" v="2988" actId="20577"/>
          <ac:spMkLst>
            <pc:docMk/>
            <pc:sldMk cId="1548264948" sldId="286"/>
            <ac:spMk id="2" creationId="{65E1B5CC-3B4A-A1A8-2A97-9D9B9DA772D7}"/>
          </ac:spMkLst>
        </pc:spChg>
        <pc:graphicFrameChg chg="mod modGraphic">
          <ac:chgData name="GIULIA FILICICCHIA" userId="cb9b82e9-d681-4fbd-94e0-dca89213e694" providerId="ADAL" clId="{ECC296A0-5B09-42BE-8914-9A97CBE11E9B}" dt="2026-01-07T10:42:41.502" v="3002" actId="20577"/>
          <ac:graphicFrameMkLst>
            <pc:docMk/>
            <pc:sldMk cId="1548264948" sldId="286"/>
            <ac:graphicFrameMk id="57" creationId="{E2C0A4EA-F99D-CC16-34EE-FE3F7EDF7CE9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53:48.771" v="3363" actId="20577"/>
        <pc:sldMkLst>
          <pc:docMk/>
          <pc:sldMk cId="1375587501" sldId="287"/>
        </pc:sldMkLst>
        <pc:spChg chg="mo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2" creationId="{C66F78EA-1130-5423-9540-238E8C797A35}"/>
          </ac:spMkLst>
        </pc:spChg>
        <pc:spChg chg="add mod">
          <ac:chgData name="GIULIA FILICICCHIA" userId="cb9b82e9-d681-4fbd-94e0-dca89213e694" providerId="ADAL" clId="{ECC296A0-5B09-42BE-8914-9A97CBE11E9B}" dt="2026-01-07T10:53:48.771" v="3363" actId="20577"/>
          <ac:spMkLst>
            <pc:docMk/>
            <pc:sldMk cId="1375587501" sldId="287"/>
            <ac:spMk id="9" creationId="{D085AA6A-9148-A913-5715-6F1AEAD42984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2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4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6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8" creationId="{6BFFEA99-E831-4C3B-8D16-0EA4AB33FFCA}"/>
          </ac:spMkLst>
        </pc:spChg>
        <pc:picChg chg="add mod ord">
          <ac:chgData name="GIULIA FILICICCHIA" userId="cb9b82e9-d681-4fbd-94e0-dca89213e694" providerId="ADAL" clId="{ECC296A0-5B09-42BE-8914-9A97CBE11E9B}" dt="2026-01-07T10:49:56.437" v="3023" actId="26606"/>
          <ac:picMkLst>
            <pc:docMk/>
            <pc:sldMk cId="1375587501" sldId="287"/>
            <ac:picMk id="5" creationId="{D941B551-433A-D450-23E5-BAB716FB5578}"/>
          </ac:picMkLst>
        </pc:picChg>
      </pc:sldChg>
      <pc:sldChg chg="addSp delSp modSp new mod setBg addAnim setClrOvrMap">
        <pc:chgData name="GIULIA FILICICCHIA" userId="cb9b82e9-d681-4fbd-94e0-dca89213e694" providerId="ADAL" clId="{ECC296A0-5B09-42BE-8914-9A97CBE11E9B}" dt="2026-01-11T14:13:20.010" v="3390" actId="113"/>
        <pc:sldMkLst>
          <pc:docMk/>
          <pc:sldMk cId="1189454557" sldId="288"/>
        </pc:sldMkLst>
        <pc:spChg chg="mod">
          <ac:chgData name="GIULIA FILICICCHIA" userId="cb9b82e9-d681-4fbd-94e0-dca89213e694" providerId="ADAL" clId="{ECC296A0-5B09-42BE-8914-9A97CBE11E9B}" dt="2026-01-11T14:13:20.010" v="3390" actId="113"/>
          <ac:spMkLst>
            <pc:docMk/>
            <pc:sldMk cId="1189454557" sldId="288"/>
            <ac:spMk id="2" creationId="{BB4AD810-B3E5-CCFC-0F23-79846C340CFA}"/>
          </ac:spMkLst>
        </pc:spChg>
        <pc:spChg chg="del">
          <ac:chgData name="GIULIA FILICICCHIA" userId="cb9b82e9-d681-4fbd-94e0-dca89213e694" providerId="ADAL" clId="{ECC296A0-5B09-42BE-8914-9A97CBE11E9B}" dt="2026-01-11T14:12:59.640" v="3386" actId="478"/>
          <ac:spMkLst>
            <pc:docMk/>
            <pc:sldMk cId="1189454557" sldId="288"/>
            <ac:spMk id="3" creationId="{AB5E61CC-BB41-0BC5-A849-DF731B3860E6}"/>
          </ac:spMkLst>
        </pc:spChg>
        <pc:spChg chg="add">
          <ac:chgData name="GIULIA FILICICCHIA" userId="cb9b82e9-d681-4fbd-94e0-dca89213e694" providerId="ADAL" clId="{ECC296A0-5B09-42BE-8914-9A97CBE11E9B}" dt="2026-01-11T14:13:10.030" v="3387" actId="26606"/>
          <ac:spMkLst>
            <pc:docMk/>
            <pc:sldMk cId="1189454557" sldId="288"/>
            <ac:spMk id="7" creationId="{66B332A4-D438-4773-A77F-5ED49A448D9D}"/>
          </ac:spMkLst>
        </pc:spChg>
        <pc:spChg chg="add">
          <ac:chgData name="GIULIA FILICICCHIA" userId="cb9b82e9-d681-4fbd-94e0-dca89213e694" providerId="ADAL" clId="{ECC296A0-5B09-42BE-8914-9A97CBE11E9B}" dt="2026-01-11T14:13:10.030" v="3387" actId="26606"/>
          <ac:spMkLst>
            <pc:docMk/>
            <pc:sldMk cId="1189454557" sldId="288"/>
            <ac:spMk id="9" creationId="{DF9AD32D-FF05-44F4-BD4D-9CEE89B71EB9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11T14:19:30.928" v="3543" actId="1076"/>
        <pc:sldMkLst>
          <pc:docMk/>
          <pc:sldMk cId="2910619464" sldId="289"/>
        </pc:sldMkLst>
        <pc:spChg chg="mo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2" creationId="{6F361050-6AB5-603E-5284-781485D48514}"/>
          </ac:spMkLst>
        </pc:spChg>
        <pc:spChg chg="del">
          <ac:chgData name="GIULIA FILICICCHIA" userId="cb9b82e9-d681-4fbd-94e0-dca89213e694" providerId="ADAL" clId="{ECC296A0-5B09-42BE-8914-9A97CBE11E9B}" dt="2026-01-11T14:18:56.762" v="3531" actId="22"/>
          <ac:spMkLst>
            <pc:docMk/>
            <pc:sldMk cId="2910619464" sldId="289"/>
            <ac:spMk id="3" creationId="{69BC2FCE-D3F9-7D92-F08F-A630B37D6966}"/>
          </ac:spMkLst>
        </pc:spChg>
        <pc:spChg chg="add del">
          <ac:chgData name="GIULIA FILICICCHIA" userId="cb9b82e9-d681-4fbd-94e0-dca89213e694" providerId="ADAL" clId="{ECC296A0-5B09-42BE-8914-9A97CBE11E9B}" dt="2026-01-11T14:19:09.844" v="3535" actId="478"/>
          <ac:spMkLst>
            <pc:docMk/>
            <pc:sldMk cId="2910619464" sldId="289"/>
            <ac:spMk id="9" creationId="{58C99862-65B2-730D-1B42-9F731E1866E9}"/>
          </ac:spMkLst>
        </pc:spChg>
        <pc:spChg chg="add del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12" creationId="{058A14AF-9FB5-4CC7-BA35-E8E85D3EDF0E}"/>
          </ac:spMkLst>
        </pc:spChg>
        <pc:spChg chg="add del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14" creationId="{3A9A4357-BD1D-4622-A4FE-766E6AB8DE84}"/>
          </ac:spMkLst>
        </pc:spChg>
        <pc:spChg chg="add del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16" creationId="{E659831F-0D9A-4C63-9EBB-8435B85A440F}"/>
          </ac:spMkLst>
        </pc:spChg>
        <pc:spChg chg="add del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18" creationId="{E6995CE5-F890-4ABA-82A2-26507CE8D2A3}"/>
          </ac:spMkLst>
        </pc:spChg>
        <pc:spChg chg="add del">
          <ac:chgData name="GIULIA FILICICCHIA" userId="cb9b82e9-d681-4fbd-94e0-dca89213e694" providerId="ADAL" clId="{ECC296A0-5B09-42BE-8914-9A97CBE11E9B}" dt="2026-01-11T14:19:18.517" v="3537" actId="26606"/>
          <ac:spMkLst>
            <pc:docMk/>
            <pc:sldMk cId="2910619464" sldId="289"/>
            <ac:spMk id="23" creationId="{BA79A7CF-01AF-4178-9369-94E0C90EB046}"/>
          </ac:spMkLst>
        </pc:spChg>
        <pc:spChg chg="add del">
          <ac:chgData name="GIULIA FILICICCHIA" userId="cb9b82e9-d681-4fbd-94e0-dca89213e694" providerId="ADAL" clId="{ECC296A0-5B09-42BE-8914-9A97CBE11E9B}" dt="2026-01-11T14:19:18.517" v="3537" actId="26606"/>
          <ac:spMkLst>
            <pc:docMk/>
            <pc:sldMk cId="2910619464" sldId="289"/>
            <ac:spMk id="25" creationId="{99413ED5-9ED4-4772-BCE4-2BCAE6B12E35}"/>
          </ac:spMkLst>
        </pc:spChg>
        <pc:spChg chg="add del">
          <ac:chgData name="GIULIA FILICICCHIA" userId="cb9b82e9-d681-4fbd-94e0-dca89213e694" providerId="ADAL" clId="{ECC296A0-5B09-42BE-8914-9A97CBE11E9B}" dt="2026-01-11T14:19:18.517" v="3537" actId="26606"/>
          <ac:spMkLst>
            <pc:docMk/>
            <pc:sldMk cId="2910619464" sldId="289"/>
            <ac:spMk id="27" creationId="{04357C93-F0CB-4A1C-8F77-4E9063789819}"/>
          </ac:spMkLst>
        </pc:spChg>
        <pc:spChg chg="add del">
          <ac:chgData name="GIULIA FILICICCHIA" userId="cb9b82e9-d681-4fbd-94e0-dca89213e694" providerId="ADAL" clId="{ECC296A0-5B09-42BE-8914-9A97CBE11E9B}" dt="2026-01-11T14:19:18.517" v="3537" actId="26606"/>
          <ac:spMkLst>
            <pc:docMk/>
            <pc:sldMk cId="2910619464" sldId="289"/>
            <ac:spMk id="29" creationId="{90F533E9-6690-41A8-A372-4C6C622D028D}"/>
          </ac:spMkLst>
        </pc:spChg>
        <pc:spChg chg="add del">
          <ac:chgData name="GIULIA FILICICCHIA" userId="cb9b82e9-d681-4fbd-94e0-dca89213e694" providerId="ADAL" clId="{ECC296A0-5B09-42BE-8914-9A97CBE11E9B}" dt="2026-01-11T14:19:20.289" v="3539" actId="26606"/>
          <ac:spMkLst>
            <pc:docMk/>
            <pc:sldMk cId="2910619464" sldId="289"/>
            <ac:spMk id="31" creationId="{68AF5748-FED8-45BA-8631-26D1D10F3246}"/>
          </ac:spMkLst>
        </pc:spChg>
        <pc:spChg chg="add del">
          <ac:chgData name="GIULIA FILICICCHIA" userId="cb9b82e9-d681-4fbd-94e0-dca89213e694" providerId="ADAL" clId="{ECC296A0-5B09-42BE-8914-9A97CBE11E9B}" dt="2026-01-11T14:19:20.289" v="3539" actId="26606"/>
          <ac:spMkLst>
            <pc:docMk/>
            <pc:sldMk cId="2910619464" sldId="289"/>
            <ac:spMk id="32" creationId="{AF2F604E-43BE-4DC3-B983-E071523364F8}"/>
          </ac:spMkLst>
        </pc:spChg>
        <pc:spChg chg="add del">
          <ac:chgData name="GIULIA FILICICCHIA" userId="cb9b82e9-d681-4fbd-94e0-dca89213e694" providerId="ADAL" clId="{ECC296A0-5B09-42BE-8914-9A97CBE11E9B}" dt="2026-01-11T14:19:20.289" v="3539" actId="26606"/>
          <ac:spMkLst>
            <pc:docMk/>
            <pc:sldMk cId="2910619464" sldId="289"/>
            <ac:spMk id="33" creationId="{08C9B587-E65E-4B52-B37C-ABEBB6E87928}"/>
          </ac:spMkLst>
        </pc:spChg>
        <pc:spChg chg="ad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35" creationId="{F0DCC097-1DB8-4B6D-85D0-6FBA0E1CA4BA}"/>
          </ac:spMkLst>
        </pc:spChg>
        <pc:spChg chg="add">
          <ac:chgData name="GIULIA FILICICCHIA" userId="cb9b82e9-d681-4fbd-94e0-dca89213e694" providerId="ADAL" clId="{ECC296A0-5B09-42BE-8914-9A97CBE11E9B}" dt="2026-01-11T14:19:20.302" v="3540" actId="26606"/>
          <ac:spMkLst>
            <pc:docMk/>
            <pc:sldMk cId="2910619464" sldId="289"/>
            <ac:spMk id="36" creationId="{E0B58608-23C8-4441-994D-C6823EEE1DB7}"/>
          </ac:spMkLst>
        </pc:spChg>
        <pc:picChg chg="add mod ord">
          <ac:chgData name="GIULIA FILICICCHIA" userId="cb9b82e9-d681-4fbd-94e0-dca89213e694" providerId="ADAL" clId="{ECC296A0-5B09-42BE-8914-9A97CBE11E9B}" dt="2026-01-11T14:19:30.928" v="3543" actId="1076"/>
          <ac:picMkLst>
            <pc:docMk/>
            <pc:sldMk cId="2910619464" sldId="289"/>
            <ac:picMk id="5" creationId="{EA41D562-640E-2B78-4947-E36B33BCF604}"/>
          </ac:picMkLst>
        </pc:picChg>
      </pc:sldChg>
      <pc:sldChg chg="addSp delSp modSp new mod setBg addAnim setClrOvrMap">
        <pc:chgData name="GIULIA FILICICCHIA" userId="cb9b82e9-d681-4fbd-94e0-dca89213e694" providerId="ADAL" clId="{ECC296A0-5B09-42BE-8914-9A97CBE11E9B}" dt="2026-01-11T14:23:10.532" v="3575"/>
        <pc:sldMkLst>
          <pc:docMk/>
          <pc:sldMk cId="1064313628" sldId="290"/>
        </pc:sldMkLst>
        <pc:spChg chg="mo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" creationId="{060885D2-5313-3658-C310-D5E5774C8984}"/>
          </ac:spMkLst>
        </pc:spChg>
        <pc:spChg chg="del">
          <ac:chgData name="GIULIA FILICICCHIA" userId="cb9b82e9-d681-4fbd-94e0-dca89213e694" providerId="ADAL" clId="{ECC296A0-5B09-42BE-8914-9A97CBE11E9B}" dt="2026-01-11T14:22:44.064" v="3552" actId="478"/>
          <ac:spMkLst>
            <pc:docMk/>
            <pc:sldMk cId="1064313628" sldId="290"/>
            <ac:spMk id="3" creationId="{29E6A7CF-6BDC-FC8C-17E2-BCD441FCFEA7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7" creationId="{577D6B2E-37A3-429E-A37C-F30ED6487282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9" creationId="{5CEAD642-85CF-4750-8432-7C80C901F001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11" creationId="{FA33EEAE-15D5-4119-8C1E-89D943F911EF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13" creationId="{730D8B3B-9B80-4025-B934-26DC7D7CD231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15" creationId="{1064D5D5-227B-4F66-9AEA-46F570E793BD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17" creationId="{646B67A4-D328-4747-A82B-65E84FA46368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19" creationId="{B5A1B09C-1565-46F8-B70F-621C5EB48A09}"/>
          </ac:spMkLst>
        </pc:spChg>
        <pc:spChg chg="add del">
          <ac:chgData name="GIULIA FILICICCHIA" userId="cb9b82e9-d681-4fbd-94e0-dca89213e694" providerId="ADAL" clId="{ECC296A0-5B09-42BE-8914-9A97CBE11E9B}" dt="2026-01-11T14:23:06.013" v="3571" actId="26606"/>
          <ac:spMkLst>
            <pc:docMk/>
            <pc:sldMk cId="1064313628" sldId="290"/>
            <ac:spMk id="21" creationId="{8C516CC8-80AC-446C-A56E-9F54B7210402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23" creationId="{C10FB9CA-E7FA-462C-B537-F1224ED1ACF4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24" creationId="{3677BAFB-3BD3-41BB-9107-FAE224AE21C4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25" creationId="{D8469AE7-A75B-4F37-850B-EF5974ABED2C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26" creationId="{E6823A9B-C188-42D4-847C-3AD928DB145C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197" creationId="{34B557F3-1A0C-4749-A6DB-EAC082DF390B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198" creationId="{55D55AA6-3751-494F-868A-DCEDC5CE82BF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199" creationId="{4D4C00DC-4DC6-4CD2-9E31-F17E6CEBC5A6}"/>
          </ac:spMkLst>
        </pc:spChg>
        <pc:spChg chg="add del">
          <ac:chgData name="GIULIA FILICICCHIA" userId="cb9b82e9-d681-4fbd-94e0-dca89213e694" providerId="ADAL" clId="{ECC296A0-5B09-42BE-8914-9A97CBE11E9B}" dt="2026-01-11T14:23:10.525" v="3573" actId="26606"/>
          <ac:spMkLst>
            <pc:docMk/>
            <pc:sldMk cId="1064313628" sldId="290"/>
            <ac:spMk id="200" creationId="{D82AB1B2-7970-42CF-8BF5-567C69E9FFFB}"/>
          </ac:spMkLst>
        </pc:spChg>
        <pc:spChg chg="ad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04" creationId="{66B332A4-D438-4773-A77F-5ED49A448D9D}"/>
          </ac:spMkLst>
        </pc:spChg>
        <pc:spChg chg="add">
          <ac:chgData name="GIULIA FILICICCHIA" userId="cb9b82e9-d681-4fbd-94e0-dca89213e694" providerId="ADAL" clId="{ECC296A0-5B09-42BE-8914-9A97CBE11E9B}" dt="2026-01-11T14:23:10.532" v="3574" actId="26606"/>
          <ac:spMkLst>
            <pc:docMk/>
            <pc:sldMk cId="1064313628" sldId="290"/>
            <ac:spMk id="205" creationId="{DF9AD32D-FF05-44F4-BD4D-9CEE89B71EB9}"/>
          </ac:spMkLst>
        </pc:spChg>
        <pc:grpChg chg="del">
          <ac:chgData name="GIULIA FILICICCHIA" userId="cb9b82e9-d681-4fbd-94e0-dca89213e694" providerId="ADAL" clId="{ECC296A0-5B09-42BE-8914-9A97CBE11E9B}" dt="2026-01-11T14:23:10.525" v="3573" actId="26606"/>
          <ac:grpSpMkLst>
            <pc:docMk/>
            <pc:sldMk cId="1064313628" sldId="290"/>
            <ac:grpSpMk id="27" creationId="{63301095-70B2-49AA-8DA9-A35629AD621C}"/>
          </ac:grpSpMkLst>
        </pc:grpChg>
        <pc:grpChg chg="add">
          <ac:chgData name="GIULIA FILICICCHIA" userId="cb9b82e9-d681-4fbd-94e0-dca89213e694" providerId="ADAL" clId="{ECC296A0-5B09-42BE-8914-9A97CBE11E9B}" dt="2026-01-11T14:23:06.058" v="3572" actId="26606"/>
          <ac:grpSpMkLst>
            <pc:docMk/>
            <pc:sldMk cId="1064313628" sldId="290"/>
            <ac:grpSpMk id="201" creationId="{66FB5A75-BDE2-4F12-A95B-C48788A7685C}"/>
          </ac:grpSpMkLst>
        </pc:gr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The </a:t>
            </a:r>
            <a:r>
              <a:rPr lang="it-IT" noProof="0" dirty="0" err="1"/>
              <a:t>Cycle</a:t>
            </a:r>
            <a:r>
              <a:rPr lang="it-IT" noProof="0"/>
              <a:t> Game</a:t>
            </a: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Immagine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7BBC07D-6FB6-DCB3-FA8C-51BB0440D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54" y="1002918"/>
            <a:ext cx="6452566" cy="542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1649</Words>
  <Application>Microsoft Office PowerPoint</Application>
  <PresentationFormat>Widescreen</PresentationFormat>
  <Paragraphs>91</Paragraphs>
  <Slides>30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8</cp:revision>
  <dcterms:created xsi:type="dcterms:W3CDTF">2025-12-01T14:20:48Z</dcterms:created>
  <dcterms:modified xsi:type="dcterms:W3CDTF">2026-01-11T14:23:13Z</dcterms:modified>
</cp:coreProperties>
</file>