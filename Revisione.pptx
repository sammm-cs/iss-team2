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8" r:id="rId3"/>
    <p:sldId id="257" r:id="rId4"/>
    <p:sldId id="270" r:id="rId5"/>
    <p:sldId id="271" r:id="rId6"/>
    <p:sldId id="272" r:id="rId7"/>
    <p:sldId id="273" r:id="rId8"/>
    <p:sldId id="258" r:id="rId9"/>
    <p:sldId id="259" r:id="rId10"/>
    <p:sldId id="265" r:id="rId11"/>
    <p:sldId id="261" r:id="rId12"/>
    <p:sldId id="260" r:id="rId13"/>
    <p:sldId id="266" r:id="rId14"/>
    <p:sldId id="262" r:id="rId15"/>
    <p:sldId id="267" r:id="rId16"/>
    <p:sldId id="263" r:id="rId17"/>
    <p:sldId id="264" r:id="rId18"/>
    <p:sldId id="277" r:id="rId19"/>
    <p:sldId id="278" r:id="rId20"/>
    <p:sldId id="279" r:id="rId21"/>
    <p:sldId id="281" r:id="rId22"/>
    <p:sldId id="282" r:id="rId23"/>
    <p:sldId id="283" r:id="rId2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87242-DA9F-4025-94DB-BFB2745B9DCD}" v="26" dt="2026-01-07T10:21:25.1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STO BAIAMONTE" userId="S::giusto.baiamonte@you.unipa.it::32b71377-abd2-4a36-b39d-29c4c9220657" providerId="AD" clId="Web-{D9C4F180-07F4-1ECC-CBF6-3C8A55AD8332}"/>
    <pc:docChg chg="modSld">
      <pc:chgData name="GIUSTO BAIAMONTE" userId="S::giusto.baiamonte@you.unipa.it::32b71377-abd2-4a36-b39d-29c4c9220657" providerId="AD" clId="Web-{D9C4F180-07F4-1ECC-CBF6-3C8A55AD8332}" dt="2025-12-10T11:02:52.474" v="343" actId="20577"/>
      <pc:docMkLst>
        <pc:docMk/>
      </pc:docMkLst>
      <pc:sldChg chg="modSp">
        <pc:chgData name="GIUSTO BAIAMONTE" userId="S::giusto.baiamonte@you.unipa.it::32b71377-abd2-4a36-b39d-29c4c9220657" providerId="AD" clId="Web-{D9C4F180-07F4-1ECC-CBF6-3C8A55AD8332}" dt="2025-12-10T11:01:37.537" v="334" actId="20577"/>
        <pc:sldMkLst>
          <pc:docMk/>
          <pc:sldMk cId="2801757028" sldId="264"/>
        </pc:sldMkLst>
        <pc:spChg chg="mod">
          <ac:chgData name="GIUSTO BAIAMONTE" userId="S::giusto.baiamonte@you.unipa.it::32b71377-abd2-4a36-b39d-29c4c9220657" providerId="AD" clId="Web-{D9C4F180-07F4-1ECC-CBF6-3C8A55AD8332}" dt="2025-12-10T11:01:37.537" v="334" actId="20577"/>
          <ac:spMkLst>
            <pc:docMk/>
            <pc:sldMk cId="2801757028" sldId="264"/>
            <ac:spMk id="13" creationId="{A4BDCFA3-5510-69D4-023C-A4A14115FDE1}"/>
          </ac:spMkLst>
        </pc:spChg>
      </pc:sldChg>
      <pc:sldChg chg="modSp">
        <pc:chgData name="GIUSTO BAIAMONTE" userId="S::giusto.baiamonte@you.unipa.it::32b71377-abd2-4a36-b39d-29c4c9220657" providerId="AD" clId="Web-{D9C4F180-07F4-1ECC-CBF6-3C8A55AD8332}" dt="2025-12-10T11:02:52.474" v="343" actId="20577"/>
        <pc:sldMkLst>
          <pc:docMk/>
          <pc:sldMk cId="574727215" sldId="265"/>
        </pc:sldMkLst>
        <pc:spChg chg="mod">
          <ac:chgData name="GIUSTO BAIAMONTE" userId="S::giusto.baiamonte@you.unipa.it::32b71377-abd2-4a36-b39d-29c4c9220657" providerId="AD" clId="Web-{D9C4F180-07F4-1ECC-CBF6-3C8A55AD8332}" dt="2025-12-10T11:02:52.474" v="343" actId="20577"/>
          <ac:spMkLst>
            <pc:docMk/>
            <pc:sldMk cId="574727215" sldId="265"/>
            <ac:spMk id="3" creationId="{EF7FC097-400F-C120-6F47-005979D6F772}"/>
          </ac:spMkLst>
        </pc:spChg>
      </pc:sldChg>
    </pc:docChg>
  </pc:docChgLst>
  <pc:docChgLst>
    <pc:chgData name="GIULIA FILICICCHIA" userId="cb9b82e9-d681-4fbd-94e0-dca89213e694" providerId="ADAL" clId="{ECC296A0-5B09-42BE-8914-9A97CBE11E9B}"/>
    <pc:docChg chg="undo custSel addSld delSld modSld sldOrd">
      <pc:chgData name="GIULIA FILICICCHIA" userId="cb9b82e9-d681-4fbd-94e0-dca89213e694" providerId="ADAL" clId="{ECC296A0-5B09-42BE-8914-9A97CBE11E9B}" dt="2026-01-07T10:27:21.805" v="2675" actId="20577"/>
      <pc:docMkLst>
        <pc:docMk/>
      </pc:docMkLst>
      <pc:sldChg chg="modSp mod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216691077" sldId="25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216691077" sldId="256"/>
            <ac:spMk id="2" creationId="{88E0D271-B939-4DB1-E37B-BE452D465D8F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216691077" sldId="256"/>
            <ac:spMk id="3" creationId="{E58F2C36-8BDD-1EF6-0BDE-F45396511308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57463500" sldId="257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2" creationId="{095CA465-4898-DB8A-02FF-263F69BD9B74}"/>
          </ac:spMkLst>
        </pc:spChg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6" creationId="{5FD5BC69-C8C9-DD64-9E1E-B5CA9725C43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38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0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2" creationId="{0007FE00-9498-4706-B255-6437B0252C02}"/>
          </ac:spMkLst>
        </pc:spChg>
      </pc:sldChg>
      <pc:sldChg chg="addSp delSp modSp new add del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43470188" sldId="258"/>
        </pc:sldMkLst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49" creationId="{B08F4235-59C9-7B9D-A235-989DE1BA8A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4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6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8" creationId="{0007FE00-9498-4706-B255-6437B0252C0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640467276" sldId="259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" creationId="{A5FB940C-1B7E-9608-13CD-6297D1DB22D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9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0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1" creationId="{F21E0C27-19E6-45DC-B154-4934802074DC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2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5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6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8" creationId="{1D7CE92F-1DE7-4252-A62C-77ACF8CF268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1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2" creationId="{6EAAA1B9-2DDB-49C9-A037-A523D2F13C15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129327914" sldId="260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2" creationId="{FBAE4FCD-EA86-320F-42E2-DD8B633F0A0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2" creationId="{BACC6370-2D7E-4714-9D71-7542949D7D5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4" creationId="{F68B3F68-107C-434F-AA38-110D5EA91B8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6" creationId="{AAD0DBB9-1A4B-4391-81D4-CB19F9AB918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8" creationId="{063BBA22-50EA-4C4D-BE05-F1CE4E63AA56}"/>
          </ac:spMkLst>
        </pc:spChg>
        <pc:graphicFrameChg chg="add mo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3129327914" sldId="260"/>
            <ac:graphicFrameMk id="7" creationId="{BED156A3-D3F8-6959-00A8-8A84C798DBE5}"/>
          </ac:graphicFrameMkLst>
        </pc:graphicFrameChg>
      </pc:sldChg>
      <pc:sldChg chg="addSp delSp modSp new mod ord setBg">
        <pc:chgData name="GIULIA FILICICCHIA" userId="cb9b82e9-d681-4fbd-94e0-dca89213e694" providerId="ADAL" clId="{ECC296A0-5B09-42BE-8914-9A97CBE11E9B}" dt="2025-12-16T17:08:06.493" v="1579" actId="26606"/>
        <pc:sldMkLst>
          <pc:docMk/>
          <pc:sldMk cId="3449824908" sldId="261"/>
        </pc:sldMkLst>
        <pc:spChg chg="mo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" creationId="{EE3AF927-B7A3-3DD5-813A-E8DAE7ABB35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8" creationId="{C0763A76-9F1C-4FC5-82B7-DD475DA461B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9" creationId="{E81BF4F6-F2CF-4984-9D14-D6966D92F99F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0" creationId="{70607F9C-BB35-EA95-8FB8-E395FEBFABDF}"/>
          </ac:spMkLst>
        </pc:spChg>
        <pc:picChg chg="add">
          <ac:chgData name="GIULIA FILICICCHIA" userId="cb9b82e9-d681-4fbd-94e0-dca89213e694" providerId="ADAL" clId="{ECC296A0-5B09-42BE-8914-9A97CBE11E9B}" dt="2025-12-16T17:08:06.493" v="1579" actId="26606"/>
          <ac:picMkLst>
            <pc:docMk/>
            <pc:sldMk cId="3449824908" sldId="261"/>
            <ac:picMk id="21" creationId="{8EA8557E-F36F-9D12-EC50-C589C7D576EF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21716074" sldId="262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" creationId="{92D85722-1F1D-306C-359A-608C4881483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0" creationId="{C5278130-DFE0-457B-8698-88DF69019DDE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2" creationId="{2F99531B-1681-4D6E-BECB-18325B33A618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4" creationId="{20344094-430A-400B-804B-910E696A1A90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6" creationId="{453C67DF-7782-4E57-AB9B-F1B4811AD8FE}"/>
          </ac:spMkLst>
        </pc:spChg>
        <pc:graphicFrameChg chg="ad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2521716074" sldId="262"/>
            <ac:graphicFrameMk id="16" creationId="{CA8C4A48-9E5A-3736-8CA9-0DEB8312F6E2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64812291" sldId="26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2" creationId="{328D9045-53DE-0906-86CA-5DB608744E34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5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6" creationId="{6EAAA1B9-2DDB-49C9-A037-A523D2F13C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8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9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1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3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4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5" creationId="{59C1AA9D-3FCF-4B84-94D1-51F0E15171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6" creationId="{1D7CE92F-1DE7-4252-A62C-77ACF8CF268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07T10:18:43.798" v="2234" actId="14100"/>
        <pc:sldMkLst>
          <pc:docMk/>
          <pc:sldMk cId="2801757028" sldId="264"/>
        </pc:sldMkLst>
        <pc:spChg chg="add mod">
          <ac:chgData name="GIULIA FILICICCHIA" userId="cb9b82e9-d681-4fbd-94e0-dca89213e694" providerId="ADAL" clId="{ECC296A0-5B09-42BE-8914-9A97CBE11E9B}" dt="2026-01-07T10:18:19.897" v="2226" actId="478"/>
          <ac:spMkLst>
            <pc:docMk/>
            <pc:sldMk cId="2801757028" sldId="264"/>
            <ac:spMk id="3" creationId="{3C3C3514-336D-F93C-A296-FDE2F0CD3B8C}"/>
          </ac:spMkLst>
        </pc:spChg>
        <pc:spChg chg="add mod ord">
          <ac:chgData name="GIULIA FILICICCHIA" userId="cb9b82e9-d681-4fbd-94e0-dca89213e694" providerId="ADAL" clId="{ECC296A0-5B09-42BE-8914-9A97CBE11E9B}" dt="2025-12-16T17:11:01.651" v="1591" actId="1076"/>
          <ac:spMkLst>
            <pc:docMk/>
            <pc:sldMk cId="2801757028" sldId="264"/>
            <ac:spMk id="13" creationId="{A4BDCFA3-5510-69D4-023C-A4A14115FDE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0" creationId="{4532450F-A219-4BF5-88FA-A47084237C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1" creationId="{035AC662-4000-411A-9E33-6A4B6C0FCB8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2" creationId="{D01D44A9-1D51-461B-A228-06F6C500B0B9}"/>
          </ac:spMkLst>
        </pc:spChg>
        <pc:spChg chg="add del mod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57" creationId="{A440A548-C0D4-4418-940E-EDC2F1D9A599}"/>
          </ac:spMkLst>
        </pc:spChg>
        <pc:spChg chg="add del mod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58" creationId="{E708B267-8CD2-4684-A57B-9F1070769203}"/>
          </ac:spMkLst>
        </pc:spChg>
        <pc:grpChg chg="add del">
          <ac:chgData name="GIULIA FILICICCHIA" userId="cb9b82e9-d681-4fbd-94e0-dca89213e694" providerId="ADAL" clId="{ECC296A0-5B09-42BE-8914-9A97CBE11E9B}" dt="2025-12-16T17:10:48.659" v="1587" actId="26606"/>
          <ac:grpSpMkLst>
            <pc:docMk/>
            <pc:sldMk cId="2801757028" sldId="264"/>
            <ac:grpSpMk id="59" creationId="{41E5AB36-9328-47E9-95AD-E38AC1C0E18D}"/>
          </ac:grpSpMkLst>
        </pc:grpChg>
        <pc:picChg chg="add mod">
          <ac:chgData name="GIULIA FILICICCHIA" userId="cb9b82e9-d681-4fbd-94e0-dca89213e694" providerId="ADAL" clId="{ECC296A0-5B09-42BE-8914-9A97CBE11E9B}" dt="2026-01-07T10:18:43.798" v="2234" actId="14100"/>
          <ac:picMkLst>
            <pc:docMk/>
            <pc:sldMk cId="2801757028" sldId="264"/>
            <ac:picMk id="5" creationId="{27BBC07D-6FB6-DCB3-FA8C-51BB0440D389}"/>
          </ac:picMkLst>
        </pc:picChg>
        <pc:picChg chg="add del mod ord">
          <ac:chgData name="GIULIA FILICICCHIA" userId="cb9b82e9-d681-4fbd-94e0-dca89213e694" providerId="ADAL" clId="{ECC296A0-5B09-42BE-8914-9A97CBE11E9B}" dt="2026-01-07T10:18:19.897" v="2226" actId="478"/>
          <ac:picMkLst>
            <pc:docMk/>
            <pc:sldMk cId="2801757028" sldId="264"/>
            <ac:picMk id="12" creationId="{10185C6D-BC19-220F-46B3-30A53850F957}"/>
          </ac:picMkLst>
        </pc:picChg>
      </pc:sldChg>
      <pc:sldChg chg="addSp delSp modSp new mod or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74727215" sldId="265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" creationId="{EF7FC097-400F-C120-6F47-005979D6F77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5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7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0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1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2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3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777663531" sldId="26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3" creationId="{3F0E8975-FF12-8495-2317-E2B869E9BC9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0" creationId="{10B4520A-996E-330C-99DA-69CA4D89E9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1" creationId="{EC8FA945-E356-695F-18D6-CAD4EF34FE4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358167487" sldId="267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5" creationId="{F795F97C-D43F-25C3-4F5E-6754BD37571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0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2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5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6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7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8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57934565" sldId="268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" creationId="{0933491F-98E5-24C3-A743-60F6E477D351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3" creationId="{D4937BE4-B0F0-DD02-D912-0268C5AA85A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8" creationId="{5C5E9365-DB86-5CFD-9484-A41F2759E94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1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4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5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067559529" sldId="270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8" creationId="{9122E3C9-9AFD-E936-BB93-C08EC65009F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41" creationId="{95199994-21AE-49A2-BA0D-12E295989A9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42" creationId="{A2C34835-4F79-4934-B151-D68E79764C7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41158878" sldId="271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15" creationId="{3B94AEE3-36EC-F0A3-4168-CEBD5A78E5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26" creationId="{2B0BFD1F-F9F0-6C85-B2F2-56AF6D75401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4" creationId="{C0763A76-9F1C-4FC5-82B7-DD475DA461B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5" creationId="{E81BF4F6-F2CF-4984-9D14-D6966D92F99F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90419596" sldId="272"/>
        </pc:sldMkLst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2" creationId="{9D73445A-EF6D-860D-B339-892CF21E8D8D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3" creationId="{1F15B267-E634-0AC5-888F-FED8052DB74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2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5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6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34403575" sldId="27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" creationId="{2E199178-BFAD-B3DE-D4E5-C92746270B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4" creationId="{C6754E2F-F56E-4BA3-99DD-8EBF110E3437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7" creationId="{89D16701-DA76-4F72-BB63-E2C3FFBDFE0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9" creationId="{1CC28BE1-9DC6-43FE-9582-39F091098D7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2" creationId="{B31DFBFA-CF4D-4940-9086-26F83E5C6BB2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3" creationId="{27854033-BD20-4C77-8C5B-048F4B3BDD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5" creationId="{F00DF1C9-6952-4704-B8B3-95406E18E4C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6" creationId="{B34783FD-297C-40D2-964B-DBAE4DE2835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0" creationId="{5B44DAF8-5073-441A-82E1-180385D35F2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2" creationId="{86059ECF-0D50-48AD-B67A-645EC29D3366}"/>
          </ac:spMkLst>
        </pc:spChg>
      </pc:sldChg>
      <pc:sldChg chg="addSp delSp modSp new del mod setBg">
        <pc:chgData name="GIULIA FILICICCHIA" userId="cb9b82e9-d681-4fbd-94e0-dca89213e694" providerId="ADAL" clId="{ECC296A0-5B09-42BE-8914-9A97CBE11E9B}" dt="2026-01-07T10:11:01.357" v="1830" actId="2696"/>
        <pc:sldMkLst>
          <pc:docMk/>
          <pc:sldMk cId="2388615018" sldId="274"/>
        </pc:sldMkLst>
        <pc:spChg chg="mod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2" creationId="{A5292299-B3A5-FB9D-9B98-643AEC459894}"/>
          </ac:spMkLst>
        </pc:spChg>
        <pc:spChg chg="mod">
          <ac:chgData name="GIULIA FILICICCHIA" userId="cb9b82e9-d681-4fbd-94e0-dca89213e694" providerId="ADAL" clId="{ECC296A0-5B09-42BE-8914-9A97CBE11E9B}" dt="2026-01-07T10:00:16.239" v="1653" actId="20577"/>
          <ac:spMkLst>
            <pc:docMk/>
            <pc:sldMk cId="2388615018" sldId="274"/>
            <ac:spMk id="3" creationId="{F1A1330D-9B7F-59B9-1A09-135CEAE411B2}"/>
          </ac:spMkLst>
        </pc:spChg>
        <pc:spChg chg="add del mod">
          <ac:chgData name="GIULIA FILICICCHIA" userId="cb9b82e9-d681-4fbd-94e0-dca89213e694" providerId="ADAL" clId="{ECC296A0-5B09-42BE-8914-9A97CBE11E9B}" dt="2026-01-07T09:56:45.005" v="1628" actId="478"/>
          <ac:spMkLst>
            <pc:docMk/>
            <pc:sldMk cId="2388615018" sldId="274"/>
            <ac:spMk id="5" creationId="{91DF8383-DAD7-843B-99F0-439FCC9D79D4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9" creationId="{201CC55D-ED54-4C5C-95E6-10947BD1103B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15" creationId="{3873B707-463F-40B0-8227-E8CC6C67EB25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17" creationId="{C13237C8-E62C-4F0D-A318-BD6FB6C2D138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19" creationId="{19C9EAEA-39D0-4B0E-A0EB-51E7B26740B1}"/>
          </ac:spMkLst>
        </pc:spChg>
        <pc:spChg chg="add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24" creationId="{3AD318CC-E2A8-4E27-9548-A047A78999B1}"/>
          </ac:spMkLst>
        </pc:spChg>
        <pc:spChg chg="add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30" creationId="{2C1BBA94-3F40-40AA-8BB9-E69E25E537C1}"/>
          </ac:spMkLst>
        </pc:spChg>
        <pc:grpChg chg="add del">
          <ac:chgData name="GIULIA FILICICCHIA" userId="cb9b82e9-d681-4fbd-94e0-dca89213e694" providerId="ADAL" clId="{ECC296A0-5B09-42BE-8914-9A97CBE11E9B}" dt="2026-01-07T10:00:11.441" v="1652" actId="26606"/>
          <ac:grpSpMkLst>
            <pc:docMk/>
            <pc:sldMk cId="2388615018" sldId="274"/>
            <ac:grpSpMk id="11" creationId="{1DE889C7-FAD6-4397-98E2-05D503484459}"/>
          </ac:grpSpMkLst>
        </pc:grpChg>
        <pc:grpChg chg="add">
          <ac:chgData name="GIULIA FILICICCHIA" userId="cb9b82e9-d681-4fbd-94e0-dca89213e694" providerId="ADAL" clId="{ECC296A0-5B09-42BE-8914-9A97CBE11E9B}" dt="2026-01-07T10:00:11.441" v="1652" actId="26606"/>
          <ac:grpSpMkLst>
            <pc:docMk/>
            <pc:sldMk cId="2388615018" sldId="274"/>
            <ac:grpSpMk id="26" creationId="{B14B560F-9DD7-4302-A60B-EBD3EF59B073}"/>
          </ac:grpSpMkLst>
        </pc:grpChg>
        <pc:picChg chg="add del mod">
          <ac:chgData name="GIULIA FILICICCHIA" userId="cb9b82e9-d681-4fbd-94e0-dca89213e694" providerId="ADAL" clId="{ECC296A0-5B09-42BE-8914-9A97CBE11E9B}" dt="2026-01-07T09:57:25.063" v="1636" actId="478"/>
          <ac:picMkLst>
            <pc:docMk/>
            <pc:sldMk cId="2388615018" sldId="274"/>
            <ac:picMk id="4" creationId="{BCE72673-C6C8-F1EE-7721-95283C472107}"/>
          </ac:picMkLst>
        </pc:picChg>
      </pc:sldChg>
      <pc:sldChg chg="addSp delSp modSp new del mod setBg">
        <pc:chgData name="GIULIA FILICICCHIA" userId="cb9b82e9-d681-4fbd-94e0-dca89213e694" providerId="ADAL" clId="{ECC296A0-5B09-42BE-8914-9A97CBE11E9B}" dt="2026-01-07T10:10:53.015" v="1829" actId="2696"/>
        <pc:sldMkLst>
          <pc:docMk/>
          <pc:sldMk cId="948002185" sldId="275"/>
        </pc:sldMkLst>
        <pc:spChg chg="del">
          <ac:chgData name="GIULIA FILICICCHIA" userId="cb9b82e9-d681-4fbd-94e0-dca89213e694" providerId="ADAL" clId="{ECC296A0-5B09-42BE-8914-9A97CBE11E9B}" dt="2026-01-07T09:57:14.126" v="1631" actId="478"/>
          <ac:spMkLst>
            <pc:docMk/>
            <pc:sldMk cId="948002185" sldId="275"/>
            <ac:spMk id="2" creationId="{852BB661-2556-5065-430C-FFA900677760}"/>
          </ac:spMkLst>
        </pc:spChg>
        <pc:spChg chg="mod ord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3" creationId="{23D9CF4F-728D-CBC9-545B-96D926017263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9" creationId="{9A724DBA-D2D9-471E-8ED7-2015DDD950DF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1" creationId="{08980754-6F4B-43C9-B9BE-127B6BED6586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3" creationId="{2C1BBA94-3F40-40AA-8BB9-E69E25E537C1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5" creationId="{169CC832-2974-4E8D-90ED-3E2941BA7336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7" creationId="{55222F96-971A-4F90-B841-6BAB416C7AC1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19" creationId="{0D7B6173-1D58-48E2-83CF-37350F315F75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20" creationId="{02EBFA83-D4DB-4CA0-B229-9E44634D7FE9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22" creationId="{21BDEC81-16A7-4451-B893-C15000083B77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23" creationId="{26A515A1-4D80-430E-BE0A-71A290516A82}"/>
          </ac:spMkLst>
        </pc:spChg>
        <pc:spChg chg="add del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25" creationId="{52E7A7D0-55A3-415E-AE9F-B7C59E36EB31}"/>
          </ac:spMkLst>
        </pc:spChg>
        <pc:spChg chg="add del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26" creationId="{EABAD4DA-87BA-4F70-9EF0-45C6BCF17823}"/>
          </ac:spMkLst>
        </pc:spChg>
        <pc:spChg chg="add del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27" creationId="{915128D9-2797-47FA-B6FE-EC24E6B8437A}"/>
          </ac:spMkLst>
        </pc:spChg>
        <pc:spChg chg="add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32" creationId="{6897DEB4-4A88-4293-A935-9B25506C1530}"/>
          </ac:spMkLst>
        </pc:spChg>
        <pc:spChg chg="add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34" creationId="{FBE42BC3-6707-4CBF-9386-048B994A4F19}"/>
          </ac:spMkLst>
        </pc:spChg>
        <pc:picChg chg="add del mod">
          <ac:chgData name="GIULIA FILICICCHIA" userId="cb9b82e9-d681-4fbd-94e0-dca89213e694" providerId="ADAL" clId="{ECC296A0-5B09-42BE-8914-9A97CBE11E9B}" dt="2026-01-07T09:58:17.791" v="1644" actId="478"/>
          <ac:picMkLst>
            <pc:docMk/>
            <pc:sldMk cId="948002185" sldId="275"/>
            <ac:picMk id="4" creationId="{23F5D1E5-1A08-C81A-46B0-28F4FC0B0DCF}"/>
          </ac:picMkLst>
        </pc:picChg>
        <pc:picChg chg="add mod">
          <ac:chgData name="GIULIA FILICICCHIA" userId="cb9b82e9-d681-4fbd-94e0-dca89213e694" providerId="ADAL" clId="{ECC296A0-5B09-42BE-8914-9A97CBE11E9B}" dt="2026-01-07T09:58:31.575" v="1651" actId="14100"/>
          <ac:picMkLst>
            <pc:docMk/>
            <pc:sldMk cId="948002185" sldId="275"/>
            <ac:picMk id="6" creationId="{FE052192-4AEE-287C-4DE1-01F78459DA06}"/>
          </ac:picMkLst>
        </pc:picChg>
        <pc:picChg chg="add del">
          <ac:chgData name="GIULIA FILICICCHIA" userId="cb9b82e9-d681-4fbd-94e0-dca89213e694" providerId="ADAL" clId="{ECC296A0-5B09-42BE-8914-9A97CBE11E9B}" dt="2026-01-07T09:58:06.393" v="1641" actId="26606"/>
          <ac:picMkLst>
            <pc:docMk/>
            <pc:sldMk cId="948002185" sldId="275"/>
            <ac:picMk id="21" creationId="{B0DAC8FB-A162-44E3-A606-C855A03A5B09}"/>
          </ac:picMkLst>
        </pc:picChg>
      </pc:sldChg>
      <pc:sldChg chg="modSp new del mod">
        <pc:chgData name="GIULIA FILICICCHIA" userId="cb9b82e9-d681-4fbd-94e0-dca89213e694" providerId="ADAL" clId="{ECC296A0-5B09-42BE-8914-9A97CBE11E9B}" dt="2026-01-07T10:10:46.413" v="1828" actId="2696"/>
        <pc:sldMkLst>
          <pc:docMk/>
          <pc:sldMk cId="2614038620" sldId="276"/>
        </pc:sldMkLst>
        <pc:spChg chg="mod">
          <ac:chgData name="GIULIA FILICICCHIA" userId="cb9b82e9-d681-4fbd-94e0-dca89213e694" providerId="ADAL" clId="{ECC296A0-5B09-42BE-8914-9A97CBE11E9B}" dt="2026-01-07T10:01:30.946" v="1685" actId="20577"/>
          <ac:spMkLst>
            <pc:docMk/>
            <pc:sldMk cId="2614038620" sldId="276"/>
            <ac:spMk id="2" creationId="{77EF5449-6CD7-3346-5966-6AB97DCDD472}"/>
          </ac:spMkLst>
        </pc:spChg>
        <pc:spChg chg="mod">
          <ac:chgData name="GIULIA FILICICCHIA" userId="cb9b82e9-d681-4fbd-94e0-dca89213e694" providerId="ADAL" clId="{ECC296A0-5B09-42BE-8914-9A97CBE11E9B}" dt="2026-01-07T10:01:43.594" v="1687"/>
          <ac:spMkLst>
            <pc:docMk/>
            <pc:sldMk cId="2614038620" sldId="276"/>
            <ac:spMk id="3" creationId="{E649ECF3-712D-4B4D-97CA-78FA16451C79}"/>
          </ac:spMkLst>
        </pc:spChg>
      </pc:sldChg>
      <pc:sldChg chg="delSp modSp add mod setBg delDesignElem">
        <pc:chgData name="GIULIA FILICICCHIA" userId="cb9b82e9-d681-4fbd-94e0-dca89213e694" providerId="ADAL" clId="{ECC296A0-5B09-42BE-8914-9A97CBE11E9B}" dt="2026-01-07T10:07:35.548" v="1735" actId="113"/>
        <pc:sldMkLst>
          <pc:docMk/>
          <pc:sldMk cId="1081617337" sldId="277"/>
        </pc:sldMkLst>
        <pc:spChg chg="mod">
          <ac:chgData name="GIULIA FILICICCHIA" userId="cb9b82e9-d681-4fbd-94e0-dca89213e694" providerId="ADAL" clId="{ECC296A0-5B09-42BE-8914-9A97CBE11E9B}" dt="2026-01-07T10:07:00.501" v="1718" actId="20577"/>
          <ac:spMkLst>
            <pc:docMk/>
            <pc:sldMk cId="1081617337" sldId="277"/>
            <ac:spMk id="2" creationId="{781A8DC0-0653-2E46-4255-BB85E92492B2}"/>
          </ac:spMkLst>
        </pc:spChg>
        <pc:spChg chg="del">
          <ac:chgData name="GIULIA FILICICCHIA" userId="cb9b82e9-d681-4fbd-94e0-dca89213e694" providerId="ADAL" clId="{ECC296A0-5B09-42BE-8914-9A97CBE11E9B}" dt="2026-01-07T10:06:31.073" v="1689"/>
          <ac:spMkLst>
            <pc:docMk/>
            <pc:sldMk cId="1081617337" sldId="277"/>
            <ac:spMk id="45" creationId="{A853285C-64B0-0373-6498-83CEC2E25A91}"/>
          </ac:spMkLst>
        </pc:spChg>
        <pc:spChg chg="del">
          <ac:chgData name="GIULIA FILICICCHIA" userId="cb9b82e9-d681-4fbd-94e0-dca89213e694" providerId="ADAL" clId="{ECC296A0-5B09-42BE-8914-9A97CBE11E9B}" dt="2026-01-07T10:06:31.073" v="1689"/>
          <ac:spMkLst>
            <pc:docMk/>
            <pc:sldMk cId="1081617337" sldId="277"/>
            <ac:spMk id="46" creationId="{F754AF7C-CAB5-2D08-04B4-89754AD4D183}"/>
          </ac:spMkLst>
        </pc:spChg>
        <pc:grpChg chg="del">
          <ac:chgData name="GIULIA FILICICCHIA" userId="cb9b82e9-d681-4fbd-94e0-dca89213e694" providerId="ADAL" clId="{ECC296A0-5B09-42BE-8914-9A97CBE11E9B}" dt="2026-01-07T10:06:31.073" v="1689"/>
          <ac:grpSpMkLst>
            <pc:docMk/>
            <pc:sldMk cId="1081617337" sldId="277"/>
            <ac:grpSpMk id="47" creationId="{C57659A9-792E-52E3-9552-EB4251F76D41}"/>
          </ac:grpSpMkLst>
        </pc:grpChg>
        <pc:grpChg chg="del">
          <ac:chgData name="GIULIA FILICICCHIA" userId="cb9b82e9-d681-4fbd-94e0-dca89213e694" providerId="ADAL" clId="{ECC296A0-5B09-42BE-8914-9A97CBE11E9B}" dt="2026-01-07T10:06:31.073" v="1689"/>
          <ac:grpSpMkLst>
            <pc:docMk/>
            <pc:sldMk cId="1081617337" sldId="277"/>
            <ac:grpSpMk id="52" creationId="{9C39A678-639E-4643-67AB-66A922B23E9F}"/>
          </ac:grpSpMkLst>
        </pc:grpChg>
        <pc:graphicFrameChg chg="mod modGraphic">
          <ac:chgData name="GIULIA FILICICCHIA" userId="cb9b82e9-d681-4fbd-94e0-dca89213e694" providerId="ADAL" clId="{ECC296A0-5B09-42BE-8914-9A97CBE11E9B}" dt="2026-01-07T10:07:35.548" v="1735" actId="113"/>
          <ac:graphicFrameMkLst>
            <pc:docMk/>
            <pc:sldMk cId="1081617337" sldId="277"/>
            <ac:graphicFrameMk id="57" creationId="{8D61EF4E-7F56-FC7A-2660-F243CFD76E6E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08:56.756" v="1752" actId="22"/>
        <pc:sldMkLst>
          <pc:docMk/>
          <pc:sldMk cId="2164971026" sldId="278"/>
        </pc:sldMkLst>
        <pc:spChg chg="del">
          <ac:chgData name="GIULIA FILICICCHIA" userId="cb9b82e9-d681-4fbd-94e0-dca89213e694" providerId="ADAL" clId="{ECC296A0-5B09-42BE-8914-9A97CBE11E9B}" dt="2026-01-07T10:08:07.496" v="1746" actId="478"/>
          <ac:spMkLst>
            <pc:docMk/>
            <pc:sldMk cId="2164971026" sldId="278"/>
            <ac:spMk id="2" creationId="{0C9FF0A4-97F2-F455-DCE6-7431AB627629}"/>
          </ac:spMkLst>
        </pc:spChg>
        <pc:spChg chg="mod ord">
          <ac:chgData name="GIULIA FILICICCHIA" userId="cb9b82e9-d681-4fbd-94e0-dca89213e694" providerId="ADAL" clId="{ECC296A0-5B09-42BE-8914-9A97CBE11E9B}" dt="2026-01-07T10:08:32.980" v="1750" actId="14100"/>
          <ac:spMkLst>
            <pc:docMk/>
            <pc:sldMk cId="2164971026" sldId="278"/>
            <ac:spMk id="3" creationId="{AFE24150-F559-A2BC-7444-70F684FF5207}"/>
          </ac:spMkLst>
        </pc:spChg>
        <pc:spChg chg="add del mod">
          <ac:chgData name="GIULIA FILICICCHIA" userId="cb9b82e9-d681-4fbd-94e0-dca89213e694" providerId="ADAL" clId="{ECC296A0-5B09-42BE-8914-9A97CBE11E9B}" dt="2026-01-07T10:08:17.268" v="1747" actId="478"/>
          <ac:spMkLst>
            <pc:docMk/>
            <pc:sldMk cId="2164971026" sldId="278"/>
            <ac:spMk id="4" creationId="{EEE089BE-E7A9-CAE6-7DA8-A77893EA67F5}"/>
          </ac:spMkLst>
        </pc:spChg>
        <pc:spChg chg="add del">
          <ac:chgData name="GIULIA FILICICCHIA" userId="cb9b82e9-d681-4fbd-94e0-dca89213e694" providerId="ADAL" clId="{ECC296A0-5B09-42BE-8914-9A97CBE11E9B}" dt="2026-01-07T10:08:56.756" v="1752" actId="22"/>
          <ac:spMkLst>
            <pc:docMk/>
            <pc:sldMk cId="2164971026" sldId="278"/>
            <ac:spMk id="7" creationId="{9B9FB1FC-7C0D-36F5-566C-E52512FA3E16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0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2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4" creationId="{0007FE00-9498-4706-B255-6437B0252C02}"/>
          </ac:spMkLst>
        </pc:spChg>
        <pc:picChg chg="add mod">
          <ac:chgData name="GIULIA FILICICCHIA" userId="cb9b82e9-d681-4fbd-94e0-dca89213e694" providerId="ADAL" clId="{ECC296A0-5B09-42BE-8914-9A97CBE11E9B}" dt="2026-01-07T10:08:24.676" v="1749" actId="26606"/>
          <ac:picMkLst>
            <pc:docMk/>
            <pc:sldMk cId="2164971026" sldId="278"/>
            <ac:picMk id="5" creationId="{901C1667-A162-C4C9-6CF7-08090A2C6B11}"/>
          </ac:picMkLst>
        </pc:picChg>
      </pc:sldChg>
      <pc:sldChg chg="modSp add mod">
        <pc:chgData name="GIULIA FILICICCHIA" userId="cb9b82e9-d681-4fbd-94e0-dca89213e694" providerId="ADAL" clId="{ECC296A0-5B09-42BE-8914-9A97CBE11E9B}" dt="2026-01-07T10:09:53.452" v="1809" actId="20577"/>
        <pc:sldMkLst>
          <pc:docMk/>
          <pc:sldMk cId="1207784673" sldId="279"/>
        </pc:sldMkLst>
        <pc:spChg chg="mod">
          <ac:chgData name="GIULIA FILICICCHIA" userId="cb9b82e9-d681-4fbd-94e0-dca89213e694" providerId="ADAL" clId="{ECC296A0-5B09-42BE-8914-9A97CBE11E9B}" dt="2026-01-07T10:09:15.711" v="1778" actId="20577"/>
          <ac:spMkLst>
            <pc:docMk/>
            <pc:sldMk cId="1207784673" sldId="279"/>
            <ac:spMk id="2" creationId="{5D996028-F82A-208C-2232-6FD71E76B335}"/>
          </ac:spMkLst>
        </pc:spChg>
        <pc:graphicFrameChg chg="mod modGraphic">
          <ac:chgData name="GIULIA FILICICCHIA" userId="cb9b82e9-d681-4fbd-94e0-dca89213e694" providerId="ADAL" clId="{ECC296A0-5B09-42BE-8914-9A97CBE11E9B}" dt="2026-01-07T10:09:53.452" v="1809" actId="20577"/>
          <ac:graphicFrameMkLst>
            <pc:docMk/>
            <pc:sldMk cId="1207784673" sldId="279"/>
            <ac:graphicFrameMk id="57" creationId="{C588D134-32B2-A027-35F5-1A4087CB0704}"/>
          </ac:graphicFrameMkLst>
        </pc:graphicFrameChg>
      </pc:sldChg>
      <pc:sldChg chg="addSp delSp modSp new del mod setBg">
        <pc:chgData name="GIULIA FILICICCHIA" userId="cb9b82e9-d681-4fbd-94e0-dca89213e694" providerId="ADAL" clId="{ECC296A0-5B09-42BE-8914-9A97CBE11E9B}" dt="2026-01-07T10:20:02.589" v="2290" actId="2696"/>
        <pc:sldMkLst>
          <pc:docMk/>
          <pc:sldMk cId="2543453148" sldId="280"/>
        </pc:sldMkLst>
        <pc:spChg chg="del">
          <ac:chgData name="GIULIA FILICICCHIA" userId="cb9b82e9-d681-4fbd-94e0-dca89213e694" providerId="ADAL" clId="{ECC296A0-5B09-42BE-8914-9A97CBE11E9B}" dt="2026-01-07T10:10:03.040" v="1811" actId="478"/>
          <ac:spMkLst>
            <pc:docMk/>
            <pc:sldMk cId="2543453148" sldId="280"/>
            <ac:spMk id="2" creationId="{C009EF2B-48B9-3AD4-3CE8-BB1B0DBE5BA6}"/>
          </ac:spMkLst>
        </pc:spChg>
        <pc:spChg chg="mod">
          <ac:chgData name="GIULIA FILICICCHIA" userId="cb9b82e9-d681-4fbd-94e0-dca89213e694" providerId="ADAL" clId="{ECC296A0-5B09-42BE-8914-9A97CBE11E9B}" dt="2026-01-07T10:15:37.798" v="2225" actId="20577"/>
          <ac:spMkLst>
            <pc:docMk/>
            <pc:sldMk cId="2543453148" sldId="280"/>
            <ac:spMk id="3" creationId="{CE373C04-D755-BF28-FFB3-8968A5065772}"/>
          </ac:spMkLst>
        </pc:spChg>
        <pc:spChg chg="add mod">
          <ac:chgData name="GIULIA FILICICCHIA" userId="cb9b82e9-d681-4fbd-94e0-dca89213e694" providerId="ADAL" clId="{ECC296A0-5B09-42BE-8914-9A97CBE11E9B}" dt="2026-01-07T10:19:17.427" v="2259" actId="20577"/>
          <ac:spMkLst>
            <pc:docMk/>
            <pc:sldMk cId="2543453148" sldId="280"/>
            <ac:spMk id="5" creationId="{0C822B8E-7D14-2FEF-2E28-A239A44F70F2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9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11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13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15" creationId="{6BFFEA99-E831-4C3B-8D16-0EA4AB33FFCA}"/>
          </ac:spMkLst>
        </pc:spChg>
        <pc:picChg chg="add mod">
          <ac:chgData name="GIULIA FILICICCHIA" userId="cb9b82e9-d681-4fbd-94e0-dca89213e694" providerId="ADAL" clId="{ECC296A0-5B09-42BE-8914-9A97CBE11E9B}" dt="2026-01-07T10:10:34.410" v="1827" actId="26606"/>
          <ac:picMkLst>
            <pc:docMk/>
            <pc:sldMk cId="2543453148" sldId="280"/>
            <ac:picMk id="4" creationId="{6A106B50-0CBD-56FD-156A-DB9FADBEF62E}"/>
          </ac:picMkLst>
        </pc:picChg>
      </pc:sldChg>
      <pc:sldChg chg="addSp modSp new mod setBg">
        <pc:chgData name="GIULIA FILICICCHIA" userId="cb9b82e9-d681-4fbd-94e0-dca89213e694" providerId="ADAL" clId="{ECC296A0-5B09-42BE-8914-9A97CBE11E9B}" dt="2026-01-07T10:19:57.671" v="2289" actId="255"/>
        <pc:sldMkLst>
          <pc:docMk/>
          <pc:sldMk cId="894553036" sldId="281"/>
        </pc:sldMkLst>
        <pc:spChg chg="mo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2" creationId="{0172BFF1-D730-9613-42D3-8F0E0BED7BC8}"/>
          </ac:spMkLst>
        </pc:spChg>
        <pc:spChg chg="mod">
          <ac:chgData name="GIULIA FILICICCHIA" userId="cb9b82e9-d681-4fbd-94e0-dca89213e694" providerId="ADAL" clId="{ECC296A0-5B09-42BE-8914-9A97CBE11E9B}" dt="2026-01-07T10:19:57.671" v="2289" actId="255"/>
          <ac:spMkLst>
            <pc:docMk/>
            <pc:sldMk cId="894553036" sldId="281"/>
            <ac:spMk id="3" creationId="{D648468F-34FD-318C-7481-995ADC614FFD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9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1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3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5" creationId="{6BFFEA99-E831-4C3B-8D16-0EA4AB33FFCA}"/>
          </ac:spMkLst>
        </pc:spChg>
        <pc:picChg chg="add mod">
          <ac:chgData name="GIULIA FILICICCHIA" userId="cb9b82e9-d681-4fbd-94e0-dca89213e694" providerId="ADAL" clId="{ECC296A0-5B09-42BE-8914-9A97CBE11E9B}" dt="2026-01-07T10:19:46.437" v="2287"/>
          <ac:picMkLst>
            <pc:docMk/>
            <pc:sldMk cId="894553036" sldId="281"/>
            <ac:picMk id="4" creationId="{7B3F348E-5D80-7FBE-1EBE-BD2BA690ADB5}"/>
          </ac:picMkLst>
        </pc:picChg>
      </pc:sldChg>
      <pc:sldChg chg="delSp modSp add mod setBg delDesignElem">
        <pc:chgData name="GIULIA FILICICCHIA" userId="cb9b82e9-d681-4fbd-94e0-dca89213e694" providerId="ADAL" clId="{ECC296A0-5B09-42BE-8914-9A97CBE11E9B}" dt="2026-01-07T10:22:36.084" v="2361" actId="122"/>
        <pc:sldMkLst>
          <pc:docMk/>
          <pc:sldMk cId="1128914125" sldId="282"/>
        </pc:sldMkLst>
        <pc:spChg chg="mod">
          <ac:chgData name="GIULIA FILICICCHIA" userId="cb9b82e9-d681-4fbd-94e0-dca89213e694" providerId="ADAL" clId="{ECC296A0-5B09-42BE-8914-9A97CBE11E9B}" dt="2026-01-07T10:22:36.084" v="2361" actId="122"/>
          <ac:spMkLst>
            <pc:docMk/>
            <pc:sldMk cId="1128914125" sldId="282"/>
            <ac:spMk id="2" creationId="{7149C010-C0B6-7888-D3C9-35E21BC21CC3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2" creationId="{E57F7172-3A71-C211-B4E9-D80DF140CFA4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4" creationId="{ACA8DF35-8EF4-8EAA-A86F-D612D9E6A186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6" creationId="{0A14C686-A54A-B77B-5797-B569F90A3F45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8" creationId="{F6797F9A-BFD7-95E4-9C0F-4183EBE6D001}"/>
          </ac:spMkLst>
        </pc:spChg>
        <pc:graphicFrameChg chg="mod modGraphic">
          <ac:chgData name="GIULIA FILICICCHIA" userId="cb9b82e9-d681-4fbd-94e0-dca89213e694" providerId="ADAL" clId="{ECC296A0-5B09-42BE-8914-9A97CBE11E9B}" dt="2026-01-07T10:21:35.046" v="2313" actId="20577"/>
          <ac:graphicFrameMkLst>
            <pc:docMk/>
            <pc:sldMk cId="1128914125" sldId="282"/>
            <ac:graphicFrameMk id="7" creationId="{62622F58-8D71-7F67-8CDA-03E58C50502C}"/>
          </ac:graphicFrameMkLst>
        </pc:graphicFrameChg>
      </pc:sldChg>
      <pc:sldChg chg="new del">
        <pc:chgData name="GIULIA FILICICCHIA" userId="cb9b82e9-d681-4fbd-94e0-dca89213e694" providerId="ADAL" clId="{ECC296A0-5B09-42BE-8914-9A97CBE11E9B}" dt="2026-01-07T10:20:43.340" v="2292" actId="2696"/>
        <pc:sldMkLst>
          <pc:docMk/>
          <pc:sldMk cId="1367154142" sldId="282"/>
        </pc:sldMkLst>
      </pc:sldChg>
      <pc:sldChg chg="addSp delSp modSp new mod setBg">
        <pc:chgData name="GIULIA FILICICCHIA" userId="cb9b82e9-d681-4fbd-94e0-dca89213e694" providerId="ADAL" clId="{ECC296A0-5B09-42BE-8914-9A97CBE11E9B}" dt="2026-01-07T10:27:21.805" v="2675" actId="20577"/>
        <pc:sldMkLst>
          <pc:docMk/>
          <pc:sldMk cId="2502996515" sldId="283"/>
        </pc:sldMkLst>
        <pc:spChg chg="mo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2" creationId="{5CD8CCC5-B55C-B7FF-2201-841E99B9757C}"/>
          </ac:spMkLst>
        </pc:spChg>
        <pc:spChg chg="del mod">
          <ac:chgData name="GIULIA FILICICCHIA" userId="cb9b82e9-d681-4fbd-94e0-dca89213e694" providerId="ADAL" clId="{ECC296A0-5B09-42BE-8914-9A97CBE11E9B}" dt="2026-01-07T10:23:03.208" v="2396" actId="22"/>
          <ac:spMkLst>
            <pc:docMk/>
            <pc:sldMk cId="2502996515" sldId="283"/>
            <ac:spMk id="3" creationId="{6095A230-8BA7-FE94-8792-D80B86DA43BE}"/>
          </ac:spMkLst>
        </pc:spChg>
        <pc:spChg chg="add mod">
          <ac:chgData name="GIULIA FILICICCHIA" userId="cb9b82e9-d681-4fbd-94e0-dca89213e694" providerId="ADAL" clId="{ECC296A0-5B09-42BE-8914-9A97CBE11E9B}" dt="2026-01-07T10:27:21.805" v="2675" actId="20577"/>
          <ac:spMkLst>
            <pc:docMk/>
            <pc:sldMk cId="2502996515" sldId="283"/>
            <ac:spMk id="9" creationId="{5877A804-9CB6-48A1-4F53-653E61DFFF3D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2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4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6" creationId="{0007FE00-9498-4706-B255-6437B0252C02}"/>
          </ac:spMkLst>
        </pc:spChg>
        <pc:picChg chg="add mod ord">
          <ac:chgData name="GIULIA FILICICCHIA" userId="cb9b82e9-d681-4fbd-94e0-dca89213e694" providerId="ADAL" clId="{ECC296A0-5B09-42BE-8914-9A97CBE11E9B}" dt="2026-01-07T10:24:06.712" v="2400" actId="26606"/>
          <ac:picMkLst>
            <pc:docMk/>
            <pc:sldMk cId="2502996515" sldId="283"/>
            <ac:picMk id="5" creationId="{B90B5862-6A52-2FFF-E25C-23CBE848E79B}"/>
          </ac:picMkLst>
        </pc:picChg>
      </pc:sldChg>
    </pc:docChg>
  </pc:docChgLst>
  <pc:docChgLst>
    <pc:chgData name="GIUSTO BAIAMONTE" userId="S::giusto.baiamonte@you.unipa.it::32b71377-abd2-4a36-b39d-29c4c9220657" providerId="AD" clId="Web-{2A52C688-E0CF-BF74-C1A0-B96BEA26F18F}"/>
    <pc:docChg chg="modSld">
      <pc:chgData name="GIUSTO BAIAMONTE" userId="S::giusto.baiamonte@you.unipa.it::32b71377-abd2-4a36-b39d-29c4c9220657" providerId="AD" clId="Web-{2A52C688-E0CF-BF74-C1A0-B96BEA26F18F}" dt="2025-12-10T11:08:34.009" v="35" actId="20577"/>
      <pc:docMkLst>
        <pc:docMk/>
      </pc:docMkLst>
      <pc:sldChg chg="modSp">
        <pc:chgData name="GIUSTO BAIAMONTE" userId="S::giusto.baiamonte@you.unipa.it::32b71377-abd2-4a36-b39d-29c4c9220657" providerId="AD" clId="Web-{2A52C688-E0CF-BF74-C1A0-B96BEA26F18F}" dt="2025-12-10T11:07:12.429" v="22" actId="20577"/>
        <pc:sldMkLst>
          <pc:docMk/>
          <pc:sldMk cId="3777663531" sldId="266"/>
        </pc:sldMkLst>
        <pc:spChg chg="mod">
          <ac:chgData name="GIUSTO BAIAMONTE" userId="S::giusto.baiamonte@you.unipa.it::32b71377-abd2-4a36-b39d-29c4c9220657" providerId="AD" clId="Web-{2A52C688-E0CF-BF74-C1A0-B96BEA26F18F}" dt="2025-12-10T11:07:12.429" v="22" actId="20577"/>
          <ac:spMkLst>
            <pc:docMk/>
            <pc:sldMk cId="3777663531" sldId="266"/>
            <ac:spMk id="3" creationId="{3F0E8975-FF12-8495-2317-E2B869E9BC95}"/>
          </ac:spMkLst>
        </pc:spChg>
      </pc:sldChg>
      <pc:sldChg chg="modSp">
        <pc:chgData name="GIUSTO BAIAMONTE" userId="S::giusto.baiamonte@you.unipa.it::32b71377-abd2-4a36-b39d-29c4c9220657" providerId="AD" clId="Web-{2A52C688-E0CF-BF74-C1A0-B96BEA26F18F}" dt="2025-12-10T11:08:34.009" v="35" actId="20577"/>
        <pc:sldMkLst>
          <pc:docMk/>
          <pc:sldMk cId="1358167487" sldId="267"/>
        </pc:sldMkLst>
        <pc:spChg chg="mod">
          <ac:chgData name="GIUSTO BAIAMONTE" userId="S::giusto.baiamonte@you.unipa.it::32b71377-abd2-4a36-b39d-29c4c9220657" providerId="AD" clId="Web-{2A52C688-E0CF-BF74-C1A0-B96BEA26F18F}" dt="2025-12-10T11:08:34.009" v="35" actId="20577"/>
          <ac:spMkLst>
            <pc:docMk/>
            <pc:sldMk cId="1358167487" sldId="267"/>
            <ac:spMk id="5" creationId="{F795F97C-D43F-25C3-4F5E-6754BD37571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TEAM 2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58F2C36-8BDD-1EF6-0BDE-F45396511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RPG Project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31">
            <a:extLst>
              <a:ext uri="{FF2B5EF4-FFF2-40B4-BE49-F238E27FC236}">
                <a16:creationId xmlns:a16="http://schemas.microsoft.com/office/drawing/2014/main" id="{95199994-21AE-49A2-BA0D-12E295989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pic>
        <p:nvPicPr>
          <p:cNvPr id="4" name="Segnaposto contenuto 4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7B618E09-2946-157A-3002-973929BDC9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747662"/>
            <a:ext cx="5440195" cy="5249787"/>
          </a:xfrm>
          <a:custGeom>
            <a:avLst/>
            <a:gdLst/>
            <a:ahLst/>
            <a:cxnLst/>
            <a:rect l="l" t="t" r="r" b="b"/>
            <a:pathLst>
              <a:path w="4643496" h="5550370">
                <a:moveTo>
                  <a:pt x="81586" y="0"/>
                </a:moveTo>
                <a:lnTo>
                  <a:pt x="4561910" y="0"/>
                </a:lnTo>
                <a:cubicBezTo>
                  <a:pt x="4606969" y="0"/>
                  <a:pt x="4643496" y="36527"/>
                  <a:pt x="4643496" y="81586"/>
                </a:cubicBezTo>
                <a:lnTo>
                  <a:pt x="4643496" y="5468784"/>
                </a:lnTo>
                <a:cubicBezTo>
                  <a:pt x="4643496" y="5513843"/>
                  <a:pt x="4606969" y="5550370"/>
                  <a:pt x="4561910" y="5550370"/>
                </a:cubicBezTo>
                <a:lnTo>
                  <a:pt x="81586" y="5550370"/>
                </a:lnTo>
                <a:cubicBezTo>
                  <a:pt x="36527" y="5550370"/>
                  <a:pt x="0" y="5513843"/>
                  <a:pt x="0" y="5468784"/>
                </a:cubicBezTo>
                <a:lnTo>
                  <a:pt x="0" y="81586"/>
                </a:lnTo>
                <a:cubicBezTo>
                  <a:pt x="0" y="36527"/>
                  <a:pt x="36527" y="0"/>
                  <a:pt x="81586" y="0"/>
                </a:cubicBezTo>
                <a:close/>
              </a:path>
            </a:pathLst>
          </a:custGeom>
        </p:spPr>
      </p:pic>
      <p:sp>
        <p:nvSpPr>
          <p:cNvPr id="42" name="Arc 33">
            <a:extLst>
              <a:ext uri="{FF2B5EF4-FFF2-40B4-BE49-F238E27FC236}">
                <a16:creationId xmlns:a16="http://schemas.microsoft.com/office/drawing/2014/main" id="{A2C34835-4F79-4934-B151-D68E79764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7002" y="1178101"/>
            <a:ext cx="5017046" cy="438890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it-IT" b="1" noProof="0" dirty="0"/>
              <a:t>Model</a:t>
            </a:r>
          </a:p>
          <a:p>
            <a:pPr marL="0" indent="0">
              <a:buNone/>
            </a:pPr>
            <a:r>
              <a:rPr lang="it-IT" noProof="0" dirty="0"/>
              <a:t>Contiene </a:t>
            </a:r>
            <a:r>
              <a:rPr lang="it-IT" b="1" noProof="0" dirty="0"/>
              <a:t>la logica del gioco</a:t>
            </a:r>
            <a:r>
              <a:rPr lang="it-IT" noProof="0" dirty="0"/>
              <a:t> e i </a:t>
            </a:r>
            <a:r>
              <a:rPr lang="it-IT" b="1" noProof="0" dirty="0"/>
              <a:t>dati.</a:t>
            </a: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Esempi: Statistiche del personaggio (HP, mana, livello, Inventario, nemici e oggetti)</a:t>
            </a:r>
          </a:p>
          <a:p>
            <a:pPr marL="0" indent="0">
              <a:buNone/>
            </a:pPr>
            <a:r>
              <a:rPr lang="it-IT" b="1" noProof="0" dirty="0"/>
              <a:t>Non sa nulla di come il gioco viene mostrato a schermo</a:t>
            </a:r>
            <a:endParaRPr lang="it-IT" noProof="0" dirty="0"/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3C3514-336D-F93C-A296-FDE2F0CD3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27BBC07D-6FB6-DCB3-FA8C-51BB0440D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44" y="992407"/>
            <a:ext cx="6057007" cy="542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1391</Words>
  <Application>Microsoft Office PowerPoint</Application>
  <PresentationFormat>Widescreen</PresentationFormat>
  <Paragraphs>75</Paragraphs>
  <Slides>23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Tema di Office</vt:lpstr>
      <vt:lpstr>TEAM 2</vt:lpstr>
      <vt:lpstr>Trama</vt:lpstr>
      <vt:lpstr>MVC Architecture</vt:lpstr>
      <vt:lpstr>Presentazione standard di PowerPoint</vt:lpstr>
      <vt:lpstr>View</vt:lpstr>
      <vt:lpstr>Controller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8</cp:revision>
  <dcterms:created xsi:type="dcterms:W3CDTF">2025-12-01T14:20:48Z</dcterms:created>
  <dcterms:modified xsi:type="dcterms:W3CDTF">2026-01-07T10:27:25Z</dcterms:modified>
</cp:coreProperties>
</file>