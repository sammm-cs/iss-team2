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8" r:id="rId3"/>
    <p:sldId id="257" r:id="rId4"/>
    <p:sldId id="270" r:id="rId5"/>
    <p:sldId id="271" r:id="rId6"/>
    <p:sldId id="272" r:id="rId7"/>
    <p:sldId id="273" r:id="rId8"/>
    <p:sldId id="258" r:id="rId9"/>
    <p:sldId id="259" r:id="rId10"/>
    <p:sldId id="265" r:id="rId11"/>
    <p:sldId id="261" r:id="rId12"/>
    <p:sldId id="260" r:id="rId13"/>
    <p:sldId id="266" r:id="rId14"/>
    <p:sldId id="262" r:id="rId15"/>
    <p:sldId id="267" r:id="rId16"/>
    <p:sldId id="263" r:id="rId17"/>
    <p:sldId id="264" r:id="rId18"/>
    <p:sldId id="277" r:id="rId19"/>
    <p:sldId id="278" r:id="rId20"/>
    <p:sldId id="279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D87242-DA9F-4025-94DB-BFB2745B9DCD}" v="26" dt="2026-01-07T10:21:25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USTO BAIAMONTE" userId="S::giusto.baiamonte@you.unipa.it::32b71377-abd2-4a36-b39d-29c4c9220657" providerId="AD" clId="Web-{D9C4F180-07F4-1ECC-CBF6-3C8A55AD8332}"/>
    <pc:docChg chg="modSld">
      <pc:chgData name="GIUSTO BAIAMONTE" userId="S::giusto.baiamonte@you.unipa.it::32b71377-abd2-4a36-b39d-29c4c9220657" providerId="AD" clId="Web-{D9C4F180-07F4-1ECC-CBF6-3C8A55AD8332}" dt="2025-12-10T11:02:52.474" v="343" actId="20577"/>
      <pc:docMkLst>
        <pc:docMk/>
      </pc:docMkLst>
      <pc:sldChg chg="modSp">
        <pc:chgData name="GIUSTO BAIAMONTE" userId="S::giusto.baiamonte@you.unipa.it::32b71377-abd2-4a36-b39d-29c4c9220657" providerId="AD" clId="Web-{D9C4F180-07F4-1ECC-CBF6-3C8A55AD8332}" dt="2025-12-10T11:01:37.537" v="334" actId="20577"/>
        <pc:sldMkLst>
          <pc:docMk/>
          <pc:sldMk cId="2801757028" sldId="264"/>
        </pc:sldMkLst>
        <pc:spChg chg="mod">
          <ac:chgData name="GIUSTO BAIAMONTE" userId="S::giusto.baiamonte@you.unipa.it::32b71377-abd2-4a36-b39d-29c4c9220657" providerId="AD" clId="Web-{D9C4F180-07F4-1ECC-CBF6-3C8A55AD8332}" dt="2025-12-10T11:01:37.537" v="334" actId="20577"/>
          <ac:spMkLst>
            <pc:docMk/>
            <pc:sldMk cId="2801757028" sldId="264"/>
            <ac:spMk id="13" creationId="{A4BDCFA3-5510-69D4-023C-A4A14115FDE1}"/>
          </ac:spMkLst>
        </pc:spChg>
      </pc:sldChg>
      <pc:sldChg chg="modSp">
        <pc:chgData name="GIUSTO BAIAMONTE" userId="S::giusto.baiamonte@you.unipa.it::32b71377-abd2-4a36-b39d-29c4c9220657" providerId="AD" clId="Web-{D9C4F180-07F4-1ECC-CBF6-3C8A55AD8332}" dt="2025-12-10T11:02:52.474" v="343" actId="20577"/>
        <pc:sldMkLst>
          <pc:docMk/>
          <pc:sldMk cId="574727215" sldId="265"/>
        </pc:sldMkLst>
        <pc:spChg chg="mod">
          <ac:chgData name="GIUSTO BAIAMONTE" userId="S::giusto.baiamonte@you.unipa.it::32b71377-abd2-4a36-b39d-29c4c9220657" providerId="AD" clId="Web-{D9C4F180-07F4-1ECC-CBF6-3C8A55AD8332}" dt="2025-12-10T11:02:52.474" v="343" actId="20577"/>
          <ac:spMkLst>
            <pc:docMk/>
            <pc:sldMk cId="574727215" sldId="265"/>
            <ac:spMk id="3" creationId="{EF7FC097-400F-C120-6F47-005979D6F772}"/>
          </ac:spMkLst>
        </pc:spChg>
      </pc:sldChg>
    </pc:docChg>
  </pc:docChgLst>
  <pc:docChgLst>
    <pc:chgData name="GIULIA FILICICCHIA" userId="cb9b82e9-d681-4fbd-94e0-dca89213e694" providerId="ADAL" clId="{ECC296A0-5B09-42BE-8914-9A97CBE11E9B}"/>
    <pc:docChg chg="undo custSel addSld delSld modSld sldOrd">
      <pc:chgData name="GIULIA FILICICCHIA" userId="cb9b82e9-d681-4fbd-94e0-dca89213e694" providerId="ADAL" clId="{ECC296A0-5B09-42BE-8914-9A97CBE11E9B}" dt="2026-01-07T10:24:57.868" v="2585" actId="20577"/>
      <pc:docMkLst>
        <pc:docMk/>
      </pc:docMkLst>
      <pc:sldChg chg="modSp mod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3216691077" sldId="256"/>
        </pc:sldMkLst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216691077" sldId="256"/>
            <ac:spMk id="2" creationId="{88E0D271-B939-4DB1-E37B-BE452D465D8F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216691077" sldId="256"/>
            <ac:spMk id="3" creationId="{E58F2C36-8BDD-1EF6-0BDE-F45396511308}"/>
          </ac:spMkLst>
        </pc:sp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857463500" sldId="257"/>
        </pc:sldMkLst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857463500" sldId="257"/>
            <ac:spMk id="2" creationId="{095CA465-4898-DB8A-02FF-263F69BD9B74}"/>
          </ac:spMkLst>
        </pc:spChg>
        <pc:spChg chg="add mod or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857463500" sldId="257"/>
            <ac:spMk id="6" creationId="{5FD5BC69-C8C9-DD64-9E1E-B5CA9725C43B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857463500" sldId="257"/>
            <ac:spMk id="1038" creationId="{2EB492CD-616E-47F8-933B-5E2D952A0593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857463500" sldId="257"/>
            <ac:spMk id="1040" creationId="{59383CF9-23B5-4335-9B21-1791C4CF1C75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857463500" sldId="257"/>
            <ac:spMk id="1042" creationId="{0007FE00-9498-4706-B255-6437B0252C02}"/>
          </ac:spMkLst>
        </pc:spChg>
      </pc:sldChg>
      <pc:sldChg chg="addSp delSp modSp new add del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843470188" sldId="258"/>
        </pc:sldMkLst>
        <pc:spChg chg="add mod or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843470188" sldId="258"/>
            <ac:spMk id="49" creationId="{B08F4235-59C9-7B9D-A235-989DE1BA8ABF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843470188" sldId="258"/>
            <ac:spMk id="74" creationId="{2EB492CD-616E-47F8-933B-5E2D952A0593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843470188" sldId="258"/>
            <ac:spMk id="76" creationId="{59383CF9-23B5-4335-9B21-1791C4CF1C75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843470188" sldId="258"/>
            <ac:spMk id="78" creationId="{0007FE00-9498-4706-B255-6437B0252C02}"/>
          </ac:spMkLst>
        </pc:sp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1640467276" sldId="259"/>
        </pc:sldMkLst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640467276" sldId="259"/>
            <ac:spMk id="2" creationId="{A5FB940C-1B7E-9608-13CD-6297D1DB22D4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640467276" sldId="259"/>
            <ac:spMk id="29" creationId="{9A5E80E2-35F9-41F3-A2B8-A2F17D956FC0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640467276" sldId="259"/>
            <ac:spMk id="30" creationId="{988BDEEE-0C30-49F3-8D05-B062EF890C94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640467276" sldId="259"/>
            <ac:spMk id="31" creationId="{F21E0C27-19E6-45DC-B154-4934802074DC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640467276" sldId="259"/>
            <ac:spMk id="32" creationId="{A3A55340-18E0-4A23-B406-BD1221643D86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640467276" sldId="259"/>
            <ac:spMk id="35" creationId="{441E616B-C319-43C1-9A9C-A2074B2E8AD8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640467276" sldId="259"/>
            <ac:spMk id="36" creationId="{CC86BD2B-CA73-48DF-9CC8-0152EA6B1BA5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640467276" sldId="259"/>
            <ac:spMk id="38" creationId="{1D7CE92F-1DE7-4252-A62C-77ACF8CF2682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640467276" sldId="259"/>
            <ac:spMk id="41" creationId="{345A976A-8DE3-4B67-B94B-2044FDD12899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640467276" sldId="259"/>
            <ac:spMk id="42" creationId="{6EAAA1B9-2DDB-49C9-A037-A523D2F13C15}"/>
          </ac:spMkLst>
        </pc:sp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3129327914" sldId="260"/>
        </pc:sldMkLst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129327914" sldId="260"/>
            <ac:spMk id="2" creationId="{FBAE4FCD-EA86-320F-42E2-DD8B633F0A0B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129327914" sldId="260"/>
            <ac:spMk id="12" creationId="{BACC6370-2D7E-4714-9D71-7542949D7D5D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129327914" sldId="260"/>
            <ac:spMk id="14" creationId="{F68B3F68-107C-434F-AA38-110D5EA91B85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129327914" sldId="260"/>
            <ac:spMk id="16" creationId="{AAD0DBB9-1A4B-4391-81D4-CB19F9AB918A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129327914" sldId="260"/>
            <ac:spMk id="18" creationId="{063BBA22-50EA-4C4D-BE05-F1CE4E63AA56}"/>
          </ac:spMkLst>
        </pc:spChg>
        <pc:graphicFrameChg chg="add mod modGraphic">
          <ac:chgData name="GIULIA FILICICCHIA" userId="cb9b82e9-d681-4fbd-94e0-dca89213e694" providerId="ADAL" clId="{ECC296A0-5B09-42BE-8914-9A97CBE11E9B}" dt="2025-12-16T16:54:14.363" v="1572" actId="790"/>
          <ac:graphicFrameMkLst>
            <pc:docMk/>
            <pc:sldMk cId="3129327914" sldId="260"/>
            <ac:graphicFrameMk id="7" creationId="{BED156A3-D3F8-6959-00A8-8A84C798DBE5}"/>
          </ac:graphicFrameMkLst>
        </pc:graphicFrameChg>
      </pc:sldChg>
      <pc:sldChg chg="addSp delSp modSp new mod ord setBg">
        <pc:chgData name="GIULIA FILICICCHIA" userId="cb9b82e9-d681-4fbd-94e0-dca89213e694" providerId="ADAL" clId="{ECC296A0-5B09-42BE-8914-9A97CBE11E9B}" dt="2025-12-16T17:08:06.493" v="1579" actId="26606"/>
        <pc:sldMkLst>
          <pc:docMk/>
          <pc:sldMk cId="3449824908" sldId="261"/>
        </pc:sldMkLst>
        <pc:spChg chg="mod">
          <ac:chgData name="GIULIA FILICICCHIA" userId="cb9b82e9-d681-4fbd-94e0-dca89213e694" providerId="ADAL" clId="{ECC296A0-5B09-42BE-8914-9A97CBE11E9B}" dt="2025-12-16T17:08:06.493" v="1579" actId="26606"/>
          <ac:spMkLst>
            <pc:docMk/>
            <pc:sldMk cId="3449824908" sldId="261"/>
            <ac:spMk id="2" creationId="{EE3AF927-B7A3-3DD5-813A-E8DAE7ABB352}"/>
          </ac:spMkLst>
        </pc:spChg>
        <pc:spChg chg="add">
          <ac:chgData name="GIULIA FILICICCHIA" userId="cb9b82e9-d681-4fbd-94e0-dca89213e694" providerId="ADAL" clId="{ECC296A0-5B09-42BE-8914-9A97CBE11E9B}" dt="2025-12-16T17:08:06.493" v="1579" actId="26606"/>
          <ac:spMkLst>
            <pc:docMk/>
            <pc:sldMk cId="3449824908" sldId="261"/>
            <ac:spMk id="18" creationId="{C0763A76-9F1C-4FC5-82B7-DD475DA461B2}"/>
          </ac:spMkLst>
        </pc:spChg>
        <pc:spChg chg="add">
          <ac:chgData name="GIULIA FILICICCHIA" userId="cb9b82e9-d681-4fbd-94e0-dca89213e694" providerId="ADAL" clId="{ECC296A0-5B09-42BE-8914-9A97CBE11E9B}" dt="2025-12-16T17:08:06.493" v="1579" actId="26606"/>
          <ac:spMkLst>
            <pc:docMk/>
            <pc:sldMk cId="3449824908" sldId="261"/>
            <ac:spMk id="19" creationId="{E81BF4F6-F2CF-4984-9D14-D6966D92F99F}"/>
          </ac:spMkLst>
        </pc:spChg>
        <pc:spChg chg="add">
          <ac:chgData name="GIULIA FILICICCHIA" userId="cb9b82e9-d681-4fbd-94e0-dca89213e694" providerId="ADAL" clId="{ECC296A0-5B09-42BE-8914-9A97CBE11E9B}" dt="2025-12-16T17:08:06.493" v="1579" actId="26606"/>
          <ac:spMkLst>
            <pc:docMk/>
            <pc:sldMk cId="3449824908" sldId="261"/>
            <ac:spMk id="20" creationId="{70607F9C-BB35-EA95-8FB8-E395FEBFABDF}"/>
          </ac:spMkLst>
        </pc:spChg>
        <pc:picChg chg="add">
          <ac:chgData name="GIULIA FILICICCHIA" userId="cb9b82e9-d681-4fbd-94e0-dca89213e694" providerId="ADAL" clId="{ECC296A0-5B09-42BE-8914-9A97CBE11E9B}" dt="2025-12-16T17:08:06.493" v="1579" actId="26606"/>
          <ac:picMkLst>
            <pc:docMk/>
            <pc:sldMk cId="3449824908" sldId="261"/>
            <ac:picMk id="21" creationId="{8EA8557E-F36F-9D12-EC50-C589C7D576EF}"/>
          </ac:picMkLst>
        </pc:pic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2521716074" sldId="262"/>
        </pc:sldMkLst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521716074" sldId="262"/>
            <ac:spMk id="2" creationId="{92D85722-1F1D-306C-359A-608C4881483D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521716074" sldId="262"/>
            <ac:spMk id="20" creationId="{C5278130-DFE0-457B-8698-88DF69019DDE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521716074" sldId="262"/>
            <ac:spMk id="22" creationId="{2F99531B-1681-4D6E-BECB-18325B33A618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521716074" sldId="262"/>
            <ac:spMk id="24" creationId="{20344094-430A-400B-804B-910E696A1A90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521716074" sldId="262"/>
            <ac:spMk id="26" creationId="{453C67DF-7782-4E57-AB9B-F1B4811AD8FE}"/>
          </ac:spMkLst>
        </pc:spChg>
        <pc:graphicFrameChg chg="add modGraphic">
          <ac:chgData name="GIULIA FILICICCHIA" userId="cb9b82e9-d681-4fbd-94e0-dca89213e694" providerId="ADAL" clId="{ECC296A0-5B09-42BE-8914-9A97CBE11E9B}" dt="2025-12-16T16:54:14.363" v="1572" actId="790"/>
          <ac:graphicFrameMkLst>
            <pc:docMk/>
            <pc:sldMk cId="2521716074" sldId="262"/>
            <ac:graphicFrameMk id="16" creationId="{CA8C4A48-9E5A-3736-8CA9-0DEB8312F6E2}"/>
          </ac:graphicFrameMkLst>
        </pc:graphicFrame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3364812291" sldId="263"/>
        </pc:sldMkLst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64812291" sldId="263"/>
            <ac:spMk id="2" creationId="{328D9045-53DE-0906-86CA-5DB608744E34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64812291" sldId="263"/>
            <ac:spMk id="45" creationId="{345A976A-8DE3-4B67-B94B-2044FDD12899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64812291" sldId="263"/>
            <ac:spMk id="46" creationId="{6EAAA1B9-2DDB-49C9-A037-A523D2F13C15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64812291" sldId="263"/>
            <ac:spMk id="48" creationId="{9A5E80E2-35F9-41F3-A2B8-A2F17D956FC0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64812291" sldId="263"/>
            <ac:spMk id="49" creationId="{988BDEEE-0C30-49F3-8D05-B062EF890C94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64812291" sldId="263"/>
            <ac:spMk id="51" creationId="{A3A55340-18E0-4A23-B406-BD1221643D86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64812291" sldId="263"/>
            <ac:spMk id="53" creationId="{441E616B-C319-43C1-9A9C-A2074B2E8AD8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64812291" sldId="263"/>
            <ac:spMk id="54" creationId="{CC86BD2B-CA73-48DF-9CC8-0152EA6B1BA5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64812291" sldId="263"/>
            <ac:spMk id="55" creationId="{59C1AA9D-3FCF-4B84-94D1-51F0E1517115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64812291" sldId="263"/>
            <ac:spMk id="56" creationId="{1D7CE92F-1DE7-4252-A62C-77ACF8CF2682}"/>
          </ac:spMkLst>
        </pc:spChg>
      </pc:sldChg>
      <pc:sldChg chg="addSp delSp modSp new mod setBg">
        <pc:chgData name="GIULIA FILICICCHIA" userId="cb9b82e9-d681-4fbd-94e0-dca89213e694" providerId="ADAL" clId="{ECC296A0-5B09-42BE-8914-9A97CBE11E9B}" dt="2026-01-07T10:18:43.798" v="2234" actId="14100"/>
        <pc:sldMkLst>
          <pc:docMk/>
          <pc:sldMk cId="2801757028" sldId="264"/>
        </pc:sldMkLst>
        <pc:spChg chg="add mod">
          <ac:chgData name="GIULIA FILICICCHIA" userId="cb9b82e9-d681-4fbd-94e0-dca89213e694" providerId="ADAL" clId="{ECC296A0-5B09-42BE-8914-9A97CBE11E9B}" dt="2026-01-07T10:18:19.897" v="2226" actId="478"/>
          <ac:spMkLst>
            <pc:docMk/>
            <pc:sldMk cId="2801757028" sldId="264"/>
            <ac:spMk id="3" creationId="{3C3C3514-336D-F93C-A296-FDE2F0CD3B8C}"/>
          </ac:spMkLst>
        </pc:spChg>
        <pc:spChg chg="add mod ord">
          <ac:chgData name="GIULIA FILICICCHIA" userId="cb9b82e9-d681-4fbd-94e0-dca89213e694" providerId="ADAL" clId="{ECC296A0-5B09-42BE-8914-9A97CBE11E9B}" dt="2025-12-16T17:11:01.651" v="1591" actId="1076"/>
          <ac:spMkLst>
            <pc:docMk/>
            <pc:sldMk cId="2801757028" sldId="264"/>
            <ac:spMk id="13" creationId="{A4BDCFA3-5510-69D4-023C-A4A14115FDE1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801757028" sldId="264"/>
            <ac:spMk id="50" creationId="{4532450F-A219-4BF5-88FA-A47084237CEA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801757028" sldId="264"/>
            <ac:spMk id="51" creationId="{035AC662-4000-411A-9E33-6A4B6C0FCB80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801757028" sldId="264"/>
            <ac:spMk id="52" creationId="{D01D44A9-1D51-461B-A228-06F6C500B0B9}"/>
          </ac:spMkLst>
        </pc:spChg>
        <pc:spChg chg="add del mod">
          <ac:chgData name="GIULIA FILICICCHIA" userId="cb9b82e9-d681-4fbd-94e0-dca89213e694" providerId="ADAL" clId="{ECC296A0-5B09-42BE-8914-9A97CBE11E9B}" dt="2025-12-16T17:10:48.659" v="1587" actId="26606"/>
          <ac:spMkLst>
            <pc:docMk/>
            <pc:sldMk cId="2801757028" sldId="264"/>
            <ac:spMk id="57" creationId="{A440A548-C0D4-4418-940E-EDC2F1D9A599}"/>
          </ac:spMkLst>
        </pc:spChg>
        <pc:spChg chg="add del mod">
          <ac:chgData name="GIULIA FILICICCHIA" userId="cb9b82e9-d681-4fbd-94e0-dca89213e694" providerId="ADAL" clId="{ECC296A0-5B09-42BE-8914-9A97CBE11E9B}" dt="2025-12-16T17:10:48.659" v="1587" actId="26606"/>
          <ac:spMkLst>
            <pc:docMk/>
            <pc:sldMk cId="2801757028" sldId="264"/>
            <ac:spMk id="58" creationId="{E708B267-8CD2-4684-A57B-9F1070769203}"/>
          </ac:spMkLst>
        </pc:spChg>
        <pc:grpChg chg="add del">
          <ac:chgData name="GIULIA FILICICCHIA" userId="cb9b82e9-d681-4fbd-94e0-dca89213e694" providerId="ADAL" clId="{ECC296A0-5B09-42BE-8914-9A97CBE11E9B}" dt="2025-12-16T17:10:48.659" v="1587" actId="26606"/>
          <ac:grpSpMkLst>
            <pc:docMk/>
            <pc:sldMk cId="2801757028" sldId="264"/>
            <ac:grpSpMk id="59" creationId="{41E5AB36-9328-47E9-95AD-E38AC1C0E18D}"/>
          </ac:grpSpMkLst>
        </pc:grpChg>
        <pc:picChg chg="add mod">
          <ac:chgData name="GIULIA FILICICCHIA" userId="cb9b82e9-d681-4fbd-94e0-dca89213e694" providerId="ADAL" clId="{ECC296A0-5B09-42BE-8914-9A97CBE11E9B}" dt="2026-01-07T10:18:43.798" v="2234" actId="14100"/>
          <ac:picMkLst>
            <pc:docMk/>
            <pc:sldMk cId="2801757028" sldId="264"/>
            <ac:picMk id="5" creationId="{27BBC07D-6FB6-DCB3-FA8C-51BB0440D389}"/>
          </ac:picMkLst>
        </pc:picChg>
        <pc:picChg chg="add del mod ord">
          <ac:chgData name="GIULIA FILICICCHIA" userId="cb9b82e9-d681-4fbd-94e0-dca89213e694" providerId="ADAL" clId="{ECC296A0-5B09-42BE-8914-9A97CBE11E9B}" dt="2026-01-07T10:18:19.897" v="2226" actId="478"/>
          <ac:picMkLst>
            <pc:docMk/>
            <pc:sldMk cId="2801757028" sldId="264"/>
            <ac:picMk id="12" creationId="{10185C6D-BC19-220F-46B3-30A53850F957}"/>
          </ac:picMkLst>
        </pc:picChg>
      </pc:sldChg>
      <pc:sldChg chg="addSp delSp modSp new mod or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574727215" sldId="265"/>
        </pc:sldMkLst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74727215" sldId="265"/>
            <ac:spMk id="3" creationId="{EF7FC097-400F-C120-6F47-005979D6F772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74727215" sldId="265"/>
            <ac:spMk id="25" creationId="{B6FACB3C-9069-4791-BC5C-0DB7CD19B853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74727215" sldId="265"/>
            <ac:spMk id="27" creationId="{71F2038E-D777-4B76-81DD-DD13EE91B9DD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74727215" sldId="265"/>
            <ac:spMk id="30" creationId="{BF5A6F4A-CE87-4D5C-9382-8167967CE813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74727215" sldId="265"/>
            <ac:spMk id="31" creationId="{61023DD2-2E6F-4419-B404-80F08460BEA5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74727215" sldId="265"/>
            <ac:spMk id="32" creationId="{BC4A6C98-F96E-4587-B01F-A9B01BBFAD01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74727215" sldId="265"/>
            <ac:spMk id="33" creationId="{A66409EC-9CC3-482A-A4A5-54ED092B3F22}"/>
          </ac:spMkLst>
        </pc:sp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3777663531" sldId="266"/>
        </pc:sldMkLst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777663531" sldId="266"/>
            <ac:spMk id="3" creationId="{3F0E8975-FF12-8495-2317-E2B869E9BC95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777663531" sldId="266"/>
            <ac:spMk id="10" creationId="{10B4520A-996E-330C-99DA-69CA4D89E906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777663531" sldId="266"/>
            <ac:spMk id="11" creationId="{EC8FA945-E356-695F-18D6-CAD4EF34FE4A}"/>
          </ac:spMkLst>
        </pc:sp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1358167487" sldId="267"/>
        </pc:sldMkLst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358167487" sldId="267"/>
            <ac:spMk id="5" creationId="{F795F97C-D43F-25C3-4F5E-6754BD37571A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358167487" sldId="267"/>
            <ac:spMk id="10" creationId="{B6FACB3C-9069-4791-BC5C-0DB7CD19B853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358167487" sldId="267"/>
            <ac:spMk id="12" creationId="{71F2038E-D777-4B76-81DD-DD13EE91B9DD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358167487" sldId="267"/>
            <ac:spMk id="15" creationId="{BF5A6F4A-CE87-4D5C-9382-8167967CE813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358167487" sldId="267"/>
            <ac:spMk id="16" creationId="{61023DD2-2E6F-4419-B404-80F08460BEA5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358167487" sldId="267"/>
            <ac:spMk id="17" creationId="{BC4A6C98-F96E-4587-B01F-A9B01BBFAD01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358167487" sldId="267"/>
            <ac:spMk id="18" creationId="{A66409EC-9CC3-482A-A4A5-54ED092B3F22}"/>
          </ac:spMkLst>
        </pc:sp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3357934565" sldId="268"/>
        </pc:sldMkLst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57934565" sldId="268"/>
            <ac:spMk id="2" creationId="{0933491F-98E5-24C3-A743-60F6E477D351}"/>
          </ac:spMkLst>
        </pc:spChg>
        <pc:spChg chg="mod or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57934565" sldId="268"/>
            <ac:spMk id="3" creationId="{D4937BE4-B0F0-DD02-D912-0268C5AA85AF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57934565" sldId="268"/>
            <ac:spMk id="8" creationId="{5C5E9365-DB86-5CFD-9484-A41F2759E94A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57934565" sldId="268"/>
            <ac:spMk id="21" creationId="{305265DC-CF6B-4AE8-B3F3-2A7A16374D31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57934565" sldId="268"/>
            <ac:spMk id="24" creationId="{D8C2E702-9A3E-420B-81FC-693685CAF60B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3357934565" sldId="268"/>
            <ac:spMk id="25" creationId="{6AA40418-2F7D-4A2A-84C0-1A72B0307C6A}"/>
          </ac:spMkLst>
        </pc:sp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1067559529" sldId="270"/>
        </pc:sldMkLst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067559529" sldId="270"/>
            <ac:spMk id="8" creationId="{9122E3C9-9AFD-E936-BB93-C08EC65009FC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067559529" sldId="270"/>
            <ac:spMk id="41" creationId="{95199994-21AE-49A2-BA0D-12E295989A9A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067559529" sldId="270"/>
            <ac:spMk id="42" creationId="{A2C34835-4F79-4934-B151-D68E79764C72}"/>
          </ac:spMkLst>
        </pc:sp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2541158878" sldId="271"/>
        </pc:sldMkLst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541158878" sldId="271"/>
            <ac:spMk id="15" creationId="{3B94AEE3-36EC-F0A3-4168-CEBD5A78E5BF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541158878" sldId="271"/>
            <ac:spMk id="26" creationId="{2B0BFD1F-F9F0-6C85-B2F2-56AF6D75401F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541158878" sldId="271"/>
            <ac:spMk id="64" creationId="{C0763A76-9F1C-4FC5-82B7-DD475DA461B2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2541158878" sldId="271"/>
            <ac:spMk id="65" creationId="{E81BF4F6-F2CF-4984-9D14-D6966D92F99F}"/>
          </ac:spMkLst>
        </pc:sp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190419596" sldId="272"/>
        </pc:sldMkLst>
        <pc:spChg chg="mod or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90419596" sldId="272"/>
            <ac:spMk id="2" creationId="{9D73445A-EF6D-860D-B339-892CF21E8D8D}"/>
          </ac:spMkLst>
        </pc:spChg>
        <pc:spChg chg="mod or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90419596" sldId="272"/>
            <ac:spMk id="3" creationId="{1F15B267-E634-0AC5-888F-FED8052DB74C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90419596" sldId="272"/>
            <ac:spMk id="52" creationId="{305265DC-CF6B-4AE8-B3F3-2A7A16374D31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90419596" sldId="272"/>
            <ac:spMk id="55" creationId="{D8C2E702-9A3E-420B-81FC-693685CAF60B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190419596" sldId="272"/>
            <ac:spMk id="56" creationId="{6AA40418-2F7D-4A2A-84C0-1A72B0307C6A}"/>
          </ac:spMkLst>
        </pc:spChg>
      </pc:sldChg>
      <pc:sldChg chg="addSp delSp modSp new mod setBg">
        <pc:chgData name="GIULIA FILICICCHIA" userId="cb9b82e9-d681-4fbd-94e0-dca89213e694" providerId="ADAL" clId="{ECC296A0-5B09-42BE-8914-9A97CBE11E9B}" dt="2025-12-16T16:54:14.363" v="1572" actId="790"/>
        <pc:sldMkLst>
          <pc:docMk/>
          <pc:sldMk cId="534403575" sldId="273"/>
        </pc:sldMkLst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34403575" sldId="273"/>
            <ac:spMk id="2" creationId="{2E199178-BFAD-B3DE-D4E5-C92746270BEA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34403575" sldId="273"/>
            <ac:spMk id="14" creationId="{C6754E2F-F56E-4BA3-99DD-8EBF110E3437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34403575" sldId="273"/>
            <ac:spMk id="17" creationId="{89D16701-DA76-4F72-BB63-E2C3FFBDFE0F}"/>
          </ac:spMkLst>
        </pc:spChg>
        <pc:spChg chg="add 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34403575" sldId="273"/>
            <ac:spMk id="19" creationId="{1CC28BE1-9DC6-43FE-9582-39F091098D77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34403575" sldId="273"/>
            <ac:spMk id="22" creationId="{B31DFBFA-CF4D-4940-9086-26F83E5C6BB2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34403575" sldId="273"/>
            <ac:spMk id="23" creationId="{27854033-BD20-4C77-8C5B-048F4B3BDD06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34403575" sldId="273"/>
            <ac:spMk id="25" creationId="{F00DF1C9-6952-4704-B8B3-95406E18E4C5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34403575" sldId="273"/>
            <ac:spMk id="26" creationId="{B34783FD-297C-40D2-964B-DBAE4DE28357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34403575" sldId="273"/>
            <ac:spMk id="30" creationId="{5B44DAF8-5073-441A-82E1-180385D35F23}"/>
          </ac:spMkLst>
        </pc:spChg>
        <pc:spChg chg="mod">
          <ac:chgData name="GIULIA FILICICCHIA" userId="cb9b82e9-d681-4fbd-94e0-dca89213e694" providerId="ADAL" clId="{ECC296A0-5B09-42BE-8914-9A97CBE11E9B}" dt="2025-12-16T16:54:14.363" v="1572" actId="790"/>
          <ac:spMkLst>
            <pc:docMk/>
            <pc:sldMk cId="534403575" sldId="273"/>
            <ac:spMk id="32" creationId="{86059ECF-0D50-48AD-B67A-645EC29D3366}"/>
          </ac:spMkLst>
        </pc:spChg>
      </pc:sldChg>
      <pc:sldChg chg="addSp delSp modSp new del mod setBg">
        <pc:chgData name="GIULIA FILICICCHIA" userId="cb9b82e9-d681-4fbd-94e0-dca89213e694" providerId="ADAL" clId="{ECC296A0-5B09-42BE-8914-9A97CBE11E9B}" dt="2026-01-07T10:11:01.357" v="1830" actId="2696"/>
        <pc:sldMkLst>
          <pc:docMk/>
          <pc:sldMk cId="2388615018" sldId="274"/>
        </pc:sldMkLst>
        <pc:spChg chg="mod">
          <ac:chgData name="GIULIA FILICICCHIA" userId="cb9b82e9-d681-4fbd-94e0-dca89213e694" providerId="ADAL" clId="{ECC296A0-5B09-42BE-8914-9A97CBE11E9B}" dt="2026-01-07T10:00:11.441" v="1652" actId="26606"/>
          <ac:spMkLst>
            <pc:docMk/>
            <pc:sldMk cId="2388615018" sldId="274"/>
            <ac:spMk id="2" creationId="{A5292299-B3A5-FB9D-9B98-643AEC459894}"/>
          </ac:spMkLst>
        </pc:spChg>
        <pc:spChg chg="mod">
          <ac:chgData name="GIULIA FILICICCHIA" userId="cb9b82e9-d681-4fbd-94e0-dca89213e694" providerId="ADAL" clId="{ECC296A0-5B09-42BE-8914-9A97CBE11E9B}" dt="2026-01-07T10:00:16.239" v="1653" actId="20577"/>
          <ac:spMkLst>
            <pc:docMk/>
            <pc:sldMk cId="2388615018" sldId="274"/>
            <ac:spMk id="3" creationId="{F1A1330D-9B7F-59B9-1A09-135CEAE411B2}"/>
          </ac:spMkLst>
        </pc:spChg>
        <pc:spChg chg="add del mod">
          <ac:chgData name="GIULIA FILICICCHIA" userId="cb9b82e9-d681-4fbd-94e0-dca89213e694" providerId="ADAL" clId="{ECC296A0-5B09-42BE-8914-9A97CBE11E9B}" dt="2026-01-07T09:56:45.005" v="1628" actId="478"/>
          <ac:spMkLst>
            <pc:docMk/>
            <pc:sldMk cId="2388615018" sldId="274"/>
            <ac:spMk id="5" creationId="{91DF8383-DAD7-843B-99F0-439FCC9D79D4}"/>
          </ac:spMkLst>
        </pc:spChg>
        <pc:spChg chg="add del">
          <ac:chgData name="GIULIA FILICICCHIA" userId="cb9b82e9-d681-4fbd-94e0-dca89213e694" providerId="ADAL" clId="{ECC296A0-5B09-42BE-8914-9A97CBE11E9B}" dt="2026-01-07T10:00:11.441" v="1652" actId="26606"/>
          <ac:spMkLst>
            <pc:docMk/>
            <pc:sldMk cId="2388615018" sldId="274"/>
            <ac:spMk id="9" creationId="{201CC55D-ED54-4C5C-95E6-10947BD1103B}"/>
          </ac:spMkLst>
        </pc:spChg>
        <pc:spChg chg="add del">
          <ac:chgData name="GIULIA FILICICCHIA" userId="cb9b82e9-d681-4fbd-94e0-dca89213e694" providerId="ADAL" clId="{ECC296A0-5B09-42BE-8914-9A97CBE11E9B}" dt="2026-01-07T10:00:11.441" v="1652" actId="26606"/>
          <ac:spMkLst>
            <pc:docMk/>
            <pc:sldMk cId="2388615018" sldId="274"/>
            <ac:spMk id="15" creationId="{3873B707-463F-40B0-8227-E8CC6C67EB25}"/>
          </ac:spMkLst>
        </pc:spChg>
        <pc:spChg chg="add del">
          <ac:chgData name="GIULIA FILICICCHIA" userId="cb9b82e9-d681-4fbd-94e0-dca89213e694" providerId="ADAL" clId="{ECC296A0-5B09-42BE-8914-9A97CBE11E9B}" dt="2026-01-07T10:00:11.441" v="1652" actId="26606"/>
          <ac:spMkLst>
            <pc:docMk/>
            <pc:sldMk cId="2388615018" sldId="274"/>
            <ac:spMk id="17" creationId="{C13237C8-E62C-4F0D-A318-BD6FB6C2D138}"/>
          </ac:spMkLst>
        </pc:spChg>
        <pc:spChg chg="add del">
          <ac:chgData name="GIULIA FILICICCHIA" userId="cb9b82e9-d681-4fbd-94e0-dca89213e694" providerId="ADAL" clId="{ECC296A0-5B09-42BE-8914-9A97CBE11E9B}" dt="2026-01-07T10:00:11.441" v="1652" actId="26606"/>
          <ac:spMkLst>
            <pc:docMk/>
            <pc:sldMk cId="2388615018" sldId="274"/>
            <ac:spMk id="19" creationId="{19C9EAEA-39D0-4B0E-A0EB-51E7B26740B1}"/>
          </ac:spMkLst>
        </pc:spChg>
        <pc:spChg chg="add">
          <ac:chgData name="GIULIA FILICICCHIA" userId="cb9b82e9-d681-4fbd-94e0-dca89213e694" providerId="ADAL" clId="{ECC296A0-5B09-42BE-8914-9A97CBE11E9B}" dt="2026-01-07T10:00:11.441" v="1652" actId="26606"/>
          <ac:spMkLst>
            <pc:docMk/>
            <pc:sldMk cId="2388615018" sldId="274"/>
            <ac:spMk id="24" creationId="{3AD318CC-E2A8-4E27-9548-A047A78999B1}"/>
          </ac:spMkLst>
        </pc:spChg>
        <pc:spChg chg="add">
          <ac:chgData name="GIULIA FILICICCHIA" userId="cb9b82e9-d681-4fbd-94e0-dca89213e694" providerId="ADAL" clId="{ECC296A0-5B09-42BE-8914-9A97CBE11E9B}" dt="2026-01-07T10:00:11.441" v="1652" actId="26606"/>
          <ac:spMkLst>
            <pc:docMk/>
            <pc:sldMk cId="2388615018" sldId="274"/>
            <ac:spMk id="30" creationId="{2C1BBA94-3F40-40AA-8BB9-E69E25E537C1}"/>
          </ac:spMkLst>
        </pc:spChg>
        <pc:grpChg chg="add del">
          <ac:chgData name="GIULIA FILICICCHIA" userId="cb9b82e9-d681-4fbd-94e0-dca89213e694" providerId="ADAL" clId="{ECC296A0-5B09-42BE-8914-9A97CBE11E9B}" dt="2026-01-07T10:00:11.441" v="1652" actId="26606"/>
          <ac:grpSpMkLst>
            <pc:docMk/>
            <pc:sldMk cId="2388615018" sldId="274"/>
            <ac:grpSpMk id="11" creationId="{1DE889C7-FAD6-4397-98E2-05D503484459}"/>
          </ac:grpSpMkLst>
        </pc:grpChg>
        <pc:grpChg chg="add">
          <ac:chgData name="GIULIA FILICICCHIA" userId="cb9b82e9-d681-4fbd-94e0-dca89213e694" providerId="ADAL" clId="{ECC296A0-5B09-42BE-8914-9A97CBE11E9B}" dt="2026-01-07T10:00:11.441" v="1652" actId="26606"/>
          <ac:grpSpMkLst>
            <pc:docMk/>
            <pc:sldMk cId="2388615018" sldId="274"/>
            <ac:grpSpMk id="26" creationId="{B14B560F-9DD7-4302-A60B-EBD3EF59B073}"/>
          </ac:grpSpMkLst>
        </pc:grpChg>
        <pc:picChg chg="add del mod">
          <ac:chgData name="GIULIA FILICICCHIA" userId="cb9b82e9-d681-4fbd-94e0-dca89213e694" providerId="ADAL" clId="{ECC296A0-5B09-42BE-8914-9A97CBE11E9B}" dt="2026-01-07T09:57:25.063" v="1636" actId="478"/>
          <ac:picMkLst>
            <pc:docMk/>
            <pc:sldMk cId="2388615018" sldId="274"/>
            <ac:picMk id="4" creationId="{BCE72673-C6C8-F1EE-7721-95283C472107}"/>
          </ac:picMkLst>
        </pc:picChg>
      </pc:sldChg>
      <pc:sldChg chg="addSp delSp modSp new del mod setBg">
        <pc:chgData name="GIULIA FILICICCHIA" userId="cb9b82e9-d681-4fbd-94e0-dca89213e694" providerId="ADAL" clId="{ECC296A0-5B09-42BE-8914-9A97CBE11E9B}" dt="2026-01-07T10:10:53.015" v="1829" actId="2696"/>
        <pc:sldMkLst>
          <pc:docMk/>
          <pc:sldMk cId="948002185" sldId="275"/>
        </pc:sldMkLst>
        <pc:spChg chg="del">
          <ac:chgData name="GIULIA FILICICCHIA" userId="cb9b82e9-d681-4fbd-94e0-dca89213e694" providerId="ADAL" clId="{ECC296A0-5B09-42BE-8914-9A97CBE11E9B}" dt="2026-01-07T09:57:14.126" v="1631" actId="478"/>
          <ac:spMkLst>
            <pc:docMk/>
            <pc:sldMk cId="948002185" sldId="275"/>
            <ac:spMk id="2" creationId="{852BB661-2556-5065-430C-FFA900677760}"/>
          </ac:spMkLst>
        </pc:spChg>
        <pc:spChg chg="mod ord">
          <ac:chgData name="GIULIA FILICICCHIA" userId="cb9b82e9-d681-4fbd-94e0-dca89213e694" providerId="ADAL" clId="{ECC296A0-5B09-42BE-8914-9A97CBE11E9B}" dt="2026-01-07T09:58:23.526" v="1648" actId="26606"/>
          <ac:spMkLst>
            <pc:docMk/>
            <pc:sldMk cId="948002185" sldId="275"/>
            <ac:spMk id="3" creationId="{23D9CF4F-728D-CBC9-545B-96D926017263}"/>
          </ac:spMkLst>
        </pc:spChg>
        <pc:spChg chg="add del">
          <ac:chgData name="GIULIA FILICICCHIA" userId="cb9b82e9-d681-4fbd-94e0-dca89213e694" providerId="ADAL" clId="{ECC296A0-5B09-42BE-8914-9A97CBE11E9B}" dt="2026-01-07T09:58:04.225" v="1639" actId="26606"/>
          <ac:spMkLst>
            <pc:docMk/>
            <pc:sldMk cId="948002185" sldId="275"/>
            <ac:spMk id="9" creationId="{9A724DBA-D2D9-471E-8ED7-2015DDD950DF}"/>
          </ac:spMkLst>
        </pc:spChg>
        <pc:spChg chg="add del">
          <ac:chgData name="GIULIA FILICICCHIA" userId="cb9b82e9-d681-4fbd-94e0-dca89213e694" providerId="ADAL" clId="{ECC296A0-5B09-42BE-8914-9A97CBE11E9B}" dt="2026-01-07T09:58:04.225" v="1639" actId="26606"/>
          <ac:spMkLst>
            <pc:docMk/>
            <pc:sldMk cId="948002185" sldId="275"/>
            <ac:spMk id="11" creationId="{08980754-6F4B-43C9-B9BE-127B6BED6586}"/>
          </ac:spMkLst>
        </pc:spChg>
        <pc:spChg chg="add del">
          <ac:chgData name="GIULIA FILICICCHIA" userId="cb9b82e9-d681-4fbd-94e0-dca89213e694" providerId="ADAL" clId="{ECC296A0-5B09-42BE-8914-9A97CBE11E9B}" dt="2026-01-07T09:58:04.225" v="1639" actId="26606"/>
          <ac:spMkLst>
            <pc:docMk/>
            <pc:sldMk cId="948002185" sldId="275"/>
            <ac:spMk id="13" creationId="{2C1BBA94-3F40-40AA-8BB9-E69E25E537C1}"/>
          </ac:spMkLst>
        </pc:spChg>
        <pc:spChg chg="add del">
          <ac:chgData name="GIULIA FILICICCHIA" userId="cb9b82e9-d681-4fbd-94e0-dca89213e694" providerId="ADAL" clId="{ECC296A0-5B09-42BE-8914-9A97CBE11E9B}" dt="2026-01-07T09:58:04.225" v="1639" actId="26606"/>
          <ac:spMkLst>
            <pc:docMk/>
            <pc:sldMk cId="948002185" sldId="275"/>
            <ac:spMk id="15" creationId="{169CC832-2974-4E8D-90ED-3E2941BA7336}"/>
          </ac:spMkLst>
        </pc:spChg>
        <pc:spChg chg="add del">
          <ac:chgData name="GIULIA FILICICCHIA" userId="cb9b82e9-d681-4fbd-94e0-dca89213e694" providerId="ADAL" clId="{ECC296A0-5B09-42BE-8914-9A97CBE11E9B}" dt="2026-01-07T09:58:04.225" v="1639" actId="26606"/>
          <ac:spMkLst>
            <pc:docMk/>
            <pc:sldMk cId="948002185" sldId="275"/>
            <ac:spMk id="17" creationId="{55222F96-971A-4F90-B841-6BAB416C7AC1}"/>
          </ac:spMkLst>
        </pc:spChg>
        <pc:spChg chg="add del">
          <ac:chgData name="GIULIA FILICICCHIA" userId="cb9b82e9-d681-4fbd-94e0-dca89213e694" providerId="ADAL" clId="{ECC296A0-5B09-42BE-8914-9A97CBE11E9B}" dt="2026-01-07T09:58:06.393" v="1641" actId="26606"/>
          <ac:spMkLst>
            <pc:docMk/>
            <pc:sldMk cId="948002185" sldId="275"/>
            <ac:spMk id="19" creationId="{0D7B6173-1D58-48E2-83CF-37350F315F75}"/>
          </ac:spMkLst>
        </pc:spChg>
        <pc:spChg chg="add del">
          <ac:chgData name="GIULIA FILICICCHIA" userId="cb9b82e9-d681-4fbd-94e0-dca89213e694" providerId="ADAL" clId="{ECC296A0-5B09-42BE-8914-9A97CBE11E9B}" dt="2026-01-07T09:58:06.393" v="1641" actId="26606"/>
          <ac:spMkLst>
            <pc:docMk/>
            <pc:sldMk cId="948002185" sldId="275"/>
            <ac:spMk id="20" creationId="{02EBFA83-D4DB-4CA0-B229-9E44634D7FE9}"/>
          </ac:spMkLst>
        </pc:spChg>
        <pc:spChg chg="add del">
          <ac:chgData name="GIULIA FILICICCHIA" userId="cb9b82e9-d681-4fbd-94e0-dca89213e694" providerId="ADAL" clId="{ECC296A0-5B09-42BE-8914-9A97CBE11E9B}" dt="2026-01-07T09:58:06.393" v="1641" actId="26606"/>
          <ac:spMkLst>
            <pc:docMk/>
            <pc:sldMk cId="948002185" sldId="275"/>
            <ac:spMk id="22" creationId="{21BDEC81-16A7-4451-B893-C15000083B77}"/>
          </ac:spMkLst>
        </pc:spChg>
        <pc:spChg chg="add del">
          <ac:chgData name="GIULIA FILICICCHIA" userId="cb9b82e9-d681-4fbd-94e0-dca89213e694" providerId="ADAL" clId="{ECC296A0-5B09-42BE-8914-9A97CBE11E9B}" dt="2026-01-07T09:58:06.393" v="1641" actId="26606"/>
          <ac:spMkLst>
            <pc:docMk/>
            <pc:sldMk cId="948002185" sldId="275"/>
            <ac:spMk id="23" creationId="{26A515A1-4D80-430E-BE0A-71A290516A82}"/>
          </ac:spMkLst>
        </pc:spChg>
        <pc:spChg chg="add del">
          <ac:chgData name="GIULIA FILICICCHIA" userId="cb9b82e9-d681-4fbd-94e0-dca89213e694" providerId="ADAL" clId="{ECC296A0-5B09-42BE-8914-9A97CBE11E9B}" dt="2026-01-07T09:58:23.526" v="1648" actId="26606"/>
          <ac:spMkLst>
            <pc:docMk/>
            <pc:sldMk cId="948002185" sldId="275"/>
            <ac:spMk id="25" creationId="{52E7A7D0-55A3-415E-AE9F-B7C59E36EB31}"/>
          </ac:spMkLst>
        </pc:spChg>
        <pc:spChg chg="add del">
          <ac:chgData name="GIULIA FILICICCHIA" userId="cb9b82e9-d681-4fbd-94e0-dca89213e694" providerId="ADAL" clId="{ECC296A0-5B09-42BE-8914-9A97CBE11E9B}" dt="2026-01-07T09:58:23.526" v="1648" actId="26606"/>
          <ac:spMkLst>
            <pc:docMk/>
            <pc:sldMk cId="948002185" sldId="275"/>
            <ac:spMk id="26" creationId="{EABAD4DA-87BA-4F70-9EF0-45C6BCF17823}"/>
          </ac:spMkLst>
        </pc:spChg>
        <pc:spChg chg="add del">
          <ac:chgData name="GIULIA FILICICCHIA" userId="cb9b82e9-d681-4fbd-94e0-dca89213e694" providerId="ADAL" clId="{ECC296A0-5B09-42BE-8914-9A97CBE11E9B}" dt="2026-01-07T09:58:23.526" v="1648" actId="26606"/>
          <ac:spMkLst>
            <pc:docMk/>
            <pc:sldMk cId="948002185" sldId="275"/>
            <ac:spMk id="27" creationId="{915128D9-2797-47FA-B6FE-EC24E6B8437A}"/>
          </ac:spMkLst>
        </pc:spChg>
        <pc:spChg chg="add">
          <ac:chgData name="GIULIA FILICICCHIA" userId="cb9b82e9-d681-4fbd-94e0-dca89213e694" providerId="ADAL" clId="{ECC296A0-5B09-42BE-8914-9A97CBE11E9B}" dt="2026-01-07T09:58:23.526" v="1648" actId="26606"/>
          <ac:spMkLst>
            <pc:docMk/>
            <pc:sldMk cId="948002185" sldId="275"/>
            <ac:spMk id="32" creationId="{6897DEB4-4A88-4293-A935-9B25506C1530}"/>
          </ac:spMkLst>
        </pc:spChg>
        <pc:spChg chg="add">
          <ac:chgData name="GIULIA FILICICCHIA" userId="cb9b82e9-d681-4fbd-94e0-dca89213e694" providerId="ADAL" clId="{ECC296A0-5B09-42BE-8914-9A97CBE11E9B}" dt="2026-01-07T09:58:23.526" v="1648" actId="26606"/>
          <ac:spMkLst>
            <pc:docMk/>
            <pc:sldMk cId="948002185" sldId="275"/>
            <ac:spMk id="34" creationId="{FBE42BC3-6707-4CBF-9386-048B994A4F19}"/>
          </ac:spMkLst>
        </pc:spChg>
        <pc:picChg chg="add del mod">
          <ac:chgData name="GIULIA FILICICCHIA" userId="cb9b82e9-d681-4fbd-94e0-dca89213e694" providerId="ADAL" clId="{ECC296A0-5B09-42BE-8914-9A97CBE11E9B}" dt="2026-01-07T09:58:17.791" v="1644" actId="478"/>
          <ac:picMkLst>
            <pc:docMk/>
            <pc:sldMk cId="948002185" sldId="275"/>
            <ac:picMk id="4" creationId="{23F5D1E5-1A08-C81A-46B0-28F4FC0B0DCF}"/>
          </ac:picMkLst>
        </pc:picChg>
        <pc:picChg chg="add mod">
          <ac:chgData name="GIULIA FILICICCHIA" userId="cb9b82e9-d681-4fbd-94e0-dca89213e694" providerId="ADAL" clId="{ECC296A0-5B09-42BE-8914-9A97CBE11E9B}" dt="2026-01-07T09:58:31.575" v="1651" actId="14100"/>
          <ac:picMkLst>
            <pc:docMk/>
            <pc:sldMk cId="948002185" sldId="275"/>
            <ac:picMk id="6" creationId="{FE052192-4AEE-287C-4DE1-01F78459DA06}"/>
          </ac:picMkLst>
        </pc:picChg>
        <pc:picChg chg="add del">
          <ac:chgData name="GIULIA FILICICCHIA" userId="cb9b82e9-d681-4fbd-94e0-dca89213e694" providerId="ADAL" clId="{ECC296A0-5B09-42BE-8914-9A97CBE11E9B}" dt="2026-01-07T09:58:06.393" v="1641" actId="26606"/>
          <ac:picMkLst>
            <pc:docMk/>
            <pc:sldMk cId="948002185" sldId="275"/>
            <ac:picMk id="21" creationId="{B0DAC8FB-A162-44E3-A606-C855A03A5B09}"/>
          </ac:picMkLst>
        </pc:picChg>
      </pc:sldChg>
      <pc:sldChg chg="modSp new del mod">
        <pc:chgData name="GIULIA FILICICCHIA" userId="cb9b82e9-d681-4fbd-94e0-dca89213e694" providerId="ADAL" clId="{ECC296A0-5B09-42BE-8914-9A97CBE11E9B}" dt="2026-01-07T10:10:46.413" v="1828" actId="2696"/>
        <pc:sldMkLst>
          <pc:docMk/>
          <pc:sldMk cId="2614038620" sldId="276"/>
        </pc:sldMkLst>
        <pc:spChg chg="mod">
          <ac:chgData name="GIULIA FILICICCHIA" userId="cb9b82e9-d681-4fbd-94e0-dca89213e694" providerId="ADAL" clId="{ECC296A0-5B09-42BE-8914-9A97CBE11E9B}" dt="2026-01-07T10:01:30.946" v="1685" actId="20577"/>
          <ac:spMkLst>
            <pc:docMk/>
            <pc:sldMk cId="2614038620" sldId="276"/>
            <ac:spMk id="2" creationId="{77EF5449-6CD7-3346-5966-6AB97DCDD472}"/>
          </ac:spMkLst>
        </pc:spChg>
        <pc:spChg chg="mod">
          <ac:chgData name="GIULIA FILICICCHIA" userId="cb9b82e9-d681-4fbd-94e0-dca89213e694" providerId="ADAL" clId="{ECC296A0-5B09-42BE-8914-9A97CBE11E9B}" dt="2026-01-07T10:01:43.594" v="1687"/>
          <ac:spMkLst>
            <pc:docMk/>
            <pc:sldMk cId="2614038620" sldId="276"/>
            <ac:spMk id="3" creationId="{E649ECF3-712D-4B4D-97CA-78FA16451C79}"/>
          </ac:spMkLst>
        </pc:spChg>
      </pc:sldChg>
      <pc:sldChg chg="delSp modSp add mod setBg delDesignElem">
        <pc:chgData name="GIULIA FILICICCHIA" userId="cb9b82e9-d681-4fbd-94e0-dca89213e694" providerId="ADAL" clId="{ECC296A0-5B09-42BE-8914-9A97CBE11E9B}" dt="2026-01-07T10:07:35.548" v="1735" actId="113"/>
        <pc:sldMkLst>
          <pc:docMk/>
          <pc:sldMk cId="1081617337" sldId="277"/>
        </pc:sldMkLst>
        <pc:spChg chg="mod">
          <ac:chgData name="GIULIA FILICICCHIA" userId="cb9b82e9-d681-4fbd-94e0-dca89213e694" providerId="ADAL" clId="{ECC296A0-5B09-42BE-8914-9A97CBE11E9B}" dt="2026-01-07T10:07:00.501" v="1718" actId="20577"/>
          <ac:spMkLst>
            <pc:docMk/>
            <pc:sldMk cId="1081617337" sldId="277"/>
            <ac:spMk id="2" creationId="{781A8DC0-0653-2E46-4255-BB85E92492B2}"/>
          </ac:spMkLst>
        </pc:spChg>
        <pc:spChg chg="del">
          <ac:chgData name="GIULIA FILICICCHIA" userId="cb9b82e9-d681-4fbd-94e0-dca89213e694" providerId="ADAL" clId="{ECC296A0-5B09-42BE-8914-9A97CBE11E9B}" dt="2026-01-07T10:06:31.073" v="1689"/>
          <ac:spMkLst>
            <pc:docMk/>
            <pc:sldMk cId="1081617337" sldId="277"/>
            <ac:spMk id="45" creationId="{A853285C-64B0-0373-6498-83CEC2E25A91}"/>
          </ac:spMkLst>
        </pc:spChg>
        <pc:spChg chg="del">
          <ac:chgData name="GIULIA FILICICCHIA" userId="cb9b82e9-d681-4fbd-94e0-dca89213e694" providerId="ADAL" clId="{ECC296A0-5B09-42BE-8914-9A97CBE11E9B}" dt="2026-01-07T10:06:31.073" v="1689"/>
          <ac:spMkLst>
            <pc:docMk/>
            <pc:sldMk cId="1081617337" sldId="277"/>
            <ac:spMk id="46" creationId="{F754AF7C-CAB5-2D08-04B4-89754AD4D183}"/>
          </ac:spMkLst>
        </pc:spChg>
        <pc:grpChg chg="del">
          <ac:chgData name="GIULIA FILICICCHIA" userId="cb9b82e9-d681-4fbd-94e0-dca89213e694" providerId="ADAL" clId="{ECC296A0-5B09-42BE-8914-9A97CBE11E9B}" dt="2026-01-07T10:06:31.073" v="1689"/>
          <ac:grpSpMkLst>
            <pc:docMk/>
            <pc:sldMk cId="1081617337" sldId="277"/>
            <ac:grpSpMk id="47" creationId="{C57659A9-792E-52E3-9552-EB4251F76D41}"/>
          </ac:grpSpMkLst>
        </pc:grpChg>
        <pc:grpChg chg="del">
          <ac:chgData name="GIULIA FILICICCHIA" userId="cb9b82e9-d681-4fbd-94e0-dca89213e694" providerId="ADAL" clId="{ECC296A0-5B09-42BE-8914-9A97CBE11E9B}" dt="2026-01-07T10:06:31.073" v="1689"/>
          <ac:grpSpMkLst>
            <pc:docMk/>
            <pc:sldMk cId="1081617337" sldId="277"/>
            <ac:grpSpMk id="52" creationId="{9C39A678-639E-4643-67AB-66A922B23E9F}"/>
          </ac:grpSpMkLst>
        </pc:grpChg>
        <pc:graphicFrameChg chg="mod modGraphic">
          <ac:chgData name="GIULIA FILICICCHIA" userId="cb9b82e9-d681-4fbd-94e0-dca89213e694" providerId="ADAL" clId="{ECC296A0-5B09-42BE-8914-9A97CBE11E9B}" dt="2026-01-07T10:07:35.548" v="1735" actId="113"/>
          <ac:graphicFrameMkLst>
            <pc:docMk/>
            <pc:sldMk cId="1081617337" sldId="277"/>
            <ac:graphicFrameMk id="57" creationId="{8D61EF4E-7F56-FC7A-2660-F243CFD76E6E}"/>
          </ac:graphicFrameMkLst>
        </pc:graphicFrameChg>
      </pc:sldChg>
      <pc:sldChg chg="addSp delSp modSp new mod setBg">
        <pc:chgData name="GIULIA FILICICCHIA" userId="cb9b82e9-d681-4fbd-94e0-dca89213e694" providerId="ADAL" clId="{ECC296A0-5B09-42BE-8914-9A97CBE11E9B}" dt="2026-01-07T10:08:56.756" v="1752" actId="22"/>
        <pc:sldMkLst>
          <pc:docMk/>
          <pc:sldMk cId="2164971026" sldId="278"/>
        </pc:sldMkLst>
        <pc:spChg chg="del">
          <ac:chgData name="GIULIA FILICICCHIA" userId="cb9b82e9-d681-4fbd-94e0-dca89213e694" providerId="ADAL" clId="{ECC296A0-5B09-42BE-8914-9A97CBE11E9B}" dt="2026-01-07T10:08:07.496" v="1746" actId="478"/>
          <ac:spMkLst>
            <pc:docMk/>
            <pc:sldMk cId="2164971026" sldId="278"/>
            <ac:spMk id="2" creationId="{0C9FF0A4-97F2-F455-DCE6-7431AB627629}"/>
          </ac:spMkLst>
        </pc:spChg>
        <pc:spChg chg="mod ord">
          <ac:chgData name="GIULIA FILICICCHIA" userId="cb9b82e9-d681-4fbd-94e0-dca89213e694" providerId="ADAL" clId="{ECC296A0-5B09-42BE-8914-9A97CBE11E9B}" dt="2026-01-07T10:08:32.980" v="1750" actId="14100"/>
          <ac:spMkLst>
            <pc:docMk/>
            <pc:sldMk cId="2164971026" sldId="278"/>
            <ac:spMk id="3" creationId="{AFE24150-F559-A2BC-7444-70F684FF5207}"/>
          </ac:spMkLst>
        </pc:spChg>
        <pc:spChg chg="add del mod">
          <ac:chgData name="GIULIA FILICICCHIA" userId="cb9b82e9-d681-4fbd-94e0-dca89213e694" providerId="ADAL" clId="{ECC296A0-5B09-42BE-8914-9A97CBE11E9B}" dt="2026-01-07T10:08:17.268" v="1747" actId="478"/>
          <ac:spMkLst>
            <pc:docMk/>
            <pc:sldMk cId="2164971026" sldId="278"/>
            <ac:spMk id="4" creationId="{EEE089BE-E7A9-CAE6-7DA8-A77893EA67F5}"/>
          </ac:spMkLst>
        </pc:spChg>
        <pc:spChg chg="add del">
          <ac:chgData name="GIULIA FILICICCHIA" userId="cb9b82e9-d681-4fbd-94e0-dca89213e694" providerId="ADAL" clId="{ECC296A0-5B09-42BE-8914-9A97CBE11E9B}" dt="2026-01-07T10:08:56.756" v="1752" actId="22"/>
          <ac:spMkLst>
            <pc:docMk/>
            <pc:sldMk cId="2164971026" sldId="278"/>
            <ac:spMk id="7" creationId="{9B9FB1FC-7C0D-36F5-566C-E52512FA3E16}"/>
          </ac:spMkLst>
        </pc:spChg>
        <pc:spChg chg="add">
          <ac:chgData name="GIULIA FILICICCHIA" userId="cb9b82e9-d681-4fbd-94e0-dca89213e694" providerId="ADAL" clId="{ECC296A0-5B09-42BE-8914-9A97CBE11E9B}" dt="2026-01-07T10:08:24.676" v="1749" actId="26606"/>
          <ac:spMkLst>
            <pc:docMk/>
            <pc:sldMk cId="2164971026" sldId="278"/>
            <ac:spMk id="10" creationId="{2EB492CD-616E-47F8-933B-5E2D952A0593}"/>
          </ac:spMkLst>
        </pc:spChg>
        <pc:spChg chg="add">
          <ac:chgData name="GIULIA FILICICCHIA" userId="cb9b82e9-d681-4fbd-94e0-dca89213e694" providerId="ADAL" clId="{ECC296A0-5B09-42BE-8914-9A97CBE11E9B}" dt="2026-01-07T10:08:24.676" v="1749" actId="26606"/>
          <ac:spMkLst>
            <pc:docMk/>
            <pc:sldMk cId="2164971026" sldId="278"/>
            <ac:spMk id="12" creationId="{59383CF9-23B5-4335-9B21-1791C4CF1C75}"/>
          </ac:spMkLst>
        </pc:spChg>
        <pc:spChg chg="add">
          <ac:chgData name="GIULIA FILICICCHIA" userId="cb9b82e9-d681-4fbd-94e0-dca89213e694" providerId="ADAL" clId="{ECC296A0-5B09-42BE-8914-9A97CBE11E9B}" dt="2026-01-07T10:08:24.676" v="1749" actId="26606"/>
          <ac:spMkLst>
            <pc:docMk/>
            <pc:sldMk cId="2164971026" sldId="278"/>
            <ac:spMk id="14" creationId="{0007FE00-9498-4706-B255-6437B0252C02}"/>
          </ac:spMkLst>
        </pc:spChg>
        <pc:picChg chg="add mod">
          <ac:chgData name="GIULIA FILICICCHIA" userId="cb9b82e9-d681-4fbd-94e0-dca89213e694" providerId="ADAL" clId="{ECC296A0-5B09-42BE-8914-9A97CBE11E9B}" dt="2026-01-07T10:08:24.676" v="1749" actId="26606"/>
          <ac:picMkLst>
            <pc:docMk/>
            <pc:sldMk cId="2164971026" sldId="278"/>
            <ac:picMk id="5" creationId="{901C1667-A162-C4C9-6CF7-08090A2C6B11}"/>
          </ac:picMkLst>
        </pc:picChg>
      </pc:sldChg>
      <pc:sldChg chg="modSp add mod">
        <pc:chgData name="GIULIA FILICICCHIA" userId="cb9b82e9-d681-4fbd-94e0-dca89213e694" providerId="ADAL" clId="{ECC296A0-5B09-42BE-8914-9A97CBE11E9B}" dt="2026-01-07T10:09:53.452" v="1809" actId="20577"/>
        <pc:sldMkLst>
          <pc:docMk/>
          <pc:sldMk cId="1207784673" sldId="279"/>
        </pc:sldMkLst>
        <pc:spChg chg="mod">
          <ac:chgData name="GIULIA FILICICCHIA" userId="cb9b82e9-d681-4fbd-94e0-dca89213e694" providerId="ADAL" clId="{ECC296A0-5B09-42BE-8914-9A97CBE11E9B}" dt="2026-01-07T10:09:15.711" v="1778" actId="20577"/>
          <ac:spMkLst>
            <pc:docMk/>
            <pc:sldMk cId="1207784673" sldId="279"/>
            <ac:spMk id="2" creationId="{5D996028-F82A-208C-2232-6FD71E76B335}"/>
          </ac:spMkLst>
        </pc:spChg>
        <pc:graphicFrameChg chg="mod modGraphic">
          <ac:chgData name="GIULIA FILICICCHIA" userId="cb9b82e9-d681-4fbd-94e0-dca89213e694" providerId="ADAL" clId="{ECC296A0-5B09-42BE-8914-9A97CBE11E9B}" dt="2026-01-07T10:09:53.452" v="1809" actId="20577"/>
          <ac:graphicFrameMkLst>
            <pc:docMk/>
            <pc:sldMk cId="1207784673" sldId="279"/>
            <ac:graphicFrameMk id="57" creationId="{C588D134-32B2-A027-35F5-1A4087CB0704}"/>
          </ac:graphicFrameMkLst>
        </pc:graphicFrameChg>
      </pc:sldChg>
      <pc:sldChg chg="addSp delSp modSp new del mod setBg">
        <pc:chgData name="GIULIA FILICICCHIA" userId="cb9b82e9-d681-4fbd-94e0-dca89213e694" providerId="ADAL" clId="{ECC296A0-5B09-42BE-8914-9A97CBE11E9B}" dt="2026-01-07T10:20:02.589" v="2290" actId="2696"/>
        <pc:sldMkLst>
          <pc:docMk/>
          <pc:sldMk cId="2543453148" sldId="280"/>
        </pc:sldMkLst>
        <pc:spChg chg="del">
          <ac:chgData name="GIULIA FILICICCHIA" userId="cb9b82e9-d681-4fbd-94e0-dca89213e694" providerId="ADAL" clId="{ECC296A0-5B09-42BE-8914-9A97CBE11E9B}" dt="2026-01-07T10:10:03.040" v="1811" actId="478"/>
          <ac:spMkLst>
            <pc:docMk/>
            <pc:sldMk cId="2543453148" sldId="280"/>
            <ac:spMk id="2" creationId="{C009EF2B-48B9-3AD4-3CE8-BB1B0DBE5BA6}"/>
          </ac:spMkLst>
        </pc:spChg>
        <pc:spChg chg="mod">
          <ac:chgData name="GIULIA FILICICCHIA" userId="cb9b82e9-d681-4fbd-94e0-dca89213e694" providerId="ADAL" clId="{ECC296A0-5B09-42BE-8914-9A97CBE11E9B}" dt="2026-01-07T10:15:37.798" v="2225" actId="20577"/>
          <ac:spMkLst>
            <pc:docMk/>
            <pc:sldMk cId="2543453148" sldId="280"/>
            <ac:spMk id="3" creationId="{CE373C04-D755-BF28-FFB3-8968A5065772}"/>
          </ac:spMkLst>
        </pc:spChg>
        <pc:spChg chg="add mod">
          <ac:chgData name="GIULIA FILICICCHIA" userId="cb9b82e9-d681-4fbd-94e0-dca89213e694" providerId="ADAL" clId="{ECC296A0-5B09-42BE-8914-9A97CBE11E9B}" dt="2026-01-07T10:19:17.427" v="2259" actId="20577"/>
          <ac:spMkLst>
            <pc:docMk/>
            <pc:sldMk cId="2543453148" sldId="280"/>
            <ac:spMk id="5" creationId="{0C822B8E-7D14-2FEF-2E28-A239A44F70F2}"/>
          </ac:spMkLst>
        </pc:spChg>
        <pc:spChg chg="add">
          <ac:chgData name="GIULIA FILICICCHIA" userId="cb9b82e9-d681-4fbd-94e0-dca89213e694" providerId="ADAL" clId="{ECC296A0-5B09-42BE-8914-9A97CBE11E9B}" dt="2026-01-07T10:10:34.410" v="1827" actId="26606"/>
          <ac:spMkLst>
            <pc:docMk/>
            <pc:sldMk cId="2543453148" sldId="280"/>
            <ac:spMk id="9" creationId="{10EB215C-7839-4CEA-AA02-B8F7755F9CE9}"/>
          </ac:spMkLst>
        </pc:spChg>
        <pc:spChg chg="add">
          <ac:chgData name="GIULIA FILICICCHIA" userId="cb9b82e9-d681-4fbd-94e0-dca89213e694" providerId="ADAL" clId="{ECC296A0-5B09-42BE-8914-9A97CBE11E9B}" dt="2026-01-07T10:10:34.410" v="1827" actId="26606"/>
          <ac:spMkLst>
            <pc:docMk/>
            <pc:sldMk cId="2543453148" sldId="280"/>
            <ac:spMk id="11" creationId="{91011C6D-05BE-4D99-8C11-A0E478B12996}"/>
          </ac:spMkLst>
        </pc:spChg>
        <pc:spChg chg="add">
          <ac:chgData name="GIULIA FILICICCHIA" userId="cb9b82e9-d681-4fbd-94e0-dca89213e694" providerId="ADAL" clId="{ECC296A0-5B09-42BE-8914-9A97CBE11E9B}" dt="2026-01-07T10:10:34.410" v="1827" actId="26606"/>
          <ac:spMkLst>
            <pc:docMk/>
            <pc:sldMk cId="2543453148" sldId="280"/>
            <ac:spMk id="13" creationId="{3B9FD11D-7561-43C8-BE54-00D7DCF0E211}"/>
          </ac:spMkLst>
        </pc:spChg>
        <pc:spChg chg="add">
          <ac:chgData name="GIULIA FILICICCHIA" userId="cb9b82e9-d681-4fbd-94e0-dca89213e694" providerId="ADAL" clId="{ECC296A0-5B09-42BE-8914-9A97CBE11E9B}" dt="2026-01-07T10:10:34.410" v="1827" actId="26606"/>
          <ac:spMkLst>
            <pc:docMk/>
            <pc:sldMk cId="2543453148" sldId="280"/>
            <ac:spMk id="15" creationId="{6BFFEA99-E831-4C3B-8D16-0EA4AB33FFCA}"/>
          </ac:spMkLst>
        </pc:spChg>
        <pc:picChg chg="add mod">
          <ac:chgData name="GIULIA FILICICCHIA" userId="cb9b82e9-d681-4fbd-94e0-dca89213e694" providerId="ADAL" clId="{ECC296A0-5B09-42BE-8914-9A97CBE11E9B}" dt="2026-01-07T10:10:34.410" v="1827" actId="26606"/>
          <ac:picMkLst>
            <pc:docMk/>
            <pc:sldMk cId="2543453148" sldId="280"/>
            <ac:picMk id="4" creationId="{6A106B50-0CBD-56FD-156A-DB9FADBEF62E}"/>
          </ac:picMkLst>
        </pc:picChg>
      </pc:sldChg>
      <pc:sldChg chg="addSp modSp new mod setBg">
        <pc:chgData name="GIULIA FILICICCHIA" userId="cb9b82e9-d681-4fbd-94e0-dca89213e694" providerId="ADAL" clId="{ECC296A0-5B09-42BE-8914-9A97CBE11E9B}" dt="2026-01-07T10:19:57.671" v="2289" actId="255"/>
        <pc:sldMkLst>
          <pc:docMk/>
          <pc:sldMk cId="894553036" sldId="281"/>
        </pc:sldMkLst>
        <pc:spChg chg="mod">
          <ac:chgData name="GIULIA FILICICCHIA" userId="cb9b82e9-d681-4fbd-94e0-dca89213e694" providerId="ADAL" clId="{ECC296A0-5B09-42BE-8914-9A97CBE11E9B}" dt="2026-01-07T10:19:48.695" v="2288" actId="26606"/>
          <ac:spMkLst>
            <pc:docMk/>
            <pc:sldMk cId="894553036" sldId="281"/>
            <ac:spMk id="2" creationId="{0172BFF1-D730-9613-42D3-8F0E0BED7BC8}"/>
          </ac:spMkLst>
        </pc:spChg>
        <pc:spChg chg="mod">
          <ac:chgData name="GIULIA FILICICCHIA" userId="cb9b82e9-d681-4fbd-94e0-dca89213e694" providerId="ADAL" clId="{ECC296A0-5B09-42BE-8914-9A97CBE11E9B}" dt="2026-01-07T10:19:57.671" v="2289" actId="255"/>
          <ac:spMkLst>
            <pc:docMk/>
            <pc:sldMk cId="894553036" sldId="281"/>
            <ac:spMk id="3" creationId="{D648468F-34FD-318C-7481-995ADC614FFD}"/>
          </ac:spMkLst>
        </pc:spChg>
        <pc:spChg chg="add">
          <ac:chgData name="GIULIA FILICICCHIA" userId="cb9b82e9-d681-4fbd-94e0-dca89213e694" providerId="ADAL" clId="{ECC296A0-5B09-42BE-8914-9A97CBE11E9B}" dt="2026-01-07T10:19:48.695" v="2288" actId="26606"/>
          <ac:spMkLst>
            <pc:docMk/>
            <pc:sldMk cId="894553036" sldId="281"/>
            <ac:spMk id="9" creationId="{10EB215C-7839-4CEA-AA02-B8F7755F9CE9}"/>
          </ac:spMkLst>
        </pc:spChg>
        <pc:spChg chg="add">
          <ac:chgData name="GIULIA FILICICCHIA" userId="cb9b82e9-d681-4fbd-94e0-dca89213e694" providerId="ADAL" clId="{ECC296A0-5B09-42BE-8914-9A97CBE11E9B}" dt="2026-01-07T10:19:48.695" v="2288" actId="26606"/>
          <ac:spMkLst>
            <pc:docMk/>
            <pc:sldMk cId="894553036" sldId="281"/>
            <ac:spMk id="11" creationId="{91011C6D-05BE-4D99-8C11-A0E478B12996}"/>
          </ac:spMkLst>
        </pc:spChg>
        <pc:spChg chg="add">
          <ac:chgData name="GIULIA FILICICCHIA" userId="cb9b82e9-d681-4fbd-94e0-dca89213e694" providerId="ADAL" clId="{ECC296A0-5B09-42BE-8914-9A97CBE11E9B}" dt="2026-01-07T10:19:48.695" v="2288" actId="26606"/>
          <ac:spMkLst>
            <pc:docMk/>
            <pc:sldMk cId="894553036" sldId="281"/>
            <ac:spMk id="13" creationId="{3B9FD11D-7561-43C8-BE54-00D7DCF0E211}"/>
          </ac:spMkLst>
        </pc:spChg>
        <pc:spChg chg="add">
          <ac:chgData name="GIULIA FILICICCHIA" userId="cb9b82e9-d681-4fbd-94e0-dca89213e694" providerId="ADAL" clId="{ECC296A0-5B09-42BE-8914-9A97CBE11E9B}" dt="2026-01-07T10:19:48.695" v="2288" actId="26606"/>
          <ac:spMkLst>
            <pc:docMk/>
            <pc:sldMk cId="894553036" sldId="281"/>
            <ac:spMk id="15" creationId="{6BFFEA99-E831-4C3B-8D16-0EA4AB33FFCA}"/>
          </ac:spMkLst>
        </pc:spChg>
        <pc:picChg chg="add mod">
          <ac:chgData name="GIULIA FILICICCHIA" userId="cb9b82e9-d681-4fbd-94e0-dca89213e694" providerId="ADAL" clId="{ECC296A0-5B09-42BE-8914-9A97CBE11E9B}" dt="2026-01-07T10:19:46.437" v="2287"/>
          <ac:picMkLst>
            <pc:docMk/>
            <pc:sldMk cId="894553036" sldId="281"/>
            <ac:picMk id="4" creationId="{7B3F348E-5D80-7FBE-1EBE-BD2BA690ADB5}"/>
          </ac:picMkLst>
        </pc:picChg>
      </pc:sldChg>
      <pc:sldChg chg="delSp modSp add mod setBg delDesignElem">
        <pc:chgData name="GIULIA FILICICCHIA" userId="cb9b82e9-d681-4fbd-94e0-dca89213e694" providerId="ADAL" clId="{ECC296A0-5B09-42BE-8914-9A97CBE11E9B}" dt="2026-01-07T10:22:36.084" v="2361" actId="122"/>
        <pc:sldMkLst>
          <pc:docMk/>
          <pc:sldMk cId="1128914125" sldId="282"/>
        </pc:sldMkLst>
        <pc:spChg chg="mod">
          <ac:chgData name="GIULIA FILICICCHIA" userId="cb9b82e9-d681-4fbd-94e0-dca89213e694" providerId="ADAL" clId="{ECC296A0-5B09-42BE-8914-9A97CBE11E9B}" dt="2026-01-07T10:22:36.084" v="2361" actId="122"/>
          <ac:spMkLst>
            <pc:docMk/>
            <pc:sldMk cId="1128914125" sldId="282"/>
            <ac:spMk id="2" creationId="{7149C010-C0B6-7888-D3C9-35E21BC21CC3}"/>
          </ac:spMkLst>
        </pc:spChg>
        <pc:spChg chg="del">
          <ac:chgData name="GIULIA FILICICCHIA" userId="cb9b82e9-d681-4fbd-94e0-dca89213e694" providerId="ADAL" clId="{ECC296A0-5B09-42BE-8914-9A97CBE11E9B}" dt="2026-01-07T10:20:54.046" v="2294"/>
          <ac:spMkLst>
            <pc:docMk/>
            <pc:sldMk cId="1128914125" sldId="282"/>
            <ac:spMk id="12" creationId="{E57F7172-3A71-C211-B4E9-D80DF140CFA4}"/>
          </ac:spMkLst>
        </pc:spChg>
        <pc:spChg chg="del">
          <ac:chgData name="GIULIA FILICICCHIA" userId="cb9b82e9-d681-4fbd-94e0-dca89213e694" providerId="ADAL" clId="{ECC296A0-5B09-42BE-8914-9A97CBE11E9B}" dt="2026-01-07T10:20:54.046" v="2294"/>
          <ac:spMkLst>
            <pc:docMk/>
            <pc:sldMk cId="1128914125" sldId="282"/>
            <ac:spMk id="14" creationId="{ACA8DF35-8EF4-8EAA-A86F-D612D9E6A186}"/>
          </ac:spMkLst>
        </pc:spChg>
        <pc:spChg chg="del">
          <ac:chgData name="GIULIA FILICICCHIA" userId="cb9b82e9-d681-4fbd-94e0-dca89213e694" providerId="ADAL" clId="{ECC296A0-5B09-42BE-8914-9A97CBE11E9B}" dt="2026-01-07T10:20:54.046" v="2294"/>
          <ac:spMkLst>
            <pc:docMk/>
            <pc:sldMk cId="1128914125" sldId="282"/>
            <ac:spMk id="16" creationId="{0A14C686-A54A-B77B-5797-B569F90A3F45}"/>
          </ac:spMkLst>
        </pc:spChg>
        <pc:spChg chg="del">
          <ac:chgData name="GIULIA FILICICCHIA" userId="cb9b82e9-d681-4fbd-94e0-dca89213e694" providerId="ADAL" clId="{ECC296A0-5B09-42BE-8914-9A97CBE11E9B}" dt="2026-01-07T10:20:54.046" v="2294"/>
          <ac:spMkLst>
            <pc:docMk/>
            <pc:sldMk cId="1128914125" sldId="282"/>
            <ac:spMk id="18" creationId="{F6797F9A-BFD7-95E4-9C0F-4183EBE6D001}"/>
          </ac:spMkLst>
        </pc:spChg>
        <pc:graphicFrameChg chg="mod modGraphic">
          <ac:chgData name="GIULIA FILICICCHIA" userId="cb9b82e9-d681-4fbd-94e0-dca89213e694" providerId="ADAL" clId="{ECC296A0-5B09-42BE-8914-9A97CBE11E9B}" dt="2026-01-07T10:21:35.046" v="2313" actId="20577"/>
          <ac:graphicFrameMkLst>
            <pc:docMk/>
            <pc:sldMk cId="1128914125" sldId="282"/>
            <ac:graphicFrameMk id="7" creationId="{62622F58-8D71-7F67-8CDA-03E58C50502C}"/>
          </ac:graphicFrameMkLst>
        </pc:graphicFrameChg>
      </pc:sldChg>
      <pc:sldChg chg="new del">
        <pc:chgData name="GIULIA FILICICCHIA" userId="cb9b82e9-d681-4fbd-94e0-dca89213e694" providerId="ADAL" clId="{ECC296A0-5B09-42BE-8914-9A97CBE11E9B}" dt="2026-01-07T10:20:43.340" v="2292" actId="2696"/>
        <pc:sldMkLst>
          <pc:docMk/>
          <pc:sldMk cId="1367154142" sldId="282"/>
        </pc:sldMkLst>
      </pc:sldChg>
      <pc:sldChg chg="addSp delSp modSp new mod setBg">
        <pc:chgData name="GIULIA FILICICCHIA" userId="cb9b82e9-d681-4fbd-94e0-dca89213e694" providerId="ADAL" clId="{ECC296A0-5B09-42BE-8914-9A97CBE11E9B}" dt="2026-01-07T10:24:57.868" v="2585" actId="20577"/>
        <pc:sldMkLst>
          <pc:docMk/>
          <pc:sldMk cId="2502996515" sldId="283"/>
        </pc:sldMkLst>
        <pc:spChg chg="mod">
          <ac:chgData name="GIULIA FILICICCHIA" userId="cb9b82e9-d681-4fbd-94e0-dca89213e694" providerId="ADAL" clId="{ECC296A0-5B09-42BE-8914-9A97CBE11E9B}" dt="2026-01-07T10:24:06.712" v="2400" actId="26606"/>
          <ac:spMkLst>
            <pc:docMk/>
            <pc:sldMk cId="2502996515" sldId="283"/>
            <ac:spMk id="2" creationId="{5CD8CCC5-B55C-B7FF-2201-841E99B9757C}"/>
          </ac:spMkLst>
        </pc:spChg>
        <pc:spChg chg="del mod">
          <ac:chgData name="GIULIA FILICICCHIA" userId="cb9b82e9-d681-4fbd-94e0-dca89213e694" providerId="ADAL" clId="{ECC296A0-5B09-42BE-8914-9A97CBE11E9B}" dt="2026-01-07T10:23:03.208" v="2396" actId="22"/>
          <ac:spMkLst>
            <pc:docMk/>
            <pc:sldMk cId="2502996515" sldId="283"/>
            <ac:spMk id="3" creationId="{6095A230-8BA7-FE94-8792-D80B86DA43BE}"/>
          </ac:spMkLst>
        </pc:spChg>
        <pc:spChg chg="add mod">
          <ac:chgData name="GIULIA FILICICCHIA" userId="cb9b82e9-d681-4fbd-94e0-dca89213e694" providerId="ADAL" clId="{ECC296A0-5B09-42BE-8914-9A97CBE11E9B}" dt="2026-01-07T10:24:57.868" v="2585" actId="20577"/>
          <ac:spMkLst>
            <pc:docMk/>
            <pc:sldMk cId="2502996515" sldId="283"/>
            <ac:spMk id="9" creationId="{5877A804-9CB6-48A1-4F53-653E61DFFF3D}"/>
          </ac:spMkLst>
        </pc:spChg>
        <pc:spChg chg="add">
          <ac:chgData name="GIULIA FILICICCHIA" userId="cb9b82e9-d681-4fbd-94e0-dca89213e694" providerId="ADAL" clId="{ECC296A0-5B09-42BE-8914-9A97CBE11E9B}" dt="2026-01-07T10:24:06.712" v="2400" actId="26606"/>
          <ac:spMkLst>
            <pc:docMk/>
            <pc:sldMk cId="2502996515" sldId="283"/>
            <ac:spMk id="12" creationId="{2EB492CD-616E-47F8-933B-5E2D952A0593}"/>
          </ac:spMkLst>
        </pc:spChg>
        <pc:spChg chg="add">
          <ac:chgData name="GIULIA FILICICCHIA" userId="cb9b82e9-d681-4fbd-94e0-dca89213e694" providerId="ADAL" clId="{ECC296A0-5B09-42BE-8914-9A97CBE11E9B}" dt="2026-01-07T10:24:06.712" v="2400" actId="26606"/>
          <ac:spMkLst>
            <pc:docMk/>
            <pc:sldMk cId="2502996515" sldId="283"/>
            <ac:spMk id="14" creationId="{59383CF9-23B5-4335-9B21-1791C4CF1C75}"/>
          </ac:spMkLst>
        </pc:spChg>
        <pc:spChg chg="add">
          <ac:chgData name="GIULIA FILICICCHIA" userId="cb9b82e9-d681-4fbd-94e0-dca89213e694" providerId="ADAL" clId="{ECC296A0-5B09-42BE-8914-9A97CBE11E9B}" dt="2026-01-07T10:24:06.712" v="2400" actId="26606"/>
          <ac:spMkLst>
            <pc:docMk/>
            <pc:sldMk cId="2502996515" sldId="283"/>
            <ac:spMk id="16" creationId="{0007FE00-9498-4706-B255-6437B0252C02}"/>
          </ac:spMkLst>
        </pc:spChg>
        <pc:picChg chg="add mod ord">
          <ac:chgData name="GIULIA FILICICCHIA" userId="cb9b82e9-d681-4fbd-94e0-dca89213e694" providerId="ADAL" clId="{ECC296A0-5B09-42BE-8914-9A97CBE11E9B}" dt="2026-01-07T10:24:06.712" v="2400" actId="26606"/>
          <ac:picMkLst>
            <pc:docMk/>
            <pc:sldMk cId="2502996515" sldId="283"/>
            <ac:picMk id="5" creationId="{B90B5862-6A52-2FFF-E25C-23CBE848E79B}"/>
          </ac:picMkLst>
        </pc:picChg>
      </pc:sldChg>
    </pc:docChg>
  </pc:docChgLst>
  <pc:docChgLst>
    <pc:chgData name="GIUSTO BAIAMONTE" userId="S::giusto.baiamonte@you.unipa.it::32b71377-abd2-4a36-b39d-29c4c9220657" providerId="AD" clId="Web-{2A52C688-E0CF-BF74-C1A0-B96BEA26F18F}"/>
    <pc:docChg chg="modSld">
      <pc:chgData name="GIUSTO BAIAMONTE" userId="S::giusto.baiamonte@you.unipa.it::32b71377-abd2-4a36-b39d-29c4c9220657" providerId="AD" clId="Web-{2A52C688-E0CF-BF74-C1A0-B96BEA26F18F}" dt="2025-12-10T11:08:34.009" v="35" actId="20577"/>
      <pc:docMkLst>
        <pc:docMk/>
      </pc:docMkLst>
      <pc:sldChg chg="modSp">
        <pc:chgData name="GIUSTO BAIAMONTE" userId="S::giusto.baiamonte@you.unipa.it::32b71377-abd2-4a36-b39d-29c4c9220657" providerId="AD" clId="Web-{2A52C688-E0CF-BF74-C1A0-B96BEA26F18F}" dt="2025-12-10T11:07:12.429" v="22" actId="20577"/>
        <pc:sldMkLst>
          <pc:docMk/>
          <pc:sldMk cId="3777663531" sldId="266"/>
        </pc:sldMkLst>
        <pc:spChg chg="mod">
          <ac:chgData name="GIUSTO BAIAMONTE" userId="S::giusto.baiamonte@you.unipa.it::32b71377-abd2-4a36-b39d-29c4c9220657" providerId="AD" clId="Web-{2A52C688-E0CF-BF74-C1A0-B96BEA26F18F}" dt="2025-12-10T11:07:12.429" v="22" actId="20577"/>
          <ac:spMkLst>
            <pc:docMk/>
            <pc:sldMk cId="3777663531" sldId="266"/>
            <ac:spMk id="3" creationId="{3F0E8975-FF12-8495-2317-E2B869E9BC95}"/>
          </ac:spMkLst>
        </pc:spChg>
      </pc:sldChg>
      <pc:sldChg chg="modSp">
        <pc:chgData name="GIUSTO BAIAMONTE" userId="S::giusto.baiamonte@you.unipa.it::32b71377-abd2-4a36-b39d-29c4c9220657" providerId="AD" clId="Web-{2A52C688-E0CF-BF74-C1A0-B96BEA26F18F}" dt="2025-12-10T11:08:34.009" v="35" actId="20577"/>
        <pc:sldMkLst>
          <pc:docMk/>
          <pc:sldMk cId="1358167487" sldId="267"/>
        </pc:sldMkLst>
        <pc:spChg chg="mod">
          <ac:chgData name="GIUSTO BAIAMONTE" userId="S::giusto.baiamonte@you.unipa.it::32b71377-abd2-4a36-b39d-29c4c9220657" providerId="AD" clId="Web-{2A52C688-E0CF-BF74-C1A0-B96BEA26F18F}" dt="2025-12-10T11:08:34.009" v="35" actId="20577"/>
          <ac:spMkLst>
            <pc:docMk/>
            <pc:sldMk cId="1358167487" sldId="267"/>
            <ac:spMk id="5" creationId="{F795F97C-D43F-25C3-4F5E-6754BD37571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6D5EA1-92A0-4C04-85F7-02B0A140CCD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C77409D-2A45-4747-80F5-4F09D17D165A}">
      <dgm:prSet/>
      <dgm:spPr/>
      <dgm:t>
        <a:bodyPr/>
        <a:lstStyle/>
        <a:p>
          <a:r>
            <a:rPr lang="it-IT" noProof="0" dirty="0" err="1"/>
            <a:t>As</a:t>
          </a:r>
          <a:r>
            <a:rPr lang="it-IT" noProof="0" dirty="0"/>
            <a:t> a player, I </a:t>
          </a:r>
          <a:r>
            <a:rPr lang="it-IT" noProof="0" dirty="0" err="1"/>
            <a:t>want</a:t>
          </a:r>
          <a:r>
            <a:rPr lang="it-IT" noProof="0" dirty="0"/>
            <a:t> to </a:t>
          </a:r>
          <a:r>
            <a:rPr lang="it-IT" noProof="0" dirty="0" err="1"/>
            <a:t>launch</a:t>
          </a:r>
          <a:r>
            <a:rPr lang="it-IT" noProof="0" dirty="0"/>
            <a:t> the game and access the </a:t>
          </a:r>
          <a:r>
            <a:rPr lang="it-IT" noProof="0" dirty="0" err="1"/>
            <a:t>main</a:t>
          </a:r>
          <a:r>
            <a:rPr lang="it-IT" noProof="0" dirty="0"/>
            <a:t> menu, so </a:t>
          </a:r>
          <a:r>
            <a:rPr lang="it-IT" noProof="0" dirty="0" err="1"/>
            <a:t>that</a:t>
          </a:r>
          <a:r>
            <a:rPr lang="it-IT" noProof="0" dirty="0"/>
            <a:t> I can </a:t>
          </a:r>
          <a:r>
            <a:rPr lang="it-IT" noProof="0" dirty="0" err="1"/>
            <a:t>choose</a:t>
          </a:r>
          <a:r>
            <a:rPr lang="it-IT" noProof="0" dirty="0"/>
            <a:t> to start, continue, or </a:t>
          </a:r>
          <a:r>
            <a:rPr lang="it-IT" noProof="0" dirty="0" err="1"/>
            <a:t>configure</a:t>
          </a:r>
          <a:r>
            <a:rPr lang="it-IT" noProof="0" dirty="0"/>
            <a:t> </a:t>
          </a:r>
          <a:r>
            <a:rPr lang="it-IT" noProof="0" dirty="0" err="1"/>
            <a:t>my</a:t>
          </a:r>
          <a:r>
            <a:rPr lang="it-IT" noProof="0" dirty="0"/>
            <a:t> game.</a:t>
          </a:r>
        </a:p>
      </dgm:t>
    </dgm:pt>
    <dgm:pt modelId="{84874FA6-4B72-4F28-821B-1B0AEB01210F}" type="parTrans" cxnId="{D7C55F6B-D9DE-42DE-8647-4F200CAAAF11}">
      <dgm:prSet/>
      <dgm:spPr/>
      <dgm:t>
        <a:bodyPr/>
        <a:lstStyle/>
        <a:p>
          <a:endParaRPr lang="en-US"/>
        </a:p>
      </dgm:t>
    </dgm:pt>
    <dgm:pt modelId="{6F59D428-A053-4877-A579-3999D53F9383}" type="sibTrans" cxnId="{D7C55F6B-D9DE-42DE-8647-4F200CAAAF11}">
      <dgm:prSet/>
      <dgm:spPr/>
      <dgm:t>
        <a:bodyPr/>
        <a:lstStyle/>
        <a:p>
          <a:endParaRPr lang="en-US"/>
        </a:p>
      </dgm:t>
    </dgm:pt>
    <dgm:pt modelId="{1C5448A4-01BE-4DA0-8921-7DAB86F14B62}">
      <dgm:prSet/>
      <dgm:spPr/>
      <dgm:t>
        <a:bodyPr/>
        <a:lstStyle/>
        <a:p>
          <a:r>
            <a:rPr lang="it-IT" noProof="0" dirty="0" err="1"/>
            <a:t>Acceptance</a:t>
          </a:r>
          <a:r>
            <a:rPr lang="it-IT" noProof="0" dirty="0"/>
            <a:t> </a:t>
          </a:r>
          <a:r>
            <a:rPr lang="it-IT" noProof="0" dirty="0" err="1"/>
            <a:t>criteria</a:t>
          </a:r>
          <a:r>
            <a:rPr lang="it-IT" noProof="0" dirty="0"/>
            <a:t>: the game </a:t>
          </a:r>
          <a:r>
            <a:rPr lang="it-IT" noProof="0" dirty="0" err="1"/>
            <a:t>launches</a:t>
          </a:r>
          <a:r>
            <a:rPr lang="it-IT" noProof="0" dirty="0"/>
            <a:t> and the </a:t>
          </a:r>
          <a:r>
            <a:rPr lang="it-IT" noProof="0" dirty="0" err="1"/>
            <a:t>main</a:t>
          </a:r>
          <a:r>
            <a:rPr lang="it-IT" noProof="0" dirty="0"/>
            <a:t> menu </a:t>
          </a:r>
          <a:r>
            <a:rPr lang="it-IT" noProof="0" dirty="0" err="1"/>
            <a:t>is</a:t>
          </a:r>
          <a:r>
            <a:rPr lang="it-IT" noProof="0" dirty="0"/>
            <a:t> </a:t>
          </a:r>
          <a:r>
            <a:rPr lang="it-IT" noProof="0" dirty="0" err="1"/>
            <a:t>showed</a:t>
          </a:r>
          <a:r>
            <a:rPr lang="it-IT" noProof="0" dirty="0"/>
            <a:t>.</a:t>
          </a:r>
        </a:p>
      </dgm:t>
    </dgm:pt>
    <dgm:pt modelId="{ACB1A1F1-CB3D-4B92-B436-390BE660AEA9}" type="parTrans" cxnId="{836F3560-3CCF-4C70-A779-665C8AFD5D70}">
      <dgm:prSet/>
      <dgm:spPr/>
      <dgm:t>
        <a:bodyPr/>
        <a:lstStyle/>
        <a:p>
          <a:endParaRPr lang="en-US"/>
        </a:p>
      </dgm:t>
    </dgm:pt>
    <dgm:pt modelId="{969F6EAE-D01A-429E-ACE7-A207A8EA9503}" type="sibTrans" cxnId="{836F3560-3CCF-4C70-A779-665C8AFD5D70}">
      <dgm:prSet/>
      <dgm:spPr/>
      <dgm:t>
        <a:bodyPr/>
        <a:lstStyle/>
        <a:p>
          <a:endParaRPr lang="en-US"/>
        </a:p>
      </dgm:t>
    </dgm:pt>
    <dgm:pt modelId="{065D15A9-D6A6-4C6B-82EC-6B9572E12772}">
      <dgm:prSet/>
      <dgm:spPr/>
      <dgm:t>
        <a:bodyPr/>
        <a:lstStyle/>
        <a:p>
          <a:r>
            <a:rPr lang="it-IT" noProof="0" dirty="0"/>
            <a:t>Pattern: Singleton</a:t>
          </a:r>
        </a:p>
      </dgm:t>
    </dgm:pt>
    <dgm:pt modelId="{9A8DF52F-B4F4-4E4A-9A5F-06D323C91966}" type="parTrans" cxnId="{5DC5F5AD-1C4E-4565-8547-2F59A97FDBCB}">
      <dgm:prSet/>
      <dgm:spPr/>
      <dgm:t>
        <a:bodyPr/>
        <a:lstStyle/>
        <a:p>
          <a:endParaRPr lang="en-US"/>
        </a:p>
      </dgm:t>
    </dgm:pt>
    <dgm:pt modelId="{E64E4DC4-712F-430B-AFE3-A3AB2B15D6D8}" type="sibTrans" cxnId="{5DC5F5AD-1C4E-4565-8547-2F59A97FDBCB}">
      <dgm:prSet/>
      <dgm:spPr/>
      <dgm:t>
        <a:bodyPr/>
        <a:lstStyle/>
        <a:p>
          <a:endParaRPr lang="en-US"/>
        </a:p>
      </dgm:t>
    </dgm:pt>
    <dgm:pt modelId="{88657575-595B-481C-9CC8-6862E9E5FB86}" type="pres">
      <dgm:prSet presAssocID="{946D5EA1-92A0-4C04-85F7-02B0A140CCDA}" presName="root" presStyleCnt="0">
        <dgm:presLayoutVars>
          <dgm:dir/>
          <dgm:resizeHandles val="exact"/>
        </dgm:presLayoutVars>
      </dgm:prSet>
      <dgm:spPr/>
    </dgm:pt>
    <dgm:pt modelId="{4BA2CD32-1C44-4773-81A7-C0D4E61A5AB7}" type="pres">
      <dgm:prSet presAssocID="{9C77409D-2A45-4747-80F5-4F09D17D165A}" presName="compNode" presStyleCnt="0"/>
      <dgm:spPr/>
    </dgm:pt>
    <dgm:pt modelId="{6FDB1E62-1B90-4700-89FA-10C01D129410}" type="pres">
      <dgm:prSet presAssocID="{9C77409D-2A45-4747-80F5-4F09D17D165A}" presName="bgRect" presStyleLbl="bgShp" presStyleIdx="0" presStyleCnt="3"/>
      <dgm:spPr/>
    </dgm:pt>
    <dgm:pt modelId="{A6AC1CE1-F139-45AE-9F5D-FDEBBDE6CBBE}" type="pres">
      <dgm:prSet presAssocID="{9C77409D-2A45-4747-80F5-4F09D17D165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 di giochi"/>
        </a:ext>
      </dgm:extLst>
    </dgm:pt>
    <dgm:pt modelId="{DDDAE86C-A01C-4A66-9E51-49C9C02DECED}" type="pres">
      <dgm:prSet presAssocID="{9C77409D-2A45-4747-80F5-4F09D17D165A}" presName="spaceRect" presStyleCnt="0"/>
      <dgm:spPr/>
    </dgm:pt>
    <dgm:pt modelId="{99B845FB-01CC-4EB6-92E4-8480887060B0}" type="pres">
      <dgm:prSet presAssocID="{9C77409D-2A45-4747-80F5-4F09D17D165A}" presName="parTx" presStyleLbl="revTx" presStyleIdx="0" presStyleCnt="3">
        <dgm:presLayoutVars>
          <dgm:chMax val="0"/>
          <dgm:chPref val="0"/>
        </dgm:presLayoutVars>
      </dgm:prSet>
      <dgm:spPr/>
    </dgm:pt>
    <dgm:pt modelId="{F6CD65D6-94E3-4B7C-ADDB-6B1CC9B32BAF}" type="pres">
      <dgm:prSet presAssocID="{6F59D428-A053-4877-A579-3999D53F9383}" presName="sibTrans" presStyleCnt="0"/>
      <dgm:spPr/>
    </dgm:pt>
    <dgm:pt modelId="{63B75DB3-5E78-47C9-A211-A507B8AB567C}" type="pres">
      <dgm:prSet presAssocID="{1C5448A4-01BE-4DA0-8921-7DAB86F14B62}" presName="compNode" presStyleCnt="0"/>
      <dgm:spPr/>
    </dgm:pt>
    <dgm:pt modelId="{0C439C05-E3DA-4022-BC99-642E8E3EE121}" type="pres">
      <dgm:prSet presAssocID="{1C5448A4-01BE-4DA0-8921-7DAB86F14B62}" presName="bgRect" presStyleLbl="bgShp" presStyleIdx="1" presStyleCnt="3"/>
      <dgm:spPr/>
    </dgm:pt>
    <dgm:pt modelId="{E0B68A32-64BA-4C70-A040-1835F6AF5808}" type="pres">
      <dgm:prSet presAssocID="{1C5448A4-01BE-4DA0-8921-7DAB86F14B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do"/>
        </a:ext>
      </dgm:extLst>
    </dgm:pt>
    <dgm:pt modelId="{C628E848-6154-4057-BAE6-5FEC041E8992}" type="pres">
      <dgm:prSet presAssocID="{1C5448A4-01BE-4DA0-8921-7DAB86F14B62}" presName="spaceRect" presStyleCnt="0"/>
      <dgm:spPr/>
    </dgm:pt>
    <dgm:pt modelId="{65DD3097-3472-41AD-A195-4BC459963CDF}" type="pres">
      <dgm:prSet presAssocID="{1C5448A4-01BE-4DA0-8921-7DAB86F14B62}" presName="parTx" presStyleLbl="revTx" presStyleIdx="1" presStyleCnt="3">
        <dgm:presLayoutVars>
          <dgm:chMax val="0"/>
          <dgm:chPref val="0"/>
        </dgm:presLayoutVars>
      </dgm:prSet>
      <dgm:spPr/>
    </dgm:pt>
    <dgm:pt modelId="{0B4A8BDD-AFFD-43A1-BF7A-1227EB35EB97}" type="pres">
      <dgm:prSet presAssocID="{969F6EAE-D01A-429E-ACE7-A207A8EA9503}" presName="sibTrans" presStyleCnt="0"/>
      <dgm:spPr/>
    </dgm:pt>
    <dgm:pt modelId="{7CC717E7-44A6-4168-A3B6-BB0D56CC22DC}" type="pres">
      <dgm:prSet presAssocID="{065D15A9-D6A6-4C6B-82EC-6B9572E12772}" presName="compNode" presStyleCnt="0"/>
      <dgm:spPr/>
    </dgm:pt>
    <dgm:pt modelId="{1F1F13AC-1B21-4549-9290-145AE0D49428}" type="pres">
      <dgm:prSet presAssocID="{065D15A9-D6A6-4C6B-82EC-6B9572E12772}" presName="bgRect" presStyleLbl="bgShp" presStyleIdx="2" presStyleCnt="3"/>
      <dgm:spPr/>
    </dgm:pt>
    <dgm:pt modelId="{39CC5301-C3D4-4693-AF87-8D01706211DC}" type="pres">
      <dgm:prSet presAssocID="{065D15A9-D6A6-4C6B-82EC-6B9572E1277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ma di flusso"/>
        </a:ext>
      </dgm:extLst>
    </dgm:pt>
    <dgm:pt modelId="{FCC832A1-11EA-46F6-8D8D-C7E1DF2E62EB}" type="pres">
      <dgm:prSet presAssocID="{065D15A9-D6A6-4C6B-82EC-6B9572E12772}" presName="spaceRect" presStyleCnt="0"/>
      <dgm:spPr/>
    </dgm:pt>
    <dgm:pt modelId="{4B812115-F87A-435D-8B0E-36F24BA800BA}" type="pres">
      <dgm:prSet presAssocID="{065D15A9-D6A6-4C6B-82EC-6B9572E1277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15BD707-D914-4920-80D0-6E07A9423560}" type="presOf" srcId="{9C77409D-2A45-4747-80F5-4F09D17D165A}" destId="{99B845FB-01CC-4EB6-92E4-8480887060B0}" srcOrd="0" destOrd="0" presId="urn:microsoft.com/office/officeart/2018/2/layout/IconVerticalSolidList"/>
    <dgm:cxn modelId="{5D5AD11F-98AC-4C1B-B3CD-9EAE840812FA}" type="presOf" srcId="{946D5EA1-92A0-4C04-85F7-02B0A140CCDA}" destId="{88657575-595B-481C-9CC8-6862E9E5FB86}" srcOrd="0" destOrd="0" presId="urn:microsoft.com/office/officeart/2018/2/layout/IconVerticalSolidList"/>
    <dgm:cxn modelId="{1E5DC838-ADFF-41B1-9B27-22BF0AB57265}" type="presOf" srcId="{065D15A9-D6A6-4C6B-82EC-6B9572E12772}" destId="{4B812115-F87A-435D-8B0E-36F24BA800BA}" srcOrd="0" destOrd="0" presId="urn:microsoft.com/office/officeart/2018/2/layout/IconVerticalSolidList"/>
    <dgm:cxn modelId="{836F3560-3CCF-4C70-A779-665C8AFD5D70}" srcId="{946D5EA1-92A0-4C04-85F7-02B0A140CCDA}" destId="{1C5448A4-01BE-4DA0-8921-7DAB86F14B62}" srcOrd="1" destOrd="0" parTransId="{ACB1A1F1-CB3D-4B92-B436-390BE660AEA9}" sibTransId="{969F6EAE-D01A-429E-ACE7-A207A8EA9503}"/>
    <dgm:cxn modelId="{D7C55F6B-D9DE-42DE-8647-4F200CAAAF11}" srcId="{946D5EA1-92A0-4C04-85F7-02B0A140CCDA}" destId="{9C77409D-2A45-4747-80F5-4F09D17D165A}" srcOrd="0" destOrd="0" parTransId="{84874FA6-4B72-4F28-821B-1B0AEB01210F}" sibTransId="{6F59D428-A053-4877-A579-3999D53F9383}"/>
    <dgm:cxn modelId="{5DC5F5AD-1C4E-4565-8547-2F59A97FDBCB}" srcId="{946D5EA1-92A0-4C04-85F7-02B0A140CCDA}" destId="{065D15A9-D6A6-4C6B-82EC-6B9572E12772}" srcOrd="2" destOrd="0" parTransId="{9A8DF52F-B4F4-4E4A-9A5F-06D323C91966}" sibTransId="{E64E4DC4-712F-430B-AFE3-A3AB2B15D6D8}"/>
    <dgm:cxn modelId="{10AE43BD-BA60-4485-9149-6BE690A3A98C}" type="presOf" srcId="{1C5448A4-01BE-4DA0-8921-7DAB86F14B62}" destId="{65DD3097-3472-41AD-A195-4BC459963CDF}" srcOrd="0" destOrd="0" presId="urn:microsoft.com/office/officeart/2018/2/layout/IconVerticalSolidList"/>
    <dgm:cxn modelId="{3B83AFCF-82B2-48B8-A534-81950152DB4B}" type="presParOf" srcId="{88657575-595B-481C-9CC8-6862E9E5FB86}" destId="{4BA2CD32-1C44-4773-81A7-C0D4E61A5AB7}" srcOrd="0" destOrd="0" presId="urn:microsoft.com/office/officeart/2018/2/layout/IconVerticalSolidList"/>
    <dgm:cxn modelId="{4BA0D3D2-EB85-4F64-9126-B35F0E8AB721}" type="presParOf" srcId="{4BA2CD32-1C44-4773-81A7-C0D4E61A5AB7}" destId="{6FDB1E62-1B90-4700-89FA-10C01D129410}" srcOrd="0" destOrd="0" presId="urn:microsoft.com/office/officeart/2018/2/layout/IconVerticalSolidList"/>
    <dgm:cxn modelId="{FA45A2D8-7003-4C68-AF16-C0B9E01ED5C5}" type="presParOf" srcId="{4BA2CD32-1C44-4773-81A7-C0D4E61A5AB7}" destId="{A6AC1CE1-F139-45AE-9F5D-FDEBBDE6CBBE}" srcOrd="1" destOrd="0" presId="urn:microsoft.com/office/officeart/2018/2/layout/IconVerticalSolidList"/>
    <dgm:cxn modelId="{326042B0-B973-49CC-A917-6512BA9840EA}" type="presParOf" srcId="{4BA2CD32-1C44-4773-81A7-C0D4E61A5AB7}" destId="{DDDAE86C-A01C-4A66-9E51-49C9C02DECED}" srcOrd="2" destOrd="0" presId="urn:microsoft.com/office/officeart/2018/2/layout/IconVerticalSolidList"/>
    <dgm:cxn modelId="{7DF0276B-B6B2-4B10-9C5E-87449705FB17}" type="presParOf" srcId="{4BA2CD32-1C44-4773-81A7-C0D4E61A5AB7}" destId="{99B845FB-01CC-4EB6-92E4-8480887060B0}" srcOrd="3" destOrd="0" presId="urn:microsoft.com/office/officeart/2018/2/layout/IconVerticalSolidList"/>
    <dgm:cxn modelId="{870061DF-71AD-41B4-9FFF-635691245C53}" type="presParOf" srcId="{88657575-595B-481C-9CC8-6862E9E5FB86}" destId="{F6CD65D6-94E3-4B7C-ADDB-6B1CC9B32BAF}" srcOrd="1" destOrd="0" presId="urn:microsoft.com/office/officeart/2018/2/layout/IconVerticalSolidList"/>
    <dgm:cxn modelId="{96B977D3-5E39-4A49-A1BB-1F7553B1A1DF}" type="presParOf" srcId="{88657575-595B-481C-9CC8-6862E9E5FB86}" destId="{63B75DB3-5E78-47C9-A211-A507B8AB567C}" srcOrd="2" destOrd="0" presId="urn:microsoft.com/office/officeart/2018/2/layout/IconVerticalSolidList"/>
    <dgm:cxn modelId="{6198DD59-FF70-4B5E-9B4A-6CFCC1EBACE1}" type="presParOf" srcId="{63B75DB3-5E78-47C9-A211-A507B8AB567C}" destId="{0C439C05-E3DA-4022-BC99-642E8E3EE121}" srcOrd="0" destOrd="0" presId="urn:microsoft.com/office/officeart/2018/2/layout/IconVerticalSolidList"/>
    <dgm:cxn modelId="{EB123D3A-6618-4E73-BB25-192836A76396}" type="presParOf" srcId="{63B75DB3-5E78-47C9-A211-A507B8AB567C}" destId="{E0B68A32-64BA-4C70-A040-1835F6AF5808}" srcOrd="1" destOrd="0" presId="urn:microsoft.com/office/officeart/2018/2/layout/IconVerticalSolidList"/>
    <dgm:cxn modelId="{B247FB85-45D2-4742-8D87-156E80EDD098}" type="presParOf" srcId="{63B75DB3-5E78-47C9-A211-A507B8AB567C}" destId="{C628E848-6154-4057-BAE6-5FEC041E8992}" srcOrd="2" destOrd="0" presId="urn:microsoft.com/office/officeart/2018/2/layout/IconVerticalSolidList"/>
    <dgm:cxn modelId="{74474198-1A92-4E86-B07F-32C68A229709}" type="presParOf" srcId="{63B75DB3-5E78-47C9-A211-A507B8AB567C}" destId="{65DD3097-3472-41AD-A195-4BC459963CDF}" srcOrd="3" destOrd="0" presId="urn:microsoft.com/office/officeart/2018/2/layout/IconVerticalSolidList"/>
    <dgm:cxn modelId="{E3B85250-3719-4CA3-A949-D2363F7D8BE7}" type="presParOf" srcId="{88657575-595B-481C-9CC8-6862E9E5FB86}" destId="{0B4A8BDD-AFFD-43A1-BF7A-1227EB35EB97}" srcOrd="3" destOrd="0" presId="urn:microsoft.com/office/officeart/2018/2/layout/IconVerticalSolidList"/>
    <dgm:cxn modelId="{16304F74-B7D6-4D61-AD6F-DC1BB4832E77}" type="presParOf" srcId="{88657575-595B-481C-9CC8-6862E9E5FB86}" destId="{7CC717E7-44A6-4168-A3B6-BB0D56CC22DC}" srcOrd="4" destOrd="0" presId="urn:microsoft.com/office/officeart/2018/2/layout/IconVerticalSolidList"/>
    <dgm:cxn modelId="{B12F8891-F090-4917-BE69-C2B8D16A0401}" type="presParOf" srcId="{7CC717E7-44A6-4168-A3B6-BB0D56CC22DC}" destId="{1F1F13AC-1B21-4549-9290-145AE0D49428}" srcOrd="0" destOrd="0" presId="urn:microsoft.com/office/officeart/2018/2/layout/IconVerticalSolidList"/>
    <dgm:cxn modelId="{EE75F0EA-C8DD-48D2-80DB-03CFFFE4BA2F}" type="presParOf" srcId="{7CC717E7-44A6-4168-A3B6-BB0D56CC22DC}" destId="{39CC5301-C3D4-4693-AF87-8D01706211DC}" srcOrd="1" destOrd="0" presId="urn:microsoft.com/office/officeart/2018/2/layout/IconVerticalSolidList"/>
    <dgm:cxn modelId="{3D0820FB-F112-48A9-B3F5-A32F3FAD9EE8}" type="presParOf" srcId="{7CC717E7-44A6-4168-A3B6-BB0D56CC22DC}" destId="{FCC832A1-11EA-46F6-8D8D-C7E1DF2E62EB}" srcOrd="2" destOrd="0" presId="urn:microsoft.com/office/officeart/2018/2/layout/IconVerticalSolidList"/>
    <dgm:cxn modelId="{0F5F405F-3CA1-476F-A9EA-A3F5FC724061}" type="presParOf" srcId="{7CC717E7-44A6-4168-A3B6-BB0D56CC22DC}" destId="{4B812115-F87A-435D-8B0E-36F24BA800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90456B-5567-4451-89C5-28E54F75B21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21723C4-A1FE-4474-B0E2-4A710F2AFF9C}">
      <dgm:prSet/>
      <dgm:spPr/>
      <dgm:t>
        <a:bodyPr/>
        <a:lstStyle/>
        <a:p>
          <a:pPr>
            <a:defRPr cap="all"/>
          </a:pPr>
          <a:r>
            <a:rPr lang="it-IT" noProof="0" dirty="0" err="1"/>
            <a:t>As</a:t>
          </a:r>
          <a:r>
            <a:rPr lang="it-IT" noProof="0" dirty="0"/>
            <a:t> a player, I </a:t>
          </a:r>
          <a:r>
            <a:rPr lang="it-IT" noProof="0" dirty="0" err="1"/>
            <a:t>want</a:t>
          </a:r>
          <a:r>
            <a:rPr lang="it-IT" noProof="0" dirty="0"/>
            <a:t> to start a new game, so </a:t>
          </a:r>
          <a:r>
            <a:rPr lang="it-IT" noProof="0" dirty="0" err="1"/>
            <a:t>that</a:t>
          </a:r>
          <a:r>
            <a:rPr lang="it-IT" noProof="0" dirty="0"/>
            <a:t> I can play</a:t>
          </a:r>
        </a:p>
      </dgm:t>
    </dgm:pt>
    <dgm:pt modelId="{55C62C27-B8DF-40C1-A4D9-341FB8A1D546}" type="parTrans" cxnId="{2B06C0EA-5DAD-46FF-8DE4-19FD045D039C}">
      <dgm:prSet/>
      <dgm:spPr/>
      <dgm:t>
        <a:bodyPr/>
        <a:lstStyle/>
        <a:p>
          <a:endParaRPr lang="en-US"/>
        </a:p>
      </dgm:t>
    </dgm:pt>
    <dgm:pt modelId="{6280223A-C949-4DD1-AB7F-1EBA34D493B2}" type="sibTrans" cxnId="{2B06C0EA-5DAD-46FF-8DE4-19FD045D039C}">
      <dgm:prSet/>
      <dgm:spPr/>
      <dgm:t>
        <a:bodyPr/>
        <a:lstStyle/>
        <a:p>
          <a:endParaRPr lang="en-US"/>
        </a:p>
      </dgm:t>
    </dgm:pt>
    <dgm:pt modelId="{CCA945C6-112E-4B01-B960-AD52987CA83E}">
      <dgm:prSet/>
      <dgm:spPr/>
      <dgm:t>
        <a:bodyPr/>
        <a:lstStyle/>
        <a:p>
          <a:pPr>
            <a:defRPr cap="all"/>
          </a:pPr>
          <a:r>
            <a:rPr lang="it-IT" noProof="0" dirty="0" err="1"/>
            <a:t>acceptance</a:t>
          </a:r>
          <a:r>
            <a:rPr lang="it-IT" noProof="0" dirty="0"/>
            <a:t> </a:t>
          </a:r>
          <a:r>
            <a:rPr lang="it-IT" noProof="0" dirty="0" err="1"/>
            <a:t>criteria</a:t>
          </a:r>
          <a:r>
            <a:rPr lang="it-IT" noProof="0" dirty="0"/>
            <a:t>: the game starts from the </a:t>
          </a:r>
          <a:r>
            <a:rPr lang="it-IT" noProof="0" dirty="0" err="1"/>
            <a:t>beginning</a:t>
          </a:r>
          <a:endParaRPr lang="it-IT" noProof="0" dirty="0"/>
        </a:p>
      </dgm:t>
    </dgm:pt>
    <dgm:pt modelId="{1EEE39DF-20D4-4EE8-8CCE-61080555730A}" type="parTrans" cxnId="{36ACF0BA-E47E-4F9F-9F76-B257294C574F}">
      <dgm:prSet/>
      <dgm:spPr/>
      <dgm:t>
        <a:bodyPr/>
        <a:lstStyle/>
        <a:p>
          <a:endParaRPr lang="en-US"/>
        </a:p>
      </dgm:t>
    </dgm:pt>
    <dgm:pt modelId="{7E3CFBF9-A114-415B-8E67-D868B685A910}" type="sibTrans" cxnId="{36ACF0BA-E47E-4F9F-9F76-B257294C574F}">
      <dgm:prSet/>
      <dgm:spPr/>
      <dgm:t>
        <a:bodyPr/>
        <a:lstStyle/>
        <a:p>
          <a:endParaRPr lang="en-US"/>
        </a:p>
      </dgm:t>
    </dgm:pt>
    <dgm:pt modelId="{B78E3C81-7C14-4879-B50A-9BD8EA4C4D32}">
      <dgm:prSet/>
      <dgm:spPr/>
      <dgm:t>
        <a:bodyPr/>
        <a:lstStyle/>
        <a:p>
          <a:pPr>
            <a:defRPr cap="all"/>
          </a:pPr>
          <a:r>
            <a:rPr lang="it-IT" noProof="0" dirty="0"/>
            <a:t>Pattern: Factory</a:t>
          </a:r>
        </a:p>
      </dgm:t>
    </dgm:pt>
    <dgm:pt modelId="{434CE34D-AB4D-4EEA-ACC7-94F860C5B804}" type="parTrans" cxnId="{5FB9A59F-3BEF-4710-AED5-AD29028C683B}">
      <dgm:prSet/>
      <dgm:spPr/>
      <dgm:t>
        <a:bodyPr/>
        <a:lstStyle/>
        <a:p>
          <a:endParaRPr lang="en-US"/>
        </a:p>
      </dgm:t>
    </dgm:pt>
    <dgm:pt modelId="{2708C895-D059-4CBE-ADDC-8B6D71E54E82}" type="sibTrans" cxnId="{5FB9A59F-3BEF-4710-AED5-AD29028C683B}">
      <dgm:prSet/>
      <dgm:spPr/>
      <dgm:t>
        <a:bodyPr/>
        <a:lstStyle/>
        <a:p>
          <a:endParaRPr lang="en-US"/>
        </a:p>
      </dgm:t>
    </dgm:pt>
    <dgm:pt modelId="{DD771F0B-4186-46CE-98B5-1B03C499B17E}" type="pres">
      <dgm:prSet presAssocID="{B390456B-5567-4451-89C5-28E54F75B212}" presName="root" presStyleCnt="0">
        <dgm:presLayoutVars>
          <dgm:dir/>
          <dgm:resizeHandles val="exact"/>
        </dgm:presLayoutVars>
      </dgm:prSet>
      <dgm:spPr/>
    </dgm:pt>
    <dgm:pt modelId="{87A3769B-EAA4-42A8-BCD4-970472913D1F}" type="pres">
      <dgm:prSet presAssocID="{F21723C4-A1FE-4474-B0E2-4A710F2AFF9C}" presName="compNode" presStyleCnt="0"/>
      <dgm:spPr/>
    </dgm:pt>
    <dgm:pt modelId="{48CC5DE0-44F3-4E94-819A-748039762D47}" type="pres">
      <dgm:prSet presAssocID="{F21723C4-A1FE-4474-B0E2-4A710F2AFF9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3375A17-FA0A-4C0C-95A1-C8FCEA4F9B5C}" type="pres">
      <dgm:prSet presAssocID="{F21723C4-A1FE-4474-B0E2-4A710F2AFF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F5C871FC-64FF-4CCC-B40E-75B650981D00}" type="pres">
      <dgm:prSet presAssocID="{F21723C4-A1FE-4474-B0E2-4A710F2AFF9C}" presName="spaceRect" presStyleCnt="0"/>
      <dgm:spPr/>
    </dgm:pt>
    <dgm:pt modelId="{90273D12-DA4D-48EE-AA96-FC673DE14FCD}" type="pres">
      <dgm:prSet presAssocID="{F21723C4-A1FE-4474-B0E2-4A710F2AFF9C}" presName="textRect" presStyleLbl="revTx" presStyleIdx="0" presStyleCnt="3">
        <dgm:presLayoutVars>
          <dgm:chMax val="1"/>
          <dgm:chPref val="1"/>
        </dgm:presLayoutVars>
      </dgm:prSet>
      <dgm:spPr/>
    </dgm:pt>
    <dgm:pt modelId="{9D074873-AD6F-4AED-A659-042E368569DB}" type="pres">
      <dgm:prSet presAssocID="{6280223A-C949-4DD1-AB7F-1EBA34D493B2}" presName="sibTrans" presStyleCnt="0"/>
      <dgm:spPr/>
    </dgm:pt>
    <dgm:pt modelId="{8D663FA8-A62A-4EB2-B9D1-A0CD157B0D02}" type="pres">
      <dgm:prSet presAssocID="{CCA945C6-112E-4B01-B960-AD52987CA83E}" presName="compNode" presStyleCnt="0"/>
      <dgm:spPr/>
    </dgm:pt>
    <dgm:pt modelId="{498A7310-C499-4F51-8C8E-928F42E7A51C}" type="pres">
      <dgm:prSet presAssocID="{CCA945C6-112E-4B01-B960-AD52987CA83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127026A-7497-49FE-859F-B6CC4D1326A9}" type="pres">
      <dgm:prSet presAssocID="{CCA945C6-112E-4B01-B960-AD52987CA83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do"/>
        </a:ext>
      </dgm:extLst>
    </dgm:pt>
    <dgm:pt modelId="{C0A97888-902B-4CEF-9716-13B0A1FF39E6}" type="pres">
      <dgm:prSet presAssocID="{CCA945C6-112E-4B01-B960-AD52987CA83E}" presName="spaceRect" presStyleCnt="0"/>
      <dgm:spPr/>
    </dgm:pt>
    <dgm:pt modelId="{1CC9715B-2119-4D4F-A0DD-6A42F1EA64CA}" type="pres">
      <dgm:prSet presAssocID="{CCA945C6-112E-4B01-B960-AD52987CA83E}" presName="textRect" presStyleLbl="revTx" presStyleIdx="1" presStyleCnt="3">
        <dgm:presLayoutVars>
          <dgm:chMax val="1"/>
          <dgm:chPref val="1"/>
        </dgm:presLayoutVars>
      </dgm:prSet>
      <dgm:spPr/>
    </dgm:pt>
    <dgm:pt modelId="{449533C4-29D4-4608-BBBE-78DE488206EA}" type="pres">
      <dgm:prSet presAssocID="{7E3CFBF9-A114-415B-8E67-D868B685A910}" presName="sibTrans" presStyleCnt="0"/>
      <dgm:spPr/>
    </dgm:pt>
    <dgm:pt modelId="{607DE68E-DC60-44D9-945D-0D1101E1CC60}" type="pres">
      <dgm:prSet presAssocID="{B78E3C81-7C14-4879-B50A-9BD8EA4C4D32}" presName="compNode" presStyleCnt="0"/>
      <dgm:spPr/>
    </dgm:pt>
    <dgm:pt modelId="{AA94CC57-79D2-43F1-ACCE-203953CAC621}" type="pres">
      <dgm:prSet presAssocID="{B78E3C81-7C14-4879-B50A-9BD8EA4C4D32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5818566-68BC-40AF-A3F5-800E516E37DB}" type="pres">
      <dgm:prSet presAssocID="{B78E3C81-7C14-4879-B50A-9BD8EA4C4D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bbrica"/>
        </a:ext>
      </dgm:extLst>
    </dgm:pt>
    <dgm:pt modelId="{5306BF49-5648-4B14-8D64-7A0FDB8867CE}" type="pres">
      <dgm:prSet presAssocID="{B78E3C81-7C14-4879-B50A-9BD8EA4C4D32}" presName="spaceRect" presStyleCnt="0"/>
      <dgm:spPr/>
    </dgm:pt>
    <dgm:pt modelId="{3491299E-0389-4D77-8636-4B9131AA2F74}" type="pres">
      <dgm:prSet presAssocID="{B78E3C81-7C14-4879-B50A-9BD8EA4C4D3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405F71C-1D68-4F6C-9817-D82D23419F9C}" type="presOf" srcId="{F21723C4-A1FE-4474-B0E2-4A710F2AFF9C}" destId="{90273D12-DA4D-48EE-AA96-FC673DE14FCD}" srcOrd="0" destOrd="0" presId="urn:microsoft.com/office/officeart/2018/5/layout/IconLeafLabelList"/>
    <dgm:cxn modelId="{D3CE5122-E107-41EB-9EBE-E6C9110136E0}" type="presOf" srcId="{CCA945C6-112E-4B01-B960-AD52987CA83E}" destId="{1CC9715B-2119-4D4F-A0DD-6A42F1EA64CA}" srcOrd="0" destOrd="0" presId="urn:microsoft.com/office/officeart/2018/5/layout/IconLeafLabelList"/>
    <dgm:cxn modelId="{A364644D-37DB-416E-847C-190E229EA72E}" type="presOf" srcId="{B78E3C81-7C14-4879-B50A-9BD8EA4C4D32}" destId="{3491299E-0389-4D77-8636-4B9131AA2F74}" srcOrd="0" destOrd="0" presId="urn:microsoft.com/office/officeart/2018/5/layout/IconLeafLabelList"/>
    <dgm:cxn modelId="{7460F69A-0A32-46CB-98FC-77790B87B2B5}" type="presOf" srcId="{B390456B-5567-4451-89C5-28E54F75B212}" destId="{DD771F0B-4186-46CE-98B5-1B03C499B17E}" srcOrd="0" destOrd="0" presId="urn:microsoft.com/office/officeart/2018/5/layout/IconLeafLabelList"/>
    <dgm:cxn modelId="{5FB9A59F-3BEF-4710-AED5-AD29028C683B}" srcId="{B390456B-5567-4451-89C5-28E54F75B212}" destId="{B78E3C81-7C14-4879-B50A-9BD8EA4C4D32}" srcOrd="2" destOrd="0" parTransId="{434CE34D-AB4D-4EEA-ACC7-94F860C5B804}" sibTransId="{2708C895-D059-4CBE-ADDC-8B6D71E54E82}"/>
    <dgm:cxn modelId="{36ACF0BA-E47E-4F9F-9F76-B257294C574F}" srcId="{B390456B-5567-4451-89C5-28E54F75B212}" destId="{CCA945C6-112E-4B01-B960-AD52987CA83E}" srcOrd="1" destOrd="0" parTransId="{1EEE39DF-20D4-4EE8-8CCE-61080555730A}" sibTransId="{7E3CFBF9-A114-415B-8E67-D868B685A910}"/>
    <dgm:cxn modelId="{2B06C0EA-5DAD-46FF-8DE4-19FD045D039C}" srcId="{B390456B-5567-4451-89C5-28E54F75B212}" destId="{F21723C4-A1FE-4474-B0E2-4A710F2AFF9C}" srcOrd="0" destOrd="0" parTransId="{55C62C27-B8DF-40C1-A4D9-341FB8A1D546}" sibTransId="{6280223A-C949-4DD1-AB7F-1EBA34D493B2}"/>
    <dgm:cxn modelId="{8F1F287E-60C2-48F6-BB70-B2E46873456F}" type="presParOf" srcId="{DD771F0B-4186-46CE-98B5-1B03C499B17E}" destId="{87A3769B-EAA4-42A8-BCD4-970472913D1F}" srcOrd="0" destOrd="0" presId="urn:microsoft.com/office/officeart/2018/5/layout/IconLeafLabelList"/>
    <dgm:cxn modelId="{0A0990CC-F3C8-4F76-896E-345BA4301542}" type="presParOf" srcId="{87A3769B-EAA4-42A8-BCD4-970472913D1F}" destId="{48CC5DE0-44F3-4E94-819A-748039762D47}" srcOrd="0" destOrd="0" presId="urn:microsoft.com/office/officeart/2018/5/layout/IconLeafLabelList"/>
    <dgm:cxn modelId="{1F47D3BB-67D2-43B5-B56C-C18810F63427}" type="presParOf" srcId="{87A3769B-EAA4-42A8-BCD4-970472913D1F}" destId="{B3375A17-FA0A-4C0C-95A1-C8FCEA4F9B5C}" srcOrd="1" destOrd="0" presId="urn:microsoft.com/office/officeart/2018/5/layout/IconLeafLabelList"/>
    <dgm:cxn modelId="{7355DA07-2D2E-4883-B0B0-386D1EDE1C24}" type="presParOf" srcId="{87A3769B-EAA4-42A8-BCD4-970472913D1F}" destId="{F5C871FC-64FF-4CCC-B40E-75B650981D00}" srcOrd="2" destOrd="0" presId="urn:microsoft.com/office/officeart/2018/5/layout/IconLeafLabelList"/>
    <dgm:cxn modelId="{F7329E24-96D6-49B4-8E6F-913488037BEE}" type="presParOf" srcId="{87A3769B-EAA4-42A8-BCD4-970472913D1F}" destId="{90273D12-DA4D-48EE-AA96-FC673DE14FCD}" srcOrd="3" destOrd="0" presId="urn:microsoft.com/office/officeart/2018/5/layout/IconLeafLabelList"/>
    <dgm:cxn modelId="{D0F8BDC5-E945-4357-8565-C75BC94B2B1F}" type="presParOf" srcId="{DD771F0B-4186-46CE-98B5-1B03C499B17E}" destId="{9D074873-AD6F-4AED-A659-042E368569DB}" srcOrd="1" destOrd="0" presId="urn:microsoft.com/office/officeart/2018/5/layout/IconLeafLabelList"/>
    <dgm:cxn modelId="{6F445844-DD19-444D-B53F-13585A3C120E}" type="presParOf" srcId="{DD771F0B-4186-46CE-98B5-1B03C499B17E}" destId="{8D663FA8-A62A-4EB2-B9D1-A0CD157B0D02}" srcOrd="2" destOrd="0" presId="urn:microsoft.com/office/officeart/2018/5/layout/IconLeafLabelList"/>
    <dgm:cxn modelId="{9A6DC440-9C44-4A6F-989E-B218EA989209}" type="presParOf" srcId="{8D663FA8-A62A-4EB2-B9D1-A0CD157B0D02}" destId="{498A7310-C499-4F51-8C8E-928F42E7A51C}" srcOrd="0" destOrd="0" presId="urn:microsoft.com/office/officeart/2018/5/layout/IconLeafLabelList"/>
    <dgm:cxn modelId="{178566E4-9D25-42ED-982D-DDDA53A58FE2}" type="presParOf" srcId="{8D663FA8-A62A-4EB2-B9D1-A0CD157B0D02}" destId="{B127026A-7497-49FE-859F-B6CC4D1326A9}" srcOrd="1" destOrd="0" presId="urn:microsoft.com/office/officeart/2018/5/layout/IconLeafLabelList"/>
    <dgm:cxn modelId="{A543EA96-8FD8-4DDE-BCAF-0651C3FDF561}" type="presParOf" srcId="{8D663FA8-A62A-4EB2-B9D1-A0CD157B0D02}" destId="{C0A97888-902B-4CEF-9716-13B0A1FF39E6}" srcOrd="2" destOrd="0" presId="urn:microsoft.com/office/officeart/2018/5/layout/IconLeafLabelList"/>
    <dgm:cxn modelId="{D4988450-4D5D-4ACA-9A9D-C128BB8A19D7}" type="presParOf" srcId="{8D663FA8-A62A-4EB2-B9D1-A0CD157B0D02}" destId="{1CC9715B-2119-4D4F-A0DD-6A42F1EA64CA}" srcOrd="3" destOrd="0" presId="urn:microsoft.com/office/officeart/2018/5/layout/IconLeafLabelList"/>
    <dgm:cxn modelId="{AFDD0ACF-D6A5-4021-ABDD-C542B97A34CD}" type="presParOf" srcId="{DD771F0B-4186-46CE-98B5-1B03C499B17E}" destId="{449533C4-29D4-4608-BBBE-78DE488206EA}" srcOrd="3" destOrd="0" presId="urn:microsoft.com/office/officeart/2018/5/layout/IconLeafLabelList"/>
    <dgm:cxn modelId="{677B55C4-8439-4902-A267-36739C327615}" type="presParOf" srcId="{DD771F0B-4186-46CE-98B5-1B03C499B17E}" destId="{607DE68E-DC60-44D9-945D-0D1101E1CC60}" srcOrd="4" destOrd="0" presId="urn:microsoft.com/office/officeart/2018/5/layout/IconLeafLabelList"/>
    <dgm:cxn modelId="{FDB36CB3-2E93-47D4-99B1-077EBE3D02E8}" type="presParOf" srcId="{607DE68E-DC60-44D9-945D-0D1101E1CC60}" destId="{AA94CC57-79D2-43F1-ACCE-203953CAC621}" srcOrd="0" destOrd="0" presId="urn:microsoft.com/office/officeart/2018/5/layout/IconLeafLabelList"/>
    <dgm:cxn modelId="{6E0253D1-22F5-4C59-8F65-0FFE8C3971F2}" type="presParOf" srcId="{607DE68E-DC60-44D9-945D-0D1101E1CC60}" destId="{B5818566-68BC-40AF-A3F5-800E516E37DB}" srcOrd="1" destOrd="0" presId="urn:microsoft.com/office/officeart/2018/5/layout/IconLeafLabelList"/>
    <dgm:cxn modelId="{B3A37514-9A35-479E-BD7C-A05C794E6875}" type="presParOf" srcId="{607DE68E-DC60-44D9-945D-0D1101E1CC60}" destId="{5306BF49-5648-4B14-8D64-7A0FDB8867CE}" srcOrd="2" destOrd="0" presId="urn:microsoft.com/office/officeart/2018/5/layout/IconLeafLabelList"/>
    <dgm:cxn modelId="{44ED31D9-A590-4B6B-BB2E-DFB686EF985E}" type="presParOf" srcId="{607DE68E-DC60-44D9-945D-0D1101E1CC60}" destId="{3491299E-0389-4D77-8636-4B9131AA2F7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B54A43-37B4-46A6-951B-0C059D77D7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5531343-6193-4C20-9497-E12CC5675A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noProof="0" dirty="0" err="1"/>
            <a:t>As</a:t>
          </a:r>
          <a:r>
            <a:rPr lang="it-IT" noProof="0" dirty="0"/>
            <a:t> a player, I </a:t>
          </a:r>
          <a:r>
            <a:rPr lang="it-IT" noProof="0" dirty="0" err="1"/>
            <a:t>want</a:t>
          </a:r>
          <a:r>
            <a:rPr lang="it-IT" noProof="0" dirty="0"/>
            <a:t> to </a:t>
          </a:r>
          <a:r>
            <a:rPr lang="it-IT" noProof="0" dirty="0" err="1"/>
            <a:t>fight</a:t>
          </a:r>
          <a:r>
            <a:rPr lang="it-IT" noProof="0" dirty="0"/>
            <a:t> the </a:t>
          </a:r>
          <a:r>
            <a:rPr lang="it-IT" noProof="0" dirty="0" err="1"/>
            <a:t>enemies</a:t>
          </a:r>
          <a:r>
            <a:rPr lang="it-IT" noProof="0" dirty="0"/>
            <a:t> so </a:t>
          </a:r>
          <a:r>
            <a:rPr lang="it-IT" noProof="0" dirty="0" err="1"/>
            <a:t>that</a:t>
          </a:r>
          <a:r>
            <a:rPr lang="it-IT" noProof="0" dirty="0"/>
            <a:t> I can go on with the plot</a:t>
          </a:r>
        </a:p>
      </dgm:t>
    </dgm:pt>
    <dgm:pt modelId="{83B1B59D-2B65-4110-9434-AB6F4E389302}" type="parTrans" cxnId="{18707F8B-C668-41C7-871B-5BC01839C349}">
      <dgm:prSet/>
      <dgm:spPr/>
      <dgm:t>
        <a:bodyPr/>
        <a:lstStyle/>
        <a:p>
          <a:endParaRPr lang="en-US"/>
        </a:p>
      </dgm:t>
    </dgm:pt>
    <dgm:pt modelId="{CBE0380A-07A7-44FD-BC86-F89CD7219D41}" type="sibTrans" cxnId="{18707F8B-C668-41C7-871B-5BC01839C349}">
      <dgm:prSet/>
      <dgm:spPr/>
      <dgm:t>
        <a:bodyPr/>
        <a:lstStyle/>
        <a:p>
          <a:endParaRPr lang="en-US"/>
        </a:p>
      </dgm:t>
    </dgm:pt>
    <dgm:pt modelId="{1EDBD013-5DE6-40BC-911F-817D569F4CC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noProof="0" dirty="0" err="1"/>
            <a:t>acceptance</a:t>
          </a:r>
          <a:r>
            <a:rPr lang="it-IT" noProof="0" dirty="0"/>
            <a:t> </a:t>
          </a:r>
          <a:r>
            <a:rPr lang="it-IT" noProof="0" dirty="0" err="1"/>
            <a:t>criteria</a:t>
          </a:r>
          <a:r>
            <a:rPr lang="it-IT" noProof="0" dirty="0"/>
            <a:t>: the game </a:t>
          </a:r>
          <a:r>
            <a:rPr lang="it-IT" noProof="0" dirty="0" err="1"/>
            <a:t>allows</a:t>
          </a:r>
          <a:r>
            <a:rPr lang="it-IT" noProof="0" dirty="0"/>
            <a:t> the player to </a:t>
          </a:r>
          <a:r>
            <a:rPr lang="it-IT" noProof="0" dirty="0" err="1"/>
            <a:t>choose</a:t>
          </a:r>
          <a:r>
            <a:rPr lang="it-IT" noProof="0" dirty="0"/>
            <a:t> an </a:t>
          </a:r>
          <a:r>
            <a:rPr lang="it-IT" noProof="0" dirty="0" err="1"/>
            <a:t>attack</a:t>
          </a:r>
          <a:r>
            <a:rPr lang="it-IT" noProof="0" dirty="0"/>
            <a:t> or use an item</a:t>
          </a:r>
        </a:p>
      </dgm:t>
    </dgm:pt>
    <dgm:pt modelId="{CF252FF0-0884-4AB2-A24D-34490155591B}" type="parTrans" cxnId="{AF668873-BAC7-469A-82A8-7D0031167F12}">
      <dgm:prSet/>
      <dgm:spPr/>
      <dgm:t>
        <a:bodyPr/>
        <a:lstStyle/>
        <a:p>
          <a:endParaRPr lang="en-US"/>
        </a:p>
      </dgm:t>
    </dgm:pt>
    <dgm:pt modelId="{EA566D96-41C8-4B14-BBB1-23FADF192B7D}" type="sibTrans" cxnId="{AF668873-BAC7-469A-82A8-7D0031167F12}">
      <dgm:prSet/>
      <dgm:spPr/>
      <dgm:t>
        <a:bodyPr/>
        <a:lstStyle/>
        <a:p>
          <a:endParaRPr lang="en-US"/>
        </a:p>
      </dgm:t>
    </dgm:pt>
    <dgm:pt modelId="{2BF6A14B-F370-4851-8B76-07AEEA7BECF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noProof="0" dirty="0"/>
            <a:t>Pattern: </a:t>
          </a:r>
          <a:r>
            <a:rPr lang="it-IT" b="1" noProof="0" dirty="0"/>
            <a:t>Strategy + Observer</a:t>
          </a:r>
          <a:endParaRPr lang="it-IT" noProof="0" dirty="0"/>
        </a:p>
      </dgm:t>
    </dgm:pt>
    <dgm:pt modelId="{66C40DAC-C002-4EF3-944F-B16DE8DFB4F5}" type="parTrans" cxnId="{7BB6FA00-3CF3-4717-AD4C-060373733B00}">
      <dgm:prSet/>
      <dgm:spPr/>
      <dgm:t>
        <a:bodyPr/>
        <a:lstStyle/>
        <a:p>
          <a:endParaRPr lang="en-US"/>
        </a:p>
      </dgm:t>
    </dgm:pt>
    <dgm:pt modelId="{13111E74-58E8-41C5-ADA2-8A7D223BD0A9}" type="sibTrans" cxnId="{7BB6FA00-3CF3-4717-AD4C-060373733B00}">
      <dgm:prSet/>
      <dgm:spPr/>
      <dgm:t>
        <a:bodyPr/>
        <a:lstStyle/>
        <a:p>
          <a:endParaRPr lang="en-US"/>
        </a:p>
      </dgm:t>
    </dgm:pt>
    <dgm:pt modelId="{6065341E-FF18-4530-ABC1-7755867523C3}" type="pres">
      <dgm:prSet presAssocID="{14B54A43-37B4-46A6-951B-0C059D77D7C4}" presName="root" presStyleCnt="0">
        <dgm:presLayoutVars>
          <dgm:dir/>
          <dgm:resizeHandles val="exact"/>
        </dgm:presLayoutVars>
      </dgm:prSet>
      <dgm:spPr/>
    </dgm:pt>
    <dgm:pt modelId="{2273F9F2-891F-464F-8CE8-B8C31D5A6C85}" type="pres">
      <dgm:prSet presAssocID="{85531343-6193-4C20-9497-E12CC5675A3F}" presName="compNode" presStyleCnt="0"/>
      <dgm:spPr/>
    </dgm:pt>
    <dgm:pt modelId="{5F85631A-DA3E-445E-B38C-DDBB283F6060}" type="pres">
      <dgm:prSet presAssocID="{85531343-6193-4C20-9497-E12CC5675A3F}" presName="iconBgRect" presStyleLbl="bgShp" presStyleIdx="0" presStyleCnt="3"/>
      <dgm:spPr/>
    </dgm:pt>
    <dgm:pt modelId="{79BCD683-510A-4201-97CC-4A75303B2EB6}" type="pres">
      <dgm:prSet presAssocID="{85531343-6193-4C20-9497-E12CC5675A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one"/>
        </a:ext>
      </dgm:extLst>
    </dgm:pt>
    <dgm:pt modelId="{45308989-C148-429D-B219-0ED361AE60F8}" type="pres">
      <dgm:prSet presAssocID="{85531343-6193-4C20-9497-E12CC5675A3F}" presName="spaceRect" presStyleCnt="0"/>
      <dgm:spPr/>
    </dgm:pt>
    <dgm:pt modelId="{45D431CB-344E-4F35-B5B8-E0D9A3882219}" type="pres">
      <dgm:prSet presAssocID="{85531343-6193-4C20-9497-E12CC5675A3F}" presName="textRect" presStyleLbl="revTx" presStyleIdx="0" presStyleCnt="3">
        <dgm:presLayoutVars>
          <dgm:chMax val="1"/>
          <dgm:chPref val="1"/>
        </dgm:presLayoutVars>
      </dgm:prSet>
      <dgm:spPr/>
    </dgm:pt>
    <dgm:pt modelId="{3E55E57A-0F8D-4BD9-A617-B59E5297C21D}" type="pres">
      <dgm:prSet presAssocID="{CBE0380A-07A7-44FD-BC86-F89CD7219D41}" presName="sibTrans" presStyleCnt="0"/>
      <dgm:spPr/>
    </dgm:pt>
    <dgm:pt modelId="{8F26A107-21EF-4436-9E17-B8C55DD3C661}" type="pres">
      <dgm:prSet presAssocID="{1EDBD013-5DE6-40BC-911F-817D569F4CC3}" presName="compNode" presStyleCnt="0"/>
      <dgm:spPr/>
    </dgm:pt>
    <dgm:pt modelId="{0B14F369-5414-49FC-9AF0-392D381764B2}" type="pres">
      <dgm:prSet presAssocID="{1EDBD013-5DE6-40BC-911F-817D569F4CC3}" presName="iconBgRect" presStyleLbl="bgShp" presStyleIdx="1" presStyleCnt="3"/>
      <dgm:spPr/>
    </dgm:pt>
    <dgm:pt modelId="{70A5BD62-0BEA-48C6-AC6F-9982F9636446}" type="pres">
      <dgm:prSet presAssocID="{1EDBD013-5DE6-40BC-911F-817D569F4CC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FFCF1A44-A04B-496E-951E-D7CA8816BEFB}" type="pres">
      <dgm:prSet presAssocID="{1EDBD013-5DE6-40BC-911F-817D569F4CC3}" presName="spaceRect" presStyleCnt="0"/>
      <dgm:spPr/>
    </dgm:pt>
    <dgm:pt modelId="{39EFD421-35F3-41F8-A317-F047E8259D85}" type="pres">
      <dgm:prSet presAssocID="{1EDBD013-5DE6-40BC-911F-817D569F4CC3}" presName="textRect" presStyleLbl="revTx" presStyleIdx="1" presStyleCnt="3">
        <dgm:presLayoutVars>
          <dgm:chMax val="1"/>
          <dgm:chPref val="1"/>
        </dgm:presLayoutVars>
      </dgm:prSet>
      <dgm:spPr/>
    </dgm:pt>
    <dgm:pt modelId="{0F4A795B-1BB8-4B0F-BDFD-40E49A1B9479}" type="pres">
      <dgm:prSet presAssocID="{EA566D96-41C8-4B14-BBB1-23FADF192B7D}" presName="sibTrans" presStyleCnt="0"/>
      <dgm:spPr/>
    </dgm:pt>
    <dgm:pt modelId="{511F28FB-FA89-4D1D-A3EB-1CF45D44ECE4}" type="pres">
      <dgm:prSet presAssocID="{2BF6A14B-F370-4851-8B76-07AEEA7BECF4}" presName="compNode" presStyleCnt="0"/>
      <dgm:spPr/>
    </dgm:pt>
    <dgm:pt modelId="{8EC44CBD-47A4-4FB0-ADB7-D84E9B7FD5F0}" type="pres">
      <dgm:prSet presAssocID="{2BF6A14B-F370-4851-8B76-07AEEA7BECF4}" presName="iconBgRect" presStyleLbl="bgShp" presStyleIdx="2" presStyleCnt="3"/>
      <dgm:spPr/>
    </dgm:pt>
    <dgm:pt modelId="{C2265A3D-7DF8-4C53-A661-DB2075A65632}" type="pres">
      <dgm:prSet presAssocID="{2BF6A14B-F370-4851-8B76-07AEEA7BECF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F0326E9-00E2-4C35-B010-126BA2442F7C}" type="pres">
      <dgm:prSet presAssocID="{2BF6A14B-F370-4851-8B76-07AEEA7BECF4}" presName="spaceRect" presStyleCnt="0"/>
      <dgm:spPr/>
    </dgm:pt>
    <dgm:pt modelId="{9B1209AF-D467-4BFD-A501-051EA5A310AF}" type="pres">
      <dgm:prSet presAssocID="{2BF6A14B-F370-4851-8B76-07AEEA7BECF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BB6FA00-3CF3-4717-AD4C-060373733B00}" srcId="{14B54A43-37B4-46A6-951B-0C059D77D7C4}" destId="{2BF6A14B-F370-4851-8B76-07AEEA7BECF4}" srcOrd="2" destOrd="0" parTransId="{66C40DAC-C002-4EF3-944F-B16DE8DFB4F5}" sibTransId="{13111E74-58E8-41C5-ADA2-8A7D223BD0A9}"/>
    <dgm:cxn modelId="{97C7881A-67C2-4DD4-B092-26B23A93EDF3}" type="presOf" srcId="{85531343-6193-4C20-9497-E12CC5675A3F}" destId="{45D431CB-344E-4F35-B5B8-E0D9A3882219}" srcOrd="0" destOrd="0" presId="urn:microsoft.com/office/officeart/2018/5/layout/IconCircleLabelList"/>
    <dgm:cxn modelId="{AF668873-BAC7-469A-82A8-7D0031167F12}" srcId="{14B54A43-37B4-46A6-951B-0C059D77D7C4}" destId="{1EDBD013-5DE6-40BC-911F-817D569F4CC3}" srcOrd="1" destOrd="0" parTransId="{CF252FF0-0884-4AB2-A24D-34490155591B}" sibTransId="{EA566D96-41C8-4B14-BBB1-23FADF192B7D}"/>
    <dgm:cxn modelId="{18707F8B-C668-41C7-871B-5BC01839C349}" srcId="{14B54A43-37B4-46A6-951B-0C059D77D7C4}" destId="{85531343-6193-4C20-9497-E12CC5675A3F}" srcOrd="0" destOrd="0" parTransId="{83B1B59D-2B65-4110-9434-AB6F4E389302}" sibTransId="{CBE0380A-07A7-44FD-BC86-F89CD7219D41}"/>
    <dgm:cxn modelId="{78055797-09DC-4F17-8290-C185CB145B25}" type="presOf" srcId="{14B54A43-37B4-46A6-951B-0C059D77D7C4}" destId="{6065341E-FF18-4530-ABC1-7755867523C3}" srcOrd="0" destOrd="0" presId="urn:microsoft.com/office/officeart/2018/5/layout/IconCircleLabelList"/>
    <dgm:cxn modelId="{A1D976C3-E8D4-4A04-8491-E4E26277D9DF}" type="presOf" srcId="{1EDBD013-5DE6-40BC-911F-817D569F4CC3}" destId="{39EFD421-35F3-41F8-A317-F047E8259D85}" srcOrd="0" destOrd="0" presId="urn:microsoft.com/office/officeart/2018/5/layout/IconCircleLabelList"/>
    <dgm:cxn modelId="{F0F71FFB-C6E8-4C01-8EC5-0DB9B5CC482F}" type="presOf" srcId="{2BF6A14B-F370-4851-8B76-07AEEA7BECF4}" destId="{9B1209AF-D467-4BFD-A501-051EA5A310AF}" srcOrd="0" destOrd="0" presId="urn:microsoft.com/office/officeart/2018/5/layout/IconCircleLabelList"/>
    <dgm:cxn modelId="{FBD69A86-F7E4-4F15-B67C-65B1713EB332}" type="presParOf" srcId="{6065341E-FF18-4530-ABC1-7755867523C3}" destId="{2273F9F2-891F-464F-8CE8-B8C31D5A6C85}" srcOrd="0" destOrd="0" presId="urn:microsoft.com/office/officeart/2018/5/layout/IconCircleLabelList"/>
    <dgm:cxn modelId="{085BAF81-770C-45B2-92DB-3D40AA8F36F1}" type="presParOf" srcId="{2273F9F2-891F-464F-8CE8-B8C31D5A6C85}" destId="{5F85631A-DA3E-445E-B38C-DDBB283F6060}" srcOrd="0" destOrd="0" presId="urn:microsoft.com/office/officeart/2018/5/layout/IconCircleLabelList"/>
    <dgm:cxn modelId="{EDA30C5E-D819-477E-A4AF-9259D709FBDF}" type="presParOf" srcId="{2273F9F2-891F-464F-8CE8-B8C31D5A6C85}" destId="{79BCD683-510A-4201-97CC-4A75303B2EB6}" srcOrd="1" destOrd="0" presId="urn:microsoft.com/office/officeart/2018/5/layout/IconCircleLabelList"/>
    <dgm:cxn modelId="{D3ACAEB8-FD27-45C0-A582-836B58C5EE59}" type="presParOf" srcId="{2273F9F2-891F-464F-8CE8-B8C31D5A6C85}" destId="{45308989-C148-429D-B219-0ED361AE60F8}" srcOrd="2" destOrd="0" presId="urn:microsoft.com/office/officeart/2018/5/layout/IconCircleLabelList"/>
    <dgm:cxn modelId="{D2160DA6-3673-4E6E-A1F4-970BFEDBF685}" type="presParOf" srcId="{2273F9F2-891F-464F-8CE8-B8C31D5A6C85}" destId="{45D431CB-344E-4F35-B5B8-E0D9A3882219}" srcOrd="3" destOrd="0" presId="urn:microsoft.com/office/officeart/2018/5/layout/IconCircleLabelList"/>
    <dgm:cxn modelId="{C423FF16-738C-4422-92E5-F046AA1D3223}" type="presParOf" srcId="{6065341E-FF18-4530-ABC1-7755867523C3}" destId="{3E55E57A-0F8D-4BD9-A617-B59E5297C21D}" srcOrd="1" destOrd="0" presId="urn:microsoft.com/office/officeart/2018/5/layout/IconCircleLabelList"/>
    <dgm:cxn modelId="{EC7F8A24-0ACD-4E32-81DC-9752FE35AEB9}" type="presParOf" srcId="{6065341E-FF18-4530-ABC1-7755867523C3}" destId="{8F26A107-21EF-4436-9E17-B8C55DD3C661}" srcOrd="2" destOrd="0" presId="urn:microsoft.com/office/officeart/2018/5/layout/IconCircleLabelList"/>
    <dgm:cxn modelId="{5B00D751-7437-4D0F-91BB-E957A1B9711D}" type="presParOf" srcId="{8F26A107-21EF-4436-9E17-B8C55DD3C661}" destId="{0B14F369-5414-49FC-9AF0-392D381764B2}" srcOrd="0" destOrd="0" presId="urn:microsoft.com/office/officeart/2018/5/layout/IconCircleLabelList"/>
    <dgm:cxn modelId="{55A2D4EE-5194-41A8-840C-BA978035612F}" type="presParOf" srcId="{8F26A107-21EF-4436-9E17-B8C55DD3C661}" destId="{70A5BD62-0BEA-48C6-AC6F-9982F9636446}" srcOrd="1" destOrd="0" presId="urn:microsoft.com/office/officeart/2018/5/layout/IconCircleLabelList"/>
    <dgm:cxn modelId="{CC63F136-B4B8-4E17-83A6-6416B6350BE9}" type="presParOf" srcId="{8F26A107-21EF-4436-9E17-B8C55DD3C661}" destId="{FFCF1A44-A04B-496E-951E-D7CA8816BEFB}" srcOrd="2" destOrd="0" presId="urn:microsoft.com/office/officeart/2018/5/layout/IconCircleLabelList"/>
    <dgm:cxn modelId="{DC48720C-7D2C-4E6A-A068-C9DBDE06A8DE}" type="presParOf" srcId="{8F26A107-21EF-4436-9E17-B8C55DD3C661}" destId="{39EFD421-35F3-41F8-A317-F047E8259D85}" srcOrd="3" destOrd="0" presId="urn:microsoft.com/office/officeart/2018/5/layout/IconCircleLabelList"/>
    <dgm:cxn modelId="{EE4BE2B8-991E-4C84-A55A-71EA8384E21D}" type="presParOf" srcId="{6065341E-FF18-4530-ABC1-7755867523C3}" destId="{0F4A795B-1BB8-4B0F-BDFD-40E49A1B9479}" srcOrd="3" destOrd="0" presId="urn:microsoft.com/office/officeart/2018/5/layout/IconCircleLabelList"/>
    <dgm:cxn modelId="{8422B92A-1500-42BD-98B1-E7140D03D002}" type="presParOf" srcId="{6065341E-FF18-4530-ABC1-7755867523C3}" destId="{511F28FB-FA89-4D1D-A3EB-1CF45D44ECE4}" srcOrd="4" destOrd="0" presId="urn:microsoft.com/office/officeart/2018/5/layout/IconCircleLabelList"/>
    <dgm:cxn modelId="{16635E0D-6C7C-47E6-8C3B-3D92B6F3C99D}" type="presParOf" srcId="{511F28FB-FA89-4D1D-A3EB-1CF45D44ECE4}" destId="{8EC44CBD-47A4-4FB0-ADB7-D84E9B7FD5F0}" srcOrd="0" destOrd="0" presId="urn:microsoft.com/office/officeart/2018/5/layout/IconCircleLabelList"/>
    <dgm:cxn modelId="{A846E0F2-542C-45E2-8880-2E5D0371BC75}" type="presParOf" srcId="{511F28FB-FA89-4D1D-A3EB-1CF45D44ECE4}" destId="{C2265A3D-7DF8-4C53-A661-DB2075A65632}" srcOrd="1" destOrd="0" presId="urn:microsoft.com/office/officeart/2018/5/layout/IconCircleLabelList"/>
    <dgm:cxn modelId="{42E46AC5-F79F-4BDB-8D60-C11A79E947B0}" type="presParOf" srcId="{511F28FB-FA89-4D1D-A3EB-1CF45D44ECE4}" destId="{DF0326E9-00E2-4C35-B010-126BA2442F7C}" srcOrd="2" destOrd="0" presId="urn:microsoft.com/office/officeart/2018/5/layout/IconCircleLabelList"/>
    <dgm:cxn modelId="{A9BB1C06-0A5A-4E87-8241-50C5CC951F91}" type="presParOf" srcId="{511F28FB-FA89-4D1D-A3EB-1CF45D44ECE4}" destId="{9B1209AF-D467-4BFD-A501-051EA5A310A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141496C-6070-4B39-B1BA-CCC2914012F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75A9A0-974A-4C31-BD95-718EB9CE8633}">
      <dgm:prSet/>
      <dgm:spPr/>
      <dgm:t>
        <a:bodyPr/>
        <a:lstStyle/>
        <a:p>
          <a:r>
            <a:rPr lang="it-IT" noProof="0" dirty="0" err="1"/>
            <a:t>As</a:t>
          </a:r>
          <a:r>
            <a:rPr lang="it-IT" noProof="0" dirty="0"/>
            <a:t> a player, I </a:t>
          </a:r>
          <a:r>
            <a:rPr lang="it-IT" noProof="0" dirty="0" err="1"/>
            <a:t>want</a:t>
          </a:r>
          <a:r>
            <a:rPr lang="it-IT" noProof="0" dirty="0"/>
            <a:t> the system to </a:t>
          </a:r>
          <a:r>
            <a:rPr lang="it-IT" noProof="0" dirty="0" err="1"/>
            <a:t>calculate</a:t>
          </a:r>
          <a:r>
            <a:rPr lang="it-IT" noProof="0" dirty="0"/>
            <a:t> </a:t>
          </a:r>
          <a:r>
            <a:rPr lang="it-IT" noProof="0" dirty="0" err="1"/>
            <a:t>damage</a:t>
          </a:r>
          <a:r>
            <a:rPr lang="it-IT" noProof="0" dirty="0"/>
            <a:t>, </a:t>
          </a:r>
          <a:r>
            <a:rPr lang="it-IT" noProof="0" dirty="0" err="1"/>
            <a:t>effects</a:t>
          </a:r>
          <a:r>
            <a:rPr lang="it-IT" noProof="0" dirty="0"/>
            <a:t> and </a:t>
          </a:r>
          <a:r>
            <a:rPr lang="it-IT" noProof="0" dirty="0" err="1"/>
            <a:t>healing</a:t>
          </a:r>
          <a:r>
            <a:rPr lang="it-IT" noProof="0" dirty="0"/>
            <a:t> so </a:t>
          </a:r>
          <a:r>
            <a:rPr lang="it-IT" noProof="0" dirty="0" err="1"/>
            <a:t>that</a:t>
          </a:r>
          <a:r>
            <a:rPr lang="it-IT" noProof="0" dirty="0"/>
            <a:t> I can </a:t>
          </a:r>
          <a:r>
            <a:rPr lang="it-IT" noProof="0" dirty="0" err="1"/>
            <a:t>see</a:t>
          </a:r>
          <a:r>
            <a:rPr lang="it-IT" noProof="0" dirty="0"/>
            <a:t> the </a:t>
          </a:r>
          <a:r>
            <a:rPr lang="it-IT" noProof="0" dirty="0" err="1"/>
            <a:t>results</a:t>
          </a:r>
          <a:r>
            <a:rPr lang="it-IT" noProof="0" dirty="0"/>
            <a:t> of </a:t>
          </a:r>
          <a:r>
            <a:rPr lang="it-IT" noProof="0" dirty="0" err="1"/>
            <a:t>each</a:t>
          </a:r>
          <a:r>
            <a:rPr lang="it-IT" noProof="0" dirty="0"/>
            <a:t> turn.</a:t>
          </a:r>
        </a:p>
      </dgm:t>
    </dgm:pt>
    <dgm:pt modelId="{A30DF443-37AA-4D82-90E0-9DF5F3007E16}" type="parTrans" cxnId="{A896547F-B531-41AB-81C5-5C8568CF7E8A}">
      <dgm:prSet/>
      <dgm:spPr/>
      <dgm:t>
        <a:bodyPr/>
        <a:lstStyle/>
        <a:p>
          <a:endParaRPr lang="en-US"/>
        </a:p>
      </dgm:t>
    </dgm:pt>
    <dgm:pt modelId="{D474F973-54A7-4DFB-AD0F-5BD12ECCA418}" type="sibTrans" cxnId="{A896547F-B531-41AB-81C5-5C8568CF7E8A}">
      <dgm:prSet/>
      <dgm:spPr/>
      <dgm:t>
        <a:bodyPr/>
        <a:lstStyle/>
        <a:p>
          <a:endParaRPr lang="en-US"/>
        </a:p>
      </dgm:t>
    </dgm:pt>
    <dgm:pt modelId="{861AF182-76F5-41E6-9858-CADA63344D6B}">
      <dgm:prSet/>
      <dgm:spPr/>
      <dgm:t>
        <a:bodyPr/>
        <a:lstStyle/>
        <a:p>
          <a:r>
            <a:rPr lang="it-IT" noProof="0" dirty="0" err="1"/>
            <a:t>acceptance</a:t>
          </a:r>
          <a:r>
            <a:rPr lang="it-IT" noProof="0" dirty="0"/>
            <a:t> </a:t>
          </a:r>
          <a:r>
            <a:rPr lang="it-IT" noProof="0" dirty="0" err="1"/>
            <a:t>criteria</a:t>
          </a:r>
          <a:r>
            <a:rPr lang="it-IT" noProof="0" dirty="0"/>
            <a:t>: the game </a:t>
          </a:r>
          <a:r>
            <a:rPr lang="it-IT" noProof="0" dirty="0" err="1"/>
            <a:t>calculates</a:t>
          </a:r>
          <a:r>
            <a:rPr lang="it-IT" noProof="0" dirty="0"/>
            <a:t> </a:t>
          </a:r>
          <a:r>
            <a:rPr lang="it-IT" noProof="0" dirty="0" err="1"/>
            <a:t>correctly</a:t>
          </a:r>
          <a:r>
            <a:rPr lang="it-IT" noProof="0" dirty="0"/>
            <a:t> the new </a:t>
          </a:r>
          <a:r>
            <a:rPr lang="it-IT" noProof="0" dirty="0" err="1"/>
            <a:t>combat</a:t>
          </a:r>
          <a:r>
            <a:rPr lang="it-IT" noProof="0" dirty="0"/>
            <a:t> state and the game </a:t>
          </a:r>
          <a:r>
            <a:rPr lang="it-IT" noProof="0" dirty="0" err="1"/>
            <a:t>properly</a:t>
          </a:r>
          <a:r>
            <a:rPr lang="it-IT" noProof="0" dirty="0"/>
            <a:t> shows the new </a:t>
          </a:r>
          <a:r>
            <a:rPr lang="it-IT" noProof="0" dirty="0" err="1"/>
            <a:t>combat</a:t>
          </a:r>
          <a:r>
            <a:rPr lang="it-IT" noProof="0" dirty="0"/>
            <a:t> state.</a:t>
          </a:r>
        </a:p>
      </dgm:t>
    </dgm:pt>
    <dgm:pt modelId="{02DDF6C7-4947-4882-BC95-723AE54C19A5}" type="parTrans" cxnId="{84F42311-8B10-4168-8F7C-F722DDE267B6}">
      <dgm:prSet/>
      <dgm:spPr/>
      <dgm:t>
        <a:bodyPr/>
        <a:lstStyle/>
        <a:p>
          <a:endParaRPr lang="en-US"/>
        </a:p>
      </dgm:t>
    </dgm:pt>
    <dgm:pt modelId="{2A1BCF91-0FCE-41FB-B7DC-F32D35B6AC13}" type="sibTrans" cxnId="{84F42311-8B10-4168-8F7C-F722DDE267B6}">
      <dgm:prSet/>
      <dgm:spPr/>
      <dgm:t>
        <a:bodyPr/>
        <a:lstStyle/>
        <a:p>
          <a:endParaRPr lang="en-US"/>
        </a:p>
      </dgm:t>
    </dgm:pt>
    <dgm:pt modelId="{04C5CFC9-B786-413B-85F4-B0FFE3CBBFF8}">
      <dgm:prSet/>
      <dgm:spPr/>
      <dgm:t>
        <a:bodyPr/>
        <a:lstStyle/>
        <a:p>
          <a:r>
            <a:rPr lang="it-IT" noProof="0" dirty="0"/>
            <a:t>Pattern usati: Strategy + Observer</a:t>
          </a:r>
        </a:p>
      </dgm:t>
    </dgm:pt>
    <dgm:pt modelId="{48B22093-FA1A-4141-A147-4320BA2A98A9}" type="parTrans" cxnId="{F675894A-F67F-4832-A2A5-0913CABC0D60}">
      <dgm:prSet/>
      <dgm:spPr/>
      <dgm:t>
        <a:bodyPr/>
        <a:lstStyle/>
        <a:p>
          <a:endParaRPr lang="en-US"/>
        </a:p>
      </dgm:t>
    </dgm:pt>
    <dgm:pt modelId="{ACC293A6-6D0C-443E-A418-356F348CEF4E}" type="sibTrans" cxnId="{F675894A-F67F-4832-A2A5-0913CABC0D60}">
      <dgm:prSet/>
      <dgm:spPr/>
      <dgm:t>
        <a:bodyPr/>
        <a:lstStyle/>
        <a:p>
          <a:endParaRPr lang="en-US"/>
        </a:p>
      </dgm:t>
    </dgm:pt>
    <dgm:pt modelId="{47437ED0-910B-438B-BAC2-AF76386BA279}" type="pres">
      <dgm:prSet presAssocID="{C141496C-6070-4B39-B1BA-CCC2914012FD}" presName="root" presStyleCnt="0">
        <dgm:presLayoutVars>
          <dgm:dir/>
          <dgm:resizeHandles val="exact"/>
        </dgm:presLayoutVars>
      </dgm:prSet>
      <dgm:spPr/>
    </dgm:pt>
    <dgm:pt modelId="{5FA481EE-C2CA-41A6-A7BF-B0938234527C}" type="pres">
      <dgm:prSet presAssocID="{BA75A9A0-974A-4C31-BD95-718EB9CE8633}" presName="compNode" presStyleCnt="0"/>
      <dgm:spPr/>
    </dgm:pt>
    <dgm:pt modelId="{C7081AF7-A197-41A7-B19C-436F0D878782}" type="pres">
      <dgm:prSet presAssocID="{BA75A9A0-974A-4C31-BD95-718EB9CE8633}" presName="bgRect" presStyleLbl="bgShp" presStyleIdx="0" presStyleCnt="3"/>
      <dgm:spPr/>
    </dgm:pt>
    <dgm:pt modelId="{284568B2-C461-40B2-9EA7-C0F2FAFA5D5E}" type="pres">
      <dgm:prSet presAssocID="{BA75A9A0-974A-4C31-BD95-718EB9CE863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A34E99B0-62E4-41EB-B094-F5AD339A1873}" type="pres">
      <dgm:prSet presAssocID="{BA75A9A0-974A-4C31-BD95-718EB9CE8633}" presName="spaceRect" presStyleCnt="0"/>
      <dgm:spPr/>
    </dgm:pt>
    <dgm:pt modelId="{17149514-D71D-4926-B777-F1967F3188FD}" type="pres">
      <dgm:prSet presAssocID="{BA75A9A0-974A-4C31-BD95-718EB9CE8633}" presName="parTx" presStyleLbl="revTx" presStyleIdx="0" presStyleCnt="3">
        <dgm:presLayoutVars>
          <dgm:chMax val="0"/>
          <dgm:chPref val="0"/>
        </dgm:presLayoutVars>
      </dgm:prSet>
      <dgm:spPr/>
    </dgm:pt>
    <dgm:pt modelId="{7EC19184-6AF0-46B1-88C6-1ACD368B44A2}" type="pres">
      <dgm:prSet presAssocID="{D474F973-54A7-4DFB-AD0F-5BD12ECCA418}" presName="sibTrans" presStyleCnt="0"/>
      <dgm:spPr/>
    </dgm:pt>
    <dgm:pt modelId="{913F3BF0-D927-4850-B972-B818DAB72659}" type="pres">
      <dgm:prSet presAssocID="{861AF182-76F5-41E6-9858-CADA63344D6B}" presName="compNode" presStyleCnt="0"/>
      <dgm:spPr/>
    </dgm:pt>
    <dgm:pt modelId="{CE2F0C63-82EE-4C0D-8EF5-DE3C704A19E7}" type="pres">
      <dgm:prSet presAssocID="{861AF182-76F5-41E6-9858-CADA63344D6B}" presName="bgRect" presStyleLbl="bgShp" presStyleIdx="1" presStyleCnt="3"/>
      <dgm:spPr/>
    </dgm:pt>
    <dgm:pt modelId="{90CF5238-7E8B-4038-9ACF-C3CFBCA66B21}" type="pres">
      <dgm:prSet presAssocID="{861AF182-76F5-41E6-9858-CADA63344D6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9CA4F184-76A6-4A4C-8C5A-5C4FC9EA6A78}" type="pres">
      <dgm:prSet presAssocID="{861AF182-76F5-41E6-9858-CADA63344D6B}" presName="spaceRect" presStyleCnt="0"/>
      <dgm:spPr/>
    </dgm:pt>
    <dgm:pt modelId="{3D79A2C3-9C32-4CBB-8FC1-3D1BE7FE750F}" type="pres">
      <dgm:prSet presAssocID="{861AF182-76F5-41E6-9858-CADA63344D6B}" presName="parTx" presStyleLbl="revTx" presStyleIdx="1" presStyleCnt="3">
        <dgm:presLayoutVars>
          <dgm:chMax val="0"/>
          <dgm:chPref val="0"/>
        </dgm:presLayoutVars>
      </dgm:prSet>
      <dgm:spPr/>
    </dgm:pt>
    <dgm:pt modelId="{A64A1C6C-2281-49A3-B104-B5D9AB0E7374}" type="pres">
      <dgm:prSet presAssocID="{2A1BCF91-0FCE-41FB-B7DC-F32D35B6AC13}" presName="sibTrans" presStyleCnt="0"/>
      <dgm:spPr/>
    </dgm:pt>
    <dgm:pt modelId="{632160B2-27B7-4D2C-AD4D-8F8147A09AB4}" type="pres">
      <dgm:prSet presAssocID="{04C5CFC9-B786-413B-85F4-B0FFE3CBBFF8}" presName="compNode" presStyleCnt="0"/>
      <dgm:spPr/>
    </dgm:pt>
    <dgm:pt modelId="{67FD8F6C-A64C-4C0E-8E97-1895CE3E8C3E}" type="pres">
      <dgm:prSet presAssocID="{04C5CFC9-B786-413B-85F4-B0FFE3CBBFF8}" presName="bgRect" presStyleLbl="bgShp" presStyleIdx="2" presStyleCnt="3"/>
      <dgm:spPr/>
    </dgm:pt>
    <dgm:pt modelId="{18E24EC2-2B34-477E-BE00-3A882924C755}" type="pres">
      <dgm:prSet presAssocID="{04C5CFC9-B786-413B-85F4-B0FFE3CBBF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la"/>
        </a:ext>
      </dgm:extLst>
    </dgm:pt>
    <dgm:pt modelId="{B1B20DD0-973F-4BE7-9C75-B90399A50DD0}" type="pres">
      <dgm:prSet presAssocID="{04C5CFC9-B786-413B-85F4-B0FFE3CBBFF8}" presName="spaceRect" presStyleCnt="0"/>
      <dgm:spPr/>
    </dgm:pt>
    <dgm:pt modelId="{8A5B3CEA-E3CF-4F86-B4DF-B3280E1D36C4}" type="pres">
      <dgm:prSet presAssocID="{04C5CFC9-B786-413B-85F4-B0FFE3CBBFF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4F42311-8B10-4168-8F7C-F722DDE267B6}" srcId="{C141496C-6070-4B39-B1BA-CCC2914012FD}" destId="{861AF182-76F5-41E6-9858-CADA63344D6B}" srcOrd="1" destOrd="0" parTransId="{02DDF6C7-4947-4882-BC95-723AE54C19A5}" sibTransId="{2A1BCF91-0FCE-41FB-B7DC-F32D35B6AC13}"/>
    <dgm:cxn modelId="{B1061525-8961-4E18-ABA1-D064DD4DE0A6}" type="presOf" srcId="{BA75A9A0-974A-4C31-BD95-718EB9CE8633}" destId="{17149514-D71D-4926-B777-F1967F3188FD}" srcOrd="0" destOrd="0" presId="urn:microsoft.com/office/officeart/2018/2/layout/IconVerticalSolidList"/>
    <dgm:cxn modelId="{F675894A-F67F-4832-A2A5-0913CABC0D60}" srcId="{C141496C-6070-4B39-B1BA-CCC2914012FD}" destId="{04C5CFC9-B786-413B-85F4-B0FFE3CBBFF8}" srcOrd="2" destOrd="0" parTransId="{48B22093-FA1A-4141-A147-4320BA2A98A9}" sibTransId="{ACC293A6-6D0C-443E-A418-356F348CEF4E}"/>
    <dgm:cxn modelId="{4294A16C-2B76-4268-8DB1-89C816458566}" type="presOf" srcId="{861AF182-76F5-41E6-9858-CADA63344D6B}" destId="{3D79A2C3-9C32-4CBB-8FC1-3D1BE7FE750F}" srcOrd="0" destOrd="0" presId="urn:microsoft.com/office/officeart/2018/2/layout/IconVerticalSolidList"/>
    <dgm:cxn modelId="{0F314D72-C53C-47C6-A8DB-609FDB0F0FD2}" type="presOf" srcId="{04C5CFC9-B786-413B-85F4-B0FFE3CBBFF8}" destId="{8A5B3CEA-E3CF-4F86-B4DF-B3280E1D36C4}" srcOrd="0" destOrd="0" presId="urn:microsoft.com/office/officeart/2018/2/layout/IconVerticalSolidList"/>
    <dgm:cxn modelId="{A896547F-B531-41AB-81C5-5C8568CF7E8A}" srcId="{C141496C-6070-4B39-B1BA-CCC2914012FD}" destId="{BA75A9A0-974A-4C31-BD95-718EB9CE8633}" srcOrd="0" destOrd="0" parTransId="{A30DF443-37AA-4D82-90E0-9DF5F3007E16}" sibTransId="{D474F973-54A7-4DFB-AD0F-5BD12ECCA418}"/>
    <dgm:cxn modelId="{6CEED9FE-1371-48F5-8B31-A18136B21146}" type="presOf" srcId="{C141496C-6070-4B39-B1BA-CCC2914012FD}" destId="{47437ED0-910B-438B-BAC2-AF76386BA279}" srcOrd="0" destOrd="0" presId="urn:microsoft.com/office/officeart/2018/2/layout/IconVerticalSolidList"/>
    <dgm:cxn modelId="{9940B3B3-BED2-433B-AD10-253B271F1032}" type="presParOf" srcId="{47437ED0-910B-438B-BAC2-AF76386BA279}" destId="{5FA481EE-C2CA-41A6-A7BF-B0938234527C}" srcOrd="0" destOrd="0" presId="urn:microsoft.com/office/officeart/2018/2/layout/IconVerticalSolidList"/>
    <dgm:cxn modelId="{89437571-6016-4207-BFCE-79825EFFD594}" type="presParOf" srcId="{5FA481EE-C2CA-41A6-A7BF-B0938234527C}" destId="{C7081AF7-A197-41A7-B19C-436F0D878782}" srcOrd="0" destOrd="0" presId="urn:microsoft.com/office/officeart/2018/2/layout/IconVerticalSolidList"/>
    <dgm:cxn modelId="{A7BE9402-5276-4755-9094-326493BFB472}" type="presParOf" srcId="{5FA481EE-C2CA-41A6-A7BF-B0938234527C}" destId="{284568B2-C461-40B2-9EA7-C0F2FAFA5D5E}" srcOrd="1" destOrd="0" presId="urn:microsoft.com/office/officeart/2018/2/layout/IconVerticalSolidList"/>
    <dgm:cxn modelId="{0CD32575-CD1A-47BE-A60F-F8938650CAA9}" type="presParOf" srcId="{5FA481EE-C2CA-41A6-A7BF-B0938234527C}" destId="{A34E99B0-62E4-41EB-B094-F5AD339A1873}" srcOrd="2" destOrd="0" presId="urn:microsoft.com/office/officeart/2018/2/layout/IconVerticalSolidList"/>
    <dgm:cxn modelId="{AAF31CBF-3C49-4BC2-8460-31230B4A7935}" type="presParOf" srcId="{5FA481EE-C2CA-41A6-A7BF-B0938234527C}" destId="{17149514-D71D-4926-B777-F1967F3188FD}" srcOrd="3" destOrd="0" presId="urn:microsoft.com/office/officeart/2018/2/layout/IconVerticalSolidList"/>
    <dgm:cxn modelId="{FB2E8623-5E5E-4A9A-975D-FB9FFFB89C40}" type="presParOf" srcId="{47437ED0-910B-438B-BAC2-AF76386BA279}" destId="{7EC19184-6AF0-46B1-88C6-1ACD368B44A2}" srcOrd="1" destOrd="0" presId="urn:microsoft.com/office/officeart/2018/2/layout/IconVerticalSolidList"/>
    <dgm:cxn modelId="{A6EC39D5-4EAF-41D4-BA32-02EF14B71D4E}" type="presParOf" srcId="{47437ED0-910B-438B-BAC2-AF76386BA279}" destId="{913F3BF0-D927-4850-B972-B818DAB72659}" srcOrd="2" destOrd="0" presId="urn:microsoft.com/office/officeart/2018/2/layout/IconVerticalSolidList"/>
    <dgm:cxn modelId="{A107F79A-21E5-4AEB-B5EA-1427420D9982}" type="presParOf" srcId="{913F3BF0-D927-4850-B972-B818DAB72659}" destId="{CE2F0C63-82EE-4C0D-8EF5-DE3C704A19E7}" srcOrd="0" destOrd="0" presId="urn:microsoft.com/office/officeart/2018/2/layout/IconVerticalSolidList"/>
    <dgm:cxn modelId="{6141AA57-7ED7-426C-ABCA-06FDCD85C799}" type="presParOf" srcId="{913F3BF0-D927-4850-B972-B818DAB72659}" destId="{90CF5238-7E8B-4038-9ACF-C3CFBCA66B21}" srcOrd="1" destOrd="0" presId="urn:microsoft.com/office/officeart/2018/2/layout/IconVerticalSolidList"/>
    <dgm:cxn modelId="{3CEC8B03-CF8F-4037-8DCB-0A9A4441F7E2}" type="presParOf" srcId="{913F3BF0-D927-4850-B972-B818DAB72659}" destId="{9CA4F184-76A6-4A4C-8C5A-5C4FC9EA6A78}" srcOrd="2" destOrd="0" presId="urn:microsoft.com/office/officeart/2018/2/layout/IconVerticalSolidList"/>
    <dgm:cxn modelId="{32485AC0-0F32-41CC-9418-A10D50E47FE2}" type="presParOf" srcId="{913F3BF0-D927-4850-B972-B818DAB72659}" destId="{3D79A2C3-9C32-4CBB-8FC1-3D1BE7FE750F}" srcOrd="3" destOrd="0" presId="urn:microsoft.com/office/officeart/2018/2/layout/IconVerticalSolidList"/>
    <dgm:cxn modelId="{F5AF9E1A-428C-4596-B0A5-FA426D8A55D3}" type="presParOf" srcId="{47437ED0-910B-438B-BAC2-AF76386BA279}" destId="{A64A1C6C-2281-49A3-B104-B5D9AB0E7374}" srcOrd="3" destOrd="0" presId="urn:microsoft.com/office/officeart/2018/2/layout/IconVerticalSolidList"/>
    <dgm:cxn modelId="{E8FCBF01-ABEC-4086-B6D9-FD1D53AF2A19}" type="presParOf" srcId="{47437ED0-910B-438B-BAC2-AF76386BA279}" destId="{632160B2-27B7-4D2C-AD4D-8F8147A09AB4}" srcOrd="4" destOrd="0" presId="urn:microsoft.com/office/officeart/2018/2/layout/IconVerticalSolidList"/>
    <dgm:cxn modelId="{3CF2D168-77AB-44E7-9081-E739C3DBD46B}" type="presParOf" srcId="{632160B2-27B7-4D2C-AD4D-8F8147A09AB4}" destId="{67FD8F6C-A64C-4C0E-8E97-1895CE3E8C3E}" srcOrd="0" destOrd="0" presId="urn:microsoft.com/office/officeart/2018/2/layout/IconVerticalSolidList"/>
    <dgm:cxn modelId="{D0D9019F-EA65-433A-B871-F815B6923A1B}" type="presParOf" srcId="{632160B2-27B7-4D2C-AD4D-8F8147A09AB4}" destId="{18E24EC2-2B34-477E-BE00-3A882924C755}" srcOrd="1" destOrd="0" presId="urn:microsoft.com/office/officeart/2018/2/layout/IconVerticalSolidList"/>
    <dgm:cxn modelId="{C91BD52E-6EB4-4C6E-B912-2ECCAA155E57}" type="presParOf" srcId="{632160B2-27B7-4D2C-AD4D-8F8147A09AB4}" destId="{B1B20DD0-973F-4BE7-9C75-B90399A50DD0}" srcOrd="2" destOrd="0" presId="urn:microsoft.com/office/officeart/2018/2/layout/IconVerticalSolidList"/>
    <dgm:cxn modelId="{9A2DBA13-DB14-4192-9690-45CE27A5A709}" type="presParOf" srcId="{632160B2-27B7-4D2C-AD4D-8F8147A09AB4}" destId="{8A5B3CEA-E3CF-4F86-B4DF-B3280E1D36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BFF63F-7C84-4505-A021-EE3B28DAFE1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F761DA-D7FA-4DAB-A02B-303ABEA4E993}">
      <dgm:prSet/>
      <dgm:spPr/>
      <dgm:t>
        <a:bodyPr/>
        <a:lstStyle/>
        <a:p>
          <a:pPr>
            <a:defRPr cap="all"/>
          </a:pPr>
          <a:r>
            <a:rPr lang="it-IT" noProof="0" dirty="0" err="1"/>
            <a:t>As</a:t>
          </a:r>
          <a:r>
            <a:rPr lang="it-IT" noProof="0" dirty="0"/>
            <a:t> a player, I </a:t>
          </a:r>
          <a:r>
            <a:rPr lang="it-IT" noProof="0" dirty="0" err="1"/>
            <a:t>want</a:t>
          </a:r>
          <a:r>
            <a:rPr lang="it-IT" noProof="0" dirty="0"/>
            <a:t> </a:t>
          </a:r>
          <a:r>
            <a:rPr lang="it-IT" noProof="0" dirty="0" err="1"/>
            <a:t>battles</a:t>
          </a:r>
          <a:r>
            <a:rPr lang="it-IT" noProof="0" dirty="0"/>
            <a:t> to </a:t>
          </a:r>
          <a:r>
            <a:rPr lang="it-IT" noProof="0" dirty="0" err="1"/>
            <a:t>proceed</a:t>
          </a:r>
          <a:r>
            <a:rPr lang="it-IT" noProof="0" dirty="0"/>
            <a:t> in </a:t>
          </a:r>
          <a:r>
            <a:rPr lang="it-IT" noProof="0" dirty="0" err="1"/>
            <a:t>alternating</a:t>
          </a:r>
          <a:r>
            <a:rPr lang="it-IT" noProof="0" dirty="0"/>
            <a:t> turns </a:t>
          </a:r>
          <a:r>
            <a:rPr lang="it-IT" noProof="0" dirty="0" err="1"/>
            <a:t>until</a:t>
          </a:r>
          <a:r>
            <a:rPr lang="it-IT" noProof="0" dirty="0"/>
            <a:t> one side </a:t>
          </a:r>
          <a:r>
            <a:rPr lang="it-IT" noProof="0" dirty="0" err="1"/>
            <a:t>is</a:t>
          </a:r>
          <a:r>
            <a:rPr lang="it-IT" noProof="0" dirty="0"/>
            <a:t> </a:t>
          </a:r>
          <a:r>
            <a:rPr lang="it-IT" noProof="0" dirty="0" err="1"/>
            <a:t>defeated</a:t>
          </a:r>
          <a:r>
            <a:rPr lang="it-IT" noProof="0" dirty="0"/>
            <a:t> so </a:t>
          </a:r>
          <a:r>
            <a:rPr lang="it-IT" noProof="0" dirty="0" err="1"/>
            <a:t>that</a:t>
          </a:r>
          <a:r>
            <a:rPr lang="it-IT" noProof="0" dirty="0"/>
            <a:t> the </a:t>
          </a:r>
          <a:r>
            <a:rPr lang="it-IT" noProof="0" dirty="0" err="1"/>
            <a:t>fight</a:t>
          </a:r>
          <a:r>
            <a:rPr lang="it-IT" noProof="0" dirty="0"/>
            <a:t> </a:t>
          </a:r>
          <a:r>
            <a:rPr lang="it-IT" noProof="0" dirty="0" err="1"/>
            <a:t>resolves</a:t>
          </a:r>
          <a:r>
            <a:rPr lang="it-IT" noProof="0" dirty="0"/>
            <a:t> </a:t>
          </a:r>
          <a:r>
            <a:rPr lang="it-IT" noProof="0" dirty="0" err="1"/>
            <a:t>fairly</a:t>
          </a:r>
          <a:r>
            <a:rPr lang="it-IT" noProof="0" dirty="0"/>
            <a:t>.</a:t>
          </a:r>
        </a:p>
      </dgm:t>
    </dgm:pt>
    <dgm:pt modelId="{6CE26B85-45F0-481C-8797-81A58325CE54}" type="parTrans" cxnId="{501EED65-0BCB-48CC-803F-DAB81A13B95F}">
      <dgm:prSet/>
      <dgm:spPr/>
      <dgm:t>
        <a:bodyPr/>
        <a:lstStyle/>
        <a:p>
          <a:endParaRPr lang="en-US"/>
        </a:p>
      </dgm:t>
    </dgm:pt>
    <dgm:pt modelId="{87AF4ED9-619F-4B6E-B3BA-5F395E82425F}" type="sibTrans" cxnId="{501EED65-0BCB-48CC-803F-DAB81A13B95F}">
      <dgm:prSet/>
      <dgm:spPr/>
      <dgm:t>
        <a:bodyPr/>
        <a:lstStyle/>
        <a:p>
          <a:endParaRPr lang="en-US"/>
        </a:p>
      </dgm:t>
    </dgm:pt>
    <dgm:pt modelId="{18EDF589-D623-4A72-91F5-6B0990C1761F}">
      <dgm:prSet/>
      <dgm:spPr/>
      <dgm:t>
        <a:bodyPr/>
        <a:lstStyle/>
        <a:p>
          <a:pPr>
            <a:defRPr cap="all"/>
          </a:pPr>
          <a:r>
            <a:rPr lang="it-IT" b="1" noProof="0" dirty="0" err="1"/>
            <a:t>acceptance</a:t>
          </a:r>
          <a:r>
            <a:rPr lang="it-IT" b="1" noProof="0" dirty="0"/>
            <a:t> </a:t>
          </a:r>
          <a:r>
            <a:rPr lang="it-IT" b="1" noProof="0" dirty="0" err="1"/>
            <a:t>criteria</a:t>
          </a:r>
          <a:r>
            <a:rPr lang="it-IT" noProof="0" dirty="0"/>
            <a:t>: turns alternate </a:t>
          </a:r>
          <a:r>
            <a:rPr lang="it-IT" noProof="0" dirty="0" err="1"/>
            <a:t>between</a:t>
          </a:r>
          <a:r>
            <a:rPr lang="it-IT" noProof="0" dirty="0"/>
            <a:t> player and </a:t>
          </a:r>
          <a:r>
            <a:rPr lang="it-IT" noProof="0" dirty="0" err="1"/>
            <a:t>enemy</a:t>
          </a:r>
          <a:r>
            <a:rPr lang="it-IT" noProof="0" dirty="0"/>
            <a:t> and </a:t>
          </a:r>
          <a:r>
            <a:rPr lang="it-IT" noProof="0" dirty="0" err="1"/>
            <a:t>rewards</a:t>
          </a:r>
          <a:r>
            <a:rPr lang="it-IT" noProof="0" dirty="0"/>
            <a:t> (XP, items) are </a:t>
          </a:r>
          <a:r>
            <a:rPr lang="it-IT" noProof="0" dirty="0" err="1"/>
            <a:t>assigned</a:t>
          </a:r>
          <a:r>
            <a:rPr lang="it-IT" noProof="0" dirty="0"/>
            <a:t> after </a:t>
          </a:r>
          <a:r>
            <a:rPr lang="it-IT" noProof="0" dirty="0" err="1"/>
            <a:t>victory</a:t>
          </a:r>
          <a:r>
            <a:rPr lang="it-IT" noProof="0" dirty="0"/>
            <a:t>.</a:t>
          </a:r>
        </a:p>
      </dgm:t>
    </dgm:pt>
    <dgm:pt modelId="{581C4259-2449-4D83-BFF9-8A0085FE4DC7}" type="parTrans" cxnId="{4ED85095-F6A0-4E52-8C6E-49773C0D9DAC}">
      <dgm:prSet/>
      <dgm:spPr/>
      <dgm:t>
        <a:bodyPr/>
        <a:lstStyle/>
        <a:p>
          <a:endParaRPr lang="en-US"/>
        </a:p>
      </dgm:t>
    </dgm:pt>
    <dgm:pt modelId="{715F5281-5C72-415E-8334-16E43BB5CB69}" type="sibTrans" cxnId="{4ED85095-F6A0-4E52-8C6E-49773C0D9DAC}">
      <dgm:prSet/>
      <dgm:spPr/>
      <dgm:t>
        <a:bodyPr/>
        <a:lstStyle/>
        <a:p>
          <a:endParaRPr lang="en-US"/>
        </a:p>
      </dgm:t>
    </dgm:pt>
    <dgm:pt modelId="{AFD65DAA-4C10-4284-B7C8-C2AF6C1EA407}">
      <dgm:prSet/>
      <dgm:spPr/>
      <dgm:t>
        <a:bodyPr/>
        <a:lstStyle/>
        <a:p>
          <a:pPr>
            <a:defRPr cap="all"/>
          </a:pPr>
          <a:r>
            <a:rPr lang="it-IT" noProof="0" dirty="0"/>
            <a:t>Pattern usati: </a:t>
          </a:r>
          <a:r>
            <a:rPr lang="it-IT" b="1" noProof="0" dirty="0"/>
            <a:t>Strategy + Iterator</a:t>
          </a:r>
          <a:endParaRPr lang="it-IT" noProof="0" dirty="0"/>
        </a:p>
      </dgm:t>
    </dgm:pt>
    <dgm:pt modelId="{F575EC41-5476-423C-BB56-569B07BAD25B}" type="parTrans" cxnId="{72F71E15-00B5-48A3-ACE6-A59B899BD4DF}">
      <dgm:prSet/>
      <dgm:spPr/>
      <dgm:t>
        <a:bodyPr/>
        <a:lstStyle/>
        <a:p>
          <a:endParaRPr lang="en-US"/>
        </a:p>
      </dgm:t>
    </dgm:pt>
    <dgm:pt modelId="{E0FE6F64-0A79-4092-83AD-B3EAA1DCE116}" type="sibTrans" cxnId="{72F71E15-00B5-48A3-ACE6-A59B899BD4DF}">
      <dgm:prSet/>
      <dgm:spPr/>
      <dgm:t>
        <a:bodyPr/>
        <a:lstStyle/>
        <a:p>
          <a:endParaRPr lang="en-US"/>
        </a:p>
      </dgm:t>
    </dgm:pt>
    <dgm:pt modelId="{00043120-665A-4C73-88C9-D90EA087CD51}" type="pres">
      <dgm:prSet presAssocID="{ADBFF63F-7C84-4505-A021-EE3B28DAFE1D}" presName="root" presStyleCnt="0">
        <dgm:presLayoutVars>
          <dgm:dir/>
          <dgm:resizeHandles val="exact"/>
        </dgm:presLayoutVars>
      </dgm:prSet>
      <dgm:spPr/>
    </dgm:pt>
    <dgm:pt modelId="{401919E9-1657-418F-BE16-D4872DA694D7}" type="pres">
      <dgm:prSet presAssocID="{FFF761DA-D7FA-4DAB-A02B-303ABEA4E993}" presName="compNode" presStyleCnt="0"/>
      <dgm:spPr/>
    </dgm:pt>
    <dgm:pt modelId="{356E476B-9AC3-46EC-B987-EFA0994028D9}" type="pres">
      <dgm:prSet presAssocID="{FFF761DA-D7FA-4DAB-A02B-303ABEA4E993}" presName="iconBgRect" presStyleLbl="bgShp" presStyleIdx="0" presStyleCnt="3"/>
      <dgm:spPr/>
    </dgm:pt>
    <dgm:pt modelId="{85B16EA9-1E62-4A54-96D1-CB16CCEA359A}" type="pres">
      <dgm:prSet presAssocID="{FFF761DA-D7FA-4DAB-A02B-303ABEA4E9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ADD262D8-83FE-4F2D-8D7A-C08DFEB6601D}" type="pres">
      <dgm:prSet presAssocID="{FFF761DA-D7FA-4DAB-A02B-303ABEA4E993}" presName="spaceRect" presStyleCnt="0"/>
      <dgm:spPr/>
    </dgm:pt>
    <dgm:pt modelId="{26AC2F51-398E-436E-AEB4-5C72E0700AF9}" type="pres">
      <dgm:prSet presAssocID="{FFF761DA-D7FA-4DAB-A02B-303ABEA4E993}" presName="textRect" presStyleLbl="revTx" presStyleIdx="0" presStyleCnt="3">
        <dgm:presLayoutVars>
          <dgm:chMax val="1"/>
          <dgm:chPref val="1"/>
        </dgm:presLayoutVars>
      </dgm:prSet>
      <dgm:spPr/>
    </dgm:pt>
    <dgm:pt modelId="{02B6E251-369D-4601-95A5-876858EAA42D}" type="pres">
      <dgm:prSet presAssocID="{87AF4ED9-619F-4B6E-B3BA-5F395E82425F}" presName="sibTrans" presStyleCnt="0"/>
      <dgm:spPr/>
    </dgm:pt>
    <dgm:pt modelId="{8A022261-897A-434D-8856-21EAE11711E6}" type="pres">
      <dgm:prSet presAssocID="{18EDF589-D623-4A72-91F5-6B0990C1761F}" presName="compNode" presStyleCnt="0"/>
      <dgm:spPr/>
    </dgm:pt>
    <dgm:pt modelId="{B551DDE2-36F6-4E52-A995-5C2E2B3AF5A1}" type="pres">
      <dgm:prSet presAssocID="{18EDF589-D623-4A72-91F5-6B0990C1761F}" presName="iconBgRect" presStyleLbl="bgShp" presStyleIdx="1" presStyleCnt="3"/>
      <dgm:spPr/>
    </dgm:pt>
    <dgm:pt modelId="{1567FC72-C6CF-477E-82FB-9B3E2650AF9B}" type="pres">
      <dgm:prSet presAssocID="{18EDF589-D623-4A72-91F5-6B0990C17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E0132E2F-3119-4D50-AAFC-E11E4B641DB6}" type="pres">
      <dgm:prSet presAssocID="{18EDF589-D623-4A72-91F5-6B0990C1761F}" presName="spaceRect" presStyleCnt="0"/>
      <dgm:spPr/>
    </dgm:pt>
    <dgm:pt modelId="{A6775DB0-C2D6-4E79-8BCC-C8414B2A544C}" type="pres">
      <dgm:prSet presAssocID="{18EDF589-D623-4A72-91F5-6B0990C1761F}" presName="textRect" presStyleLbl="revTx" presStyleIdx="1" presStyleCnt="3">
        <dgm:presLayoutVars>
          <dgm:chMax val="1"/>
          <dgm:chPref val="1"/>
        </dgm:presLayoutVars>
      </dgm:prSet>
      <dgm:spPr/>
    </dgm:pt>
    <dgm:pt modelId="{DA3CCE07-364D-4A63-8E29-4D71E96F0F5B}" type="pres">
      <dgm:prSet presAssocID="{715F5281-5C72-415E-8334-16E43BB5CB69}" presName="sibTrans" presStyleCnt="0"/>
      <dgm:spPr/>
    </dgm:pt>
    <dgm:pt modelId="{7DFA4E4A-E9C1-423B-9176-2711BF55C5BD}" type="pres">
      <dgm:prSet presAssocID="{AFD65DAA-4C10-4284-B7C8-C2AF6C1EA407}" presName="compNode" presStyleCnt="0"/>
      <dgm:spPr/>
    </dgm:pt>
    <dgm:pt modelId="{88D1FFE0-7DA1-4FB1-AD09-865603B879B2}" type="pres">
      <dgm:prSet presAssocID="{AFD65DAA-4C10-4284-B7C8-C2AF6C1EA407}" presName="iconBgRect" presStyleLbl="bgShp" presStyleIdx="2" presStyleCnt="3"/>
      <dgm:spPr/>
    </dgm:pt>
    <dgm:pt modelId="{5C3FD701-3B18-48BD-AD3E-5486877E2E86}" type="pres">
      <dgm:prSet presAssocID="{AFD65DAA-4C10-4284-B7C8-C2AF6C1EA4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13F3A759-99CC-4456-BF2E-C818B11E9C6E}" type="pres">
      <dgm:prSet presAssocID="{AFD65DAA-4C10-4284-B7C8-C2AF6C1EA407}" presName="spaceRect" presStyleCnt="0"/>
      <dgm:spPr/>
    </dgm:pt>
    <dgm:pt modelId="{4A1964A0-7A7F-42EA-A6FA-9449DA636E48}" type="pres">
      <dgm:prSet presAssocID="{AFD65DAA-4C10-4284-B7C8-C2AF6C1EA4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F71E15-00B5-48A3-ACE6-A59B899BD4DF}" srcId="{ADBFF63F-7C84-4505-A021-EE3B28DAFE1D}" destId="{AFD65DAA-4C10-4284-B7C8-C2AF6C1EA407}" srcOrd="2" destOrd="0" parTransId="{F575EC41-5476-423C-BB56-569B07BAD25B}" sibTransId="{E0FE6F64-0A79-4092-83AD-B3EAA1DCE116}"/>
    <dgm:cxn modelId="{B74E812C-EE00-4E3D-B068-8DCBCF75F1E4}" type="presOf" srcId="{AFD65DAA-4C10-4284-B7C8-C2AF6C1EA407}" destId="{4A1964A0-7A7F-42EA-A6FA-9449DA636E48}" srcOrd="0" destOrd="0" presId="urn:microsoft.com/office/officeart/2018/5/layout/IconCircleLabelList"/>
    <dgm:cxn modelId="{9B88665D-EEA1-4B3B-95F1-F4E103DFCBCA}" type="presOf" srcId="{ADBFF63F-7C84-4505-A021-EE3B28DAFE1D}" destId="{00043120-665A-4C73-88C9-D90EA087CD51}" srcOrd="0" destOrd="0" presId="urn:microsoft.com/office/officeart/2018/5/layout/IconCircleLabelList"/>
    <dgm:cxn modelId="{501EED65-0BCB-48CC-803F-DAB81A13B95F}" srcId="{ADBFF63F-7C84-4505-A021-EE3B28DAFE1D}" destId="{FFF761DA-D7FA-4DAB-A02B-303ABEA4E993}" srcOrd="0" destOrd="0" parTransId="{6CE26B85-45F0-481C-8797-81A58325CE54}" sibTransId="{87AF4ED9-619F-4B6E-B3BA-5F395E82425F}"/>
    <dgm:cxn modelId="{4AAAF780-FF27-4065-9435-2EF688987D36}" type="presOf" srcId="{18EDF589-D623-4A72-91F5-6B0990C1761F}" destId="{A6775DB0-C2D6-4E79-8BCC-C8414B2A544C}" srcOrd="0" destOrd="0" presId="urn:microsoft.com/office/officeart/2018/5/layout/IconCircleLabelList"/>
    <dgm:cxn modelId="{4ED85095-F6A0-4E52-8C6E-49773C0D9DAC}" srcId="{ADBFF63F-7C84-4505-A021-EE3B28DAFE1D}" destId="{18EDF589-D623-4A72-91F5-6B0990C1761F}" srcOrd="1" destOrd="0" parTransId="{581C4259-2449-4D83-BFF9-8A0085FE4DC7}" sibTransId="{715F5281-5C72-415E-8334-16E43BB5CB69}"/>
    <dgm:cxn modelId="{104B749E-DB62-41AF-BF8A-A8506CD7F843}" type="presOf" srcId="{FFF761DA-D7FA-4DAB-A02B-303ABEA4E993}" destId="{26AC2F51-398E-436E-AEB4-5C72E0700AF9}" srcOrd="0" destOrd="0" presId="urn:microsoft.com/office/officeart/2018/5/layout/IconCircleLabelList"/>
    <dgm:cxn modelId="{9EF89006-57CE-4FF8-90C3-FA1DAC7109A7}" type="presParOf" srcId="{00043120-665A-4C73-88C9-D90EA087CD51}" destId="{401919E9-1657-418F-BE16-D4872DA694D7}" srcOrd="0" destOrd="0" presId="urn:microsoft.com/office/officeart/2018/5/layout/IconCircleLabelList"/>
    <dgm:cxn modelId="{9B94D062-B970-4882-87EB-B25A2F6B60D6}" type="presParOf" srcId="{401919E9-1657-418F-BE16-D4872DA694D7}" destId="{356E476B-9AC3-46EC-B987-EFA0994028D9}" srcOrd="0" destOrd="0" presId="urn:microsoft.com/office/officeart/2018/5/layout/IconCircleLabelList"/>
    <dgm:cxn modelId="{AC253198-7E6D-41DC-B453-52EF480EA07C}" type="presParOf" srcId="{401919E9-1657-418F-BE16-D4872DA694D7}" destId="{85B16EA9-1E62-4A54-96D1-CB16CCEA359A}" srcOrd="1" destOrd="0" presId="urn:microsoft.com/office/officeart/2018/5/layout/IconCircleLabelList"/>
    <dgm:cxn modelId="{4D8EE7BA-95ED-4601-A0B6-9779FA173FA5}" type="presParOf" srcId="{401919E9-1657-418F-BE16-D4872DA694D7}" destId="{ADD262D8-83FE-4F2D-8D7A-C08DFEB6601D}" srcOrd="2" destOrd="0" presId="urn:microsoft.com/office/officeart/2018/5/layout/IconCircleLabelList"/>
    <dgm:cxn modelId="{172E1B4E-B2EB-4009-BE00-8C5FBD8B6B7E}" type="presParOf" srcId="{401919E9-1657-418F-BE16-D4872DA694D7}" destId="{26AC2F51-398E-436E-AEB4-5C72E0700AF9}" srcOrd="3" destOrd="0" presId="urn:microsoft.com/office/officeart/2018/5/layout/IconCircleLabelList"/>
    <dgm:cxn modelId="{107DC8BE-A4E0-4690-A769-CF8282E63CB0}" type="presParOf" srcId="{00043120-665A-4C73-88C9-D90EA087CD51}" destId="{02B6E251-369D-4601-95A5-876858EAA42D}" srcOrd="1" destOrd="0" presId="urn:microsoft.com/office/officeart/2018/5/layout/IconCircleLabelList"/>
    <dgm:cxn modelId="{44BEFCC1-1A02-4C6E-8586-5C948B7C7565}" type="presParOf" srcId="{00043120-665A-4C73-88C9-D90EA087CD51}" destId="{8A022261-897A-434D-8856-21EAE11711E6}" srcOrd="2" destOrd="0" presId="urn:microsoft.com/office/officeart/2018/5/layout/IconCircleLabelList"/>
    <dgm:cxn modelId="{B48A5276-83A2-4626-BFA4-F219C76D8590}" type="presParOf" srcId="{8A022261-897A-434D-8856-21EAE11711E6}" destId="{B551DDE2-36F6-4E52-A995-5C2E2B3AF5A1}" srcOrd="0" destOrd="0" presId="urn:microsoft.com/office/officeart/2018/5/layout/IconCircleLabelList"/>
    <dgm:cxn modelId="{B8B7B4FC-FC77-40DA-942B-913A083CA5D9}" type="presParOf" srcId="{8A022261-897A-434D-8856-21EAE11711E6}" destId="{1567FC72-C6CF-477E-82FB-9B3E2650AF9B}" srcOrd="1" destOrd="0" presId="urn:microsoft.com/office/officeart/2018/5/layout/IconCircleLabelList"/>
    <dgm:cxn modelId="{61186CE3-6DAE-4D01-AA67-FA7D2BF5DD28}" type="presParOf" srcId="{8A022261-897A-434D-8856-21EAE11711E6}" destId="{E0132E2F-3119-4D50-AAFC-E11E4B641DB6}" srcOrd="2" destOrd="0" presId="urn:microsoft.com/office/officeart/2018/5/layout/IconCircleLabelList"/>
    <dgm:cxn modelId="{DD59D6D1-5D16-4E9C-A558-66BD2F95A2A6}" type="presParOf" srcId="{8A022261-897A-434D-8856-21EAE11711E6}" destId="{A6775DB0-C2D6-4E79-8BCC-C8414B2A544C}" srcOrd="3" destOrd="0" presId="urn:microsoft.com/office/officeart/2018/5/layout/IconCircleLabelList"/>
    <dgm:cxn modelId="{9C67553E-3B31-4989-86A4-94FDE76FE28E}" type="presParOf" srcId="{00043120-665A-4C73-88C9-D90EA087CD51}" destId="{DA3CCE07-364D-4A63-8E29-4D71E96F0F5B}" srcOrd="3" destOrd="0" presId="urn:microsoft.com/office/officeart/2018/5/layout/IconCircleLabelList"/>
    <dgm:cxn modelId="{9C707AB2-0F98-4DD3-9C58-6DB07C84D19B}" type="presParOf" srcId="{00043120-665A-4C73-88C9-D90EA087CD51}" destId="{7DFA4E4A-E9C1-423B-9176-2711BF55C5BD}" srcOrd="4" destOrd="0" presId="urn:microsoft.com/office/officeart/2018/5/layout/IconCircleLabelList"/>
    <dgm:cxn modelId="{D4C0CA69-50C4-4A71-8B1C-0967CBABD985}" type="presParOf" srcId="{7DFA4E4A-E9C1-423B-9176-2711BF55C5BD}" destId="{88D1FFE0-7DA1-4FB1-AD09-865603B879B2}" srcOrd="0" destOrd="0" presId="urn:microsoft.com/office/officeart/2018/5/layout/IconCircleLabelList"/>
    <dgm:cxn modelId="{A3878CDD-4626-4A50-BD64-298692EE7443}" type="presParOf" srcId="{7DFA4E4A-E9C1-423B-9176-2711BF55C5BD}" destId="{5C3FD701-3B18-48BD-AD3E-5486877E2E86}" srcOrd="1" destOrd="0" presId="urn:microsoft.com/office/officeart/2018/5/layout/IconCircleLabelList"/>
    <dgm:cxn modelId="{8E327F22-8A81-469F-A2A2-2F002B17ABA4}" type="presParOf" srcId="{7DFA4E4A-E9C1-423B-9176-2711BF55C5BD}" destId="{13F3A759-99CC-4456-BF2E-C818B11E9C6E}" srcOrd="2" destOrd="0" presId="urn:microsoft.com/office/officeart/2018/5/layout/IconCircleLabelList"/>
    <dgm:cxn modelId="{89CAB0CC-F87C-41EA-B1F9-CFF80D227526}" type="presParOf" srcId="{7DFA4E4A-E9C1-423B-9176-2711BF55C5BD}" destId="{4A1964A0-7A7F-42EA-A6FA-9449DA636E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BFF63F-7C84-4505-A021-EE3B28DAFE1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F761DA-D7FA-4DAB-A02B-303ABEA4E993}">
      <dgm:prSet/>
      <dgm:spPr/>
      <dgm:t>
        <a:bodyPr/>
        <a:lstStyle/>
        <a:p>
          <a:pPr>
            <a:defRPr cap="all"/>
          </a:pPr>
          <a:r>
            <a:rPr lang="en-US" b="1" dirty="0"/>
            <a:t>As a</a:t>
          </a:r>
          <a:r>
            <a:rPr lang="en-US" dirty="0"/>
            <a:t> player </a:t>
          </a:r>
          <a:r>
            <a:rPr lang="en-US" b="1" dirty="0"/>
            <a:t>I want</a:t>
          </a:r>
          <a:r>
            <a:rPr lang="en-US" dirty="0"/>
            <a:t> to view an interactive map,</a:t>
          </a:r>
          <a:br>
            <a:rPr lang="en-US" dirty="0"/>
          </a:br>
          <a:r>
            <a:rPr lang="en-US" b="1" dirty="0"/>
            <a:t>So that</a:t>
          </a:r>
          <a:r>
            <a:rPr lang="en-US" dirty="0"/>
            <a:t> I can easily see locations and understand their position relative to my current location.</a:t>
          </a:r>
          <a:endParaRPr lang="it-IT" noProof="0" dirty="0"/>
        </a:p>
      </dgm:t>
    </dgm:pt>
    <dgm:pt modelId="{6CE26B85-45F0-481C-8797-81A58325CE54}" type="parTrans" cxnId="{501EED65-0BCB-48CC-803F-DAB81A13B95F}">
      <dgm:prSet/>
      <dgm:spPr/>
      <dgm:t>
        <a:bodyPr/>
        <a:lstStyle/>
        <a:p>
          <a:endParaRPr lang="en-US"/>
        </a:p>
      </dgm:t>
    </dgm:pt>
    <dgm:pt modelId="{87AF4ED9-619F-4B6E-B3BA-5F395E82425F}" type="sibTrans" cxnId="{501EED65-0BCB-48CC-803F-DAB81A13B95F}">
      <dgm:prSet/>
      <dgm:spPr/>
      <dgm:t>
        <a:bodyPr/>
        <a:lstStyle/>
        <a:p>
          <a:endParaRPr lang="en-US"/>
        </a:p>
      </dgm:t>
    </dgm:pt>
    <dgm:pt modelId="{18EDF589-D623-4A72-91F5-6B0990C1761F}">
      <dgm:prSet/>
      <dgm:spPr/>
      <dgm:t>
        <a:bodyPr/>
        <a:lstStyle/>
        <a:p>
          <a:pPr>
            <a:buNone/>
          </a:pPr>
          <a:r>
            <a:rPr lang="en-US" b="1" dirty="0"/>
            <a:t>Acceptance Criteria: The map is displayed correctly when the </a:t>
          </a:r>
          <a:r>
            <a:rPr lang="en-US" b="1" dirty="0" err="1"/>
            <a:t>MapView</a:t>
          </a:r>
          <a:r>
            <a:rPr lang="en-US" b="1" dirty="0"/>
            <a:t> is opened</a:t>
          </a:r>
          <a:endParaRPr lang="it-IT" noProof="0" dirty="0"/>
        </a:p>
      </dgm:t>
    </dgm:pt>
    <dgm:pt modelId="{581C4259-2449-4D83-BFF9-8A0085FE4DC7}" type="parTrans" cxnId="{4ED85095-F6A0-4E52-8C6E-49773C0D9DAC}">
      <dgm:prSet/>
      <dgm:spPr/>
      <dgm:t>
        <a:bodyPr/>
        <a:lstStyle/>
        <a:p>
          <a:endParaRPr lang="en-US"/>
        </a:p>
      </dgm:t>
    </dgm:pt>
    <dgm:pt modelId="{715F5281-5C72-415E-8334-16E43BB5CB69}" type="sibTrans" cxnId="{4ED85095-F6A0-4E52-8C6E-49773C0D9DAC}">
      <dgm:prSet/>
      <dgm:spPr/>
      <dgm:t>
        <a:bodyPr/>
        <a:lstStyle/>
        <a:p>
          <a:endParaRPr lang="en-US"/>
        </a:p>
      </dgm:t>
    </dgm:pt>
    <dgm:pt modelId="{AFD65DAA-4C10-4284-B7C8-C2AF6C1EA407}">
      <dgm:prSet/>
      <dgm:spPr/>
      <dgm:t>
        <a:bodyPr/>
        <a:lstStyle/>
        <a:p>
          <a:pPr>
            <a:defRPr cap="all"/>
          </a:pPr>
          <a:r>
            <a:rPr lang="it-IT" noProof="0" dirty="0"/>
            <a:t>Pattern </a:t>
          </a:r>
          <a:r>
            <a:rPr lang="it-IT" noProof="0" dirty="0" err="1"/>
            <a:t>usatO</a:t>
          </a:r>
          <a:r>
            <a:rPr lang="it-IT" noProof="0" dirty="0"/>
            <a:t>: </a:t>
          </a:r>
          <a:r>
            <a:rPr lang="it-IT" b="1" noProof="0" dirty="0"/>
            <a:t>BUILDER</a:t>
          </a:r>
        </a:p>
      </dgm:t>
    </dgm:pt>
    <dgm:pt modelId="{F575EC41-5476-423C-BB56-569B07BAD25B}" type="parTrans" cxnId="{72F71E15-00B5-48A3-ACE6-A59B899BD4DF}">
      <dgm:prSet/>
      <dgm:spPr/>
      <dgm:t>
        <a:bodyPr/>
        <a:lstStyle/>
        <a:p>
          <a:endParaRPr lang="en-US"/>
        </a:p>
      </dgm:t>
    </dgm:pt>
    <dgm:pt modelId="{E0FE6F64-0A79-4092-83AD-B3EAA1DCE116}" type="sibTrans" cxnId="{72F71E15-00B5-48A3-ACE6-A59B899BD4DF}">
      <dgm:prSet/>
      <dgm:spPr/>
      <dgm:t>
        <a:bodyPr/>
        <a:lstStyle/>
        <a:p>
          <a:endParaRPr lang="en-US"/>
        </a:p>
      </dgm:t>
    </dgm:pt>
    <dgm:pt modelId="{00043120-665A-4C73-88C9-D90EA087CD51}" type="pres">
      <dgm:prSet presAssocID="{ADBFF63F-7C84-4505-A021-EE3B28DAFE1D}" presName="root" presStyleCnt="0">
        <dgm:presLayoutVars>
          <dgm:dir/>
          <dgm:resizeHandles val="exact"/>
        </dgm:presLayoutVars>
      </dgm:prSet>
      <dgm:spPr/>
    </dgm:pt>
    <dgm:pt modelId="{401919E9-1657-418F-BE16-D4872DA694D7}" type="pres">
      <dgm:prSet presAssocID="{FFF761DA-D7FA-4DAB-A02B-303ABEA4E993}" presName="compNode" presStyleCnt="0"/>
      <dgm:spPr/>
    </dgm:pt>
    <dgm:pt modelId="{356E476B-9AC3-46EC-B987-EFA0994028D9}" type="pres">
      <dgm:prSet presAssocID="{FFF761DA-D7FA-4DAB-A02B-303ABEA4E993}" presName="iconBgRect" presStyleLbl="bgShp" presStyleIdx="0" presStyleCnt="3"/>
      <dgm:spPr/>
    </dgm:pt>
    <dgm:pt modelId="{85B16EA9-1E62-4A54-96D1-CB16CCEA359A}" type="pres">
      <dgm:prSet presAssocID="{FFF761DA-D7FA-4DAB-A02B-303ABEA4E9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ADD262D8-83FE-4F2D-8D7A-C08DFEB6601D}" type="pres">
      <dgm:prSet presAssocID="{FFF761DA-D7FA-4DAB-A02B-303ABEA4E993}" presName="spaceRect" presStyleCnt="0"/>
      <dgm:spPr/>
    </dgm:pt>
    <dgm:pt modelId="{26AC2F51-398E-436E-AEB4-5C72E0700AF9}" type="pres">
      <dgm:prSet presAssocID="{FFF761DA-D7FA-4DAB-A02B-303ABEA4E993}" presName="textRect" presStyleLbl="revTx" presStyleIdx="0" presStyleCnt="3">
        <dgm:presLayoutVars>
          <dgm:chMax val="1"/>
          <dgm:chPref val="1"/>
        </dgm:presLayoutVars>
      </dgm:prSet>
      <dgm:spPr/>
    </dgm:pt>
    <dgm:pt modelId="{02B6E251-369D-4601-95A5-876858EAA42D}" type="pres">
      <dgm:prSet presAssocID="{87AF4ED9-619F-4B6E-B3BA-5F395E82425F}" presName="sibTrans" presStyleCnt="0"/>
      <dgm:spPr/>
    </dgm:pt>
    <dgm:pt modelId="{8A022261-897A-434D-8856-21EAE11711E6}" type="pres">
      <dgm:prSet presAssocID="{18EDF589-D623-4A72-91F5-6B0990C1761F}" presName="compNode" presStyleCnt="0"/>
      <dgm:spPr/>
    </dgm:pt>
    <dgm:pt modelId="{B551DDE2-36F6-4E52-A995-5C2E2B3AF5A1}" type="pres">
      <dgm:prSet presAssocID="{18EDF589-D623-4A72-91F5-6B0990C1761F}" presName="iconBgRect" presStyleLbl="bgShp" presStyleIdx="1" presStyleCnt="3"/>
      <dgm:spPr/>
    </dgm:pt>
    <dgm:pt modelId="{1567FC72-C6CF-477E-82FB-9B3E2650AF9B}" type="pres">
      <dgm:prSet presAssocID="{18EDF589-D623-4A72-91F5-6B0990C17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E0132E2F-3119-4D50-AAFC-E11E4B641DB6}" type="pres">
      <dgm:prSet presAssocID="{18EDF589-D623-4A72-91F5-6B0990C1761F}" presName="spaceRect" presStyleCnt="0"/>
      <dgm:spPr/>
    </dgm:pt>
    <dgm:pt modelId="{A6775DB0-C2D6-4E79-8BCC-C8414B2A544C}" type="pres">
      <dgm:prSet presAssocID="{18EDF589-D623-4A72-91F5-6B0990C1761F}" presName="textRect" presStyleLbl="revTx" presStyleIdx="1" presStyleCnt="3">
        <dgm:presLayoutVars>
          <dgm:chMax val="1"/>
          <dgm:chPref val="1"/>
        </dgm:presLayoutVars>
      </dgm:prSet>
      <dgm:spPr/>
    </dgm:pt>
    <dgm:pt modelId="{DA3CCE07-364D-4A63-8E29-4D71E96F0F5B}" type="pres">
      <dgm:prSet presAssocID="{715F5281-5C72-415E-8334-16E43BB5CB69}" presName="sibTrans" presStyleCnt="0"/>
      <dgm:spPr/>
    </dgm:pt>
    <dgm:pt modelId="{7DFA4E4A-E9C1-423B-9176-2711BF55C5BD}" type="pres">
      <dgm:prSet presAssocID="{AFD65DAA-4C10-4284-B7C8-C2AF6C1EA407}" presName="compNode" presStyleCnt="0"/>
      <dgm:spPr/>
    </dgm:pt>
    <dgm:pt modelId="{88D1FFE0-7DA1-4FB1-AD09-865603B879B2}" type="pres">
      <dgm:prSet presAssocID="{AFD65DAA-4C10-4284-B7C8-C2AF6C1EA407}" presName="iconBgRect" presStyleLbl="bgShp" presStyleIdx="2" presStyleCnt="3"/>
      <dgm:spPr/>
    </dgm:pt>
    <dgm:pt modelId="{5C3FD701-3B18-48BD-AD3E-5486877E2E86}" type="pres">
      <dgm:prSet presAssocID="{AFD65DAA-4C10-4284-B7C8-C2AF6C1EA4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13F3A759-99CC-4456-BF2E-C818B11E9C6E}" type="pres">
      <dgm:prSet presAssocID="{AFD65DAA-4C10-4284-B7C8-C2AF6C1EA407}" presName="spaceRect" presStyleCnt="0"/>
      <dgm:spPr/>
    </dgm:pt>
    <dgm:pt modelId="{4A1964A0-7A7F-42EA-A6FA-9449DA636E48}" type="pres">
      <dgm:prSet presAssocID="{AFD65DAA-4C10-4284-B7C8-C2AF6C1EA4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F71E15-00B5-48A3-ACE6-A59B899BD4DF}" srcId="{ADBFF63F-7C84-4505-A021-EE3B28DAFE1D}" destId="{AFD65DAA-4C10-4284-B7C8-C2AF6C1EA407}" srcOrd="2" destOrd="0" parTransId="{F575EC41-5476-423C-BB56-569B07BAD25B}" sibTransId="{E0FE6F64-0A79-4092-83AD-B3EAA1DCE116}"/>
    <dgm:cxn modelId="{B74E812C-EE00-4E3D-B068-8DCBCF75F1E4}" type="presOf" srcId="{AFD65DAA-4C10-4284-B7C8-C2AF6C1EA407}" destId="{4A1964A0-7A7F-42EA-A6FA-9449DA636E48}" srcOrd="0" destOrd="0" presId="urn:microsoft.com/office/officeart/2018/5/layout/IconCircleLabelList"/>
    <dgm:cxn modelId="{9B88665D-EEA1-4B3B-95F1-F4E103DFCBCA}" type="presOf" srcId="{ADBFF63F-7C84-4505-A021-EE3B28DAFE1D}" destId="{00043120-665A-4C73-88C9-D90EA087CD51}" srcOrd="0" destOrd="0" presId="urn:microsoft.com/office/officeart/2018/5/layout/IconCircleLabelList"/>
    <dgm:cxn modelId="{501EED65-0BCB-48CC-803F-DAB81A13B95F}" srcId="{ADBFF63F-7C84-4505-A021-EE3B28DAFE1D}" destId="{FFF761DA-D7FA-4DAB-A02B-303ABEA4E993}" srcOrd="0" destOrd="0" parTransId="{6CE26B85-45F0-481C-8797-81A58325CE54}" sibTransId="{87AF4ED9-619F-4B6E-B3BA-5F395E82425F}"/>
    <dgm:cxn modelId="{4AAAF780-FF27-4065-9435-2EF688987D36}" type="presOf" srcId="{18EDF589-D623-4A72-91F5-6B0990C1761F}" destId="{A6775DB0-C2D6-4E79-8BCC-C8414B2A544C}" srcOrd="0" destOrd="0" presId="urn:microsoft.com/office/officeart/2018/5/layout/IconCircleLabelList"/>
    <dgm:cxn modelId="{4ED85095-F6A0-4E52-8C6E-49773C0D9DAC}" srcId="{ADBFF63F-7C84-4505-A021-EE3B28DAFE1D}" destId="{18EDF589-D623-4A72-91F5-6B0990C1761F}" srcOrd="1" destOrd="0" parTransId="{581C4259-2449-4D83-BFF9-8A0085FE4DC7}" sibTransId="{715F5281-5C72-415E-8334-16E43BB5CB69}"/>
    <dgm:cxn modelId="{104B749E-DB62-41AF-BF8A-A8506CD7F843}" type="presOf" srcId="{FFF761DA-D7FA-4DAB-A02B-303ABEA4E993}" destId="{26AC2F51-398E-436E-AEB4-5C72E0700AF9}" srcOrd="0" destOrd="0" presId="urn:microsoft.com/office/officeart/2018/5/layout/IconCircleLabelList"/>
    <dgm:cxn modelId="{9EF89006-57CE-4FF8-90C3-FA1DAC7109A7}" type="presParOf" srcId="{00043120-665A-4C73-88C9-D90EA087CD51}" destId="{401919E9-1657-418F-BE16-D4872DA694D7}" srcOrd="0" destOrd="0" presId="urn:microsoft.com/office/officeart/2018/5/layout/IconCircleLabelList"/>
    <dgm:cxn modelId="{9B94D062-B970-4882-87EB-B25A2F6B60D6}" type="presParOf" srcId="{401919E9-1657-418F-BE16-D4872DA694D7}" destId="{356E476B-9AC3-46EC-B987-EFA0994028D9}" srcOrd="0" destOrd="0" presId="urn:microsoft.com/office/officeart/2018/5/layout/IconCircleLabelList"/>
    <dgm:cxn modelId="{AC253198-7E6D-41DC-B453-52EF480EA07C}" type="presParOf" srcId="{401919E9-1657-418F-BE16-D4872DA694D7}" destId="{85B16EA9-1E62-4A54-96D1-CB16CCEA359A}" srcOrd="1" destOrd="0" presId="urn:microsoft.com/office/officeart/2018/5/layout/IconCircleLabelList"/>
    <dgm:cxn modelId="{4D8EE7BA-95ED-4601-A0B6-9779FA173FA5}" type="presParOf" srcId="{401919E9-1657-418F-BE16-D4872DA694D7}" destId="{ADD262D8-83FE-4F2D-8D7A-C08DFEB6601D}" srcOrd="2" destOrd="0" presId="urn:microsoft.com/office/officeart/2018/5/layout/IconCircleLabelList"/>
    <dgm:cxn modelId="{172E1B4E-B2EB-4009-BE00-8C5FBD8B6B7E}" type="presParOf" srcId="{401919E9-1657-418F-BE16-D4872DA694D7}" destId="{26AC2F51-398E-436E-AEB4-5C72E0700AF9}" srcOrd="3" destOrd="0" presId="urn:microsoft.com/office/officeart/2018/5/layout/IconCircleLabelList"/>
    <dgm:cxn modelId="{107DC8BE-A4E0-4690-A769-CF8282E63CB0}" type="presParOf" srcId="{00043120-665A-4C73-88C9-D90EA087CD51}" destId="{02B6E251-369D-4601-95A5-876858EAA42D}" srcOrd="1" destOrd="0" presId="urn:microsoft.com/office/officeart/2018/5/layout/IconCircleLabelList"/>
    <dgm:cxn modelId="{44BEFCC1-1A02-4C6E-8586-5C948B7C7565}" type="presParOf" srcId="{00043120-665A-4C73-88C9-D90EA087CD51}" destId="{8A022261-897A-434D-8856-21EAE11711E6}" srcOrd="2" destOrd="0" presId="urn:microsoft.com/office/officeart/2018/5/layout/IconCircleLabelList"/>
    <dgm:cxn modelId="{B48A5276-83A2-4626-BFA4-F219C76D8590}" type="presParOf" srcId="{8A022261-897A-434D-8856-21EAE11711E6}" destId="{B551DDE2-36F6-4E52-A995-5C2E2B3AF5A1}" srcOrd="0" destOrd="0" presId="urn:microsoft.com/office/officeart/2018/5/layout/IconCircleLabelList"/>
    <dgm:cxn modelId="{B8B7B4FC-FC77-40DA-942B-913A083CA5D9}" type="presParOf" srcId="{8A022261-897A-434D-8856-21EAE11711E6}" destId="{1567FC72-C6CF-477E-82FB-9B3E2650AF9B}" srcOrd="1" destOrd="0" presId="urn:microsoft.com/office/officeart/2018/5/layout/IconCircleLabelList"/>
    <dgm:cxn modelId="{61186CE3-6DAE-4D01-AA67-FA7D2BF5DD28}" type="presParOf" srcId="{8A022261-897A-434D-8856-21EAE11711E6}" destId="{E0132E2F-3119-4D50-AAFC-E11E4B641DB6}" srcOrd="2" destOrd="0" presId="urn:microsoft.com/office/officeart/2018/5/layout/IconCircleLabelList"/>
    <dgm:cxn modelId="{DD59D6D1-5D16-4E9C-A558-66BD2F95A2A6}" type="presParOf" srcId="{8A022261-897A-434D-8856-21EAE11711E6}" destId="{A6775DB0-C2D6-4E79-8BCC-C8414B2A544C}" srcOrd="3" destOrd="0" presId="urn:microsoft.com/office/officeart/2018/5/layout/IconCircleLabelList"/>
    <dgm:cxn modelId="{9C67553E-3B31-4989-86A4-94FDE76FE28E}" type="presParOf" srcId="{00043120-665A-4C73-88C9-D90EA087CD51}" destId="{DA3CCE07-364D-4A63-8E29-4D71E96F0F5B}" srcOrd="3" destOrd="0" presId="urn:microsoft.com/office/officeart/2018/5/layout/IconCircleLabelList"/>
    <dgm:cxn modelId="{9C707AB2-0F98-4DD3-9C58-6DB07C84D19B}" type="presParOf" srcId="{00043120-665A-4C73-88C9-D90EA087CD51}" destId="{7DFA4E4A-E9C1-423B-9176-2711BF55C5BD}" srcOrd="4" destOrd="0" presId="urn:microsoft.com/office/officeart/2018/5/layout/IconCircleLabelList"/>
    <dgm:cxn modelId="{D4C0CA69-50C4-4A71-8B1C-0967CBABD985}" type="presParOf" srcId="{7DFA4E4A-E9C1-423B-9176-2711BF55C5BD}" destId="{88D1FFE0-7DA1-4FB1-AD09-865603B879B2}" srcOrd="0" destOrd="0" presId="urn:microsoft.com/office/officeart/2018/5/layout/IconCircleLabelList"/>
    <dgm:cxn modelId="{A3878CDD-4626-4A50-BD64-298692EE7443}" type="presParOf" srcId="{7DFA4E4A-E9C1-423B-9176-2711BF55C5BD}" destId="{5C3FD701-3B18-48BD-AD3E-5486877E2E86}" srcOrd="1" destOrd="0" presId="urn:microsoft.com/office/officeart/2018/5/layout/IconCircleLabelList"/>
    <dgm:cxn modelId="{8E327F22-8A81-469F-A2A2-2F002B17ABA4}" type="presParOf" srcId="{7DFA4E4A-E9C1-423B-9176-2711BF55C5BD}" destId="{13F3A759-99CC-4456-BF2E-C818B11E9C6E}" srcOrd="2" destOrd="0" presId="urn:microsoft.com/office/officeart/2018/5/layout/IconCircleLabelList"/>
    <dgm:cxn modelId="{89CAB0CC-F87C-41EA-B1F9-CFF80D227526}" type="presParOf" srcId="{7DFA4E4A-E9C1-423B-9176-2711BF55C5BD}" destId="{4A1964A0-7A7F-42EA-A6FA-9449DA636E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DBFF63F-7C84-4505-A021-EE3B28DAFE1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F761DA-D7FA-4DAB-A02B-303ABEA4E993}">
      <dgm:prSet/>
      <dgm:spPr/>
      <dgm:t>
        <a:bodyPr/>
        <a:lstStyle/>
        <a:p>
          <a:pPr>
            <a:buNone/>
          </a:pPr>
          <a:r>
            <a:rPr lang="en-US" dirty="0"/>
            <a:t>As a player, I want to choose my character’s job, so that I can custom the gameplay</a:t>
          </a:r>
          <a:endParaRPr lang="it-IT" noProof="0" dirty="0"/>
        </a:p>
      </dgm:t>
    </dgm:pt>
    <dgm:pt modelId="{6CE26B85-45F0-481C-8797-81A58325CE54}" type="parTrans" cxnId="{501EED65-0BCB-48CC-803F-DAB81A13B95F}">
      <dgm:prSet/>
      <dgm:spPr/>
      <dgm:t>
        <a:bodyPr/>
        <a:lstStyle/>
        <a:p>
          <a:endParaRPr lang="en-US"/>
        </a:p>
      </dgm:t>
    </dgm:pt>
    <dgm:pt modelId="{87AF4ED9-619F-4B6E-B3BA-5F395E82425F}" type="sibTrans" cxnId="{501EED65-0BCB-48CC-803F-DAB81A13B95F}">
      <dgm:prSet/>
      <dgm:spPr/>
      <dgm:t>
        <a:bodyPr/>
        <a:lstStyle/>
        <a:p>
          <a:endParaRPr lang="en-US"/>
        </a:p>
      </dgm:t>
    </dgm:pt>
    <dgm:pt modelId="{18EDF589-D623-4A72-91F5-6B0990C1761F}">
      <dgm:prSet/>
      <dgm:spPr/>
      <dgm:t>
        <a:bodyPr/>
        <a:lstStyle/>
        <a:p>
          <a:pPr>
            <a:buNone/>
          </a:pPr>
          <a:r>
            <a:rPr lang="en-US" dirty="0"/>
            <a:t>Acceptance Criteria: the system displays available jobs with descriptions.</a:t>
          </a:r>
          <a:endParaRPr lang="it-IT" noProof="0" dirty="0"/>
        </a:p>
      </dgm:t>
    </dgm:pt>
    <dgm:pt modelId="{581C4259-2449-4D83-BFF9-8A0085FE4DC7}" type="parTrans" cxnId="{4ED85095-F6A0-4E52-8C6E-49773C0D9DAC}">
      <dgm:prSet/>
      <dgm:spPr/>
      <dgm:t>
        <a:bodyPr/>
        <a:lstStyle/>
        <a:p>
          <a:endParaRPr lang="en-US"/>
        </a:p>
      </dgm:t>
    </dgm:pt>
    <dgm:pt modelId="{715F5281-5C72-415E-8334-16E43BB5CB69}" type="sibTrans" cxnId="{4ED85095-F6A0-4E52-8C6E-49773C0D9DAC}">
      <dgm:prSet/>
      <dgm:spPr/>
      <dgm:t>
        <a:bodyPr/>
        <a:lstStyle/>
        <a:p>
          <a:endParaRPr lang="en-US"/>
        </a:p>
      </dgm:t>
    </dgm:pt>
    <dgm:pt modelId="{AFD65DAA-4C10-4284-B7C8-C2AF6C1EA407}">
      <dgm:prSet/>
      <dgm:spPr/>
      <dgm:t>
        <a:bodyPr/>
        <a:lstStyle/>
        <a:p>
          <a:pPr>
            <a:defRPr cap="all"/>
          </a:pPr>
          <a:r>
            <a:rPr lang="it-IT" noProof="0" dirty="0"/>
            <a:t>Pattern </a:t>
          </a:r>
          <a:r>
            <a:rPr lang="it-IT" noProof="0" dirty="0" err="1"/>
            <a:t>usatO</a:t>
          </a:r>
          <a:r>
            <a:rPr lang="it-IT" noProof="0" dirty="0"/>
            <a:t>: </a:t>
          </a:r>
          <a:r>
            <a:rPr lang="it-IT" b="1" noProof="0" dirty="0"/>
            <a:t>Abstract Factory</a:t>
          </a:r>
        </a:p>
      </dgm:t>
    </dgm:pt>
    <dgm:pt modelId="{F575EC41-5476-423C-BB56-569B07BAD25B}" type="parTrans" cxnId="{72F71E15-00B5-48A3-ACE6-A59B899BD4DF}">
      <dgm:prSet/>
      <dgm:spPr/>
      <dgm:t>
        <a:bodyPr/>
        <a:lstStyle/>
        <a:p>
          <a:endParaRPr lang="en-US"/>
        </a:p>
      </dgm:t>
    </dgm:pt>
    <dgm:pt modelId="{E0FE6F64-0A79-4092-83AD-B3EAA1DCE116}" type="sibTrans" cxnId="{72F71E15-00B5-48A3-ACE6-A59B899BD4DF}">
      <dgm:prSet/>
      <dgm:spPr/>
      <dgm:t>
        <a:bodyPr/>
        <a:lstStyle/>
        <a:p>
          <a:endParaRPr lang="en-US"/>
        </a:p>
      </dgm:t>
    </dgm:pt>
    <dgm:pt modelId="{00043120-665A-4C73-88C9-D90EA087CD51}" type="pres">
      <dgm:prSet presAssocID="{ADBFF63F-7C84-4505-A021-EE3B28DAFE1D}" presName="root" presStyleCnt="0">
        <dgm:presLayoutVars>
          <dgm:dir/>
          <dgm:resizeHandles val="exact"/>
        </dgm:presLayoutVars>
      </dgm:prSet>
      <dgm:spPr/>
    </dgm:pt>
    <dgm:pt modelId="{401919E9-1657-418F-BE16-D4872DA694D7}" type="pres">
      <dgm:prSet presAssocID="{FFF761DA-D7FA-4DAB-A02B-303ABEA4E993}" presName="compNode" presStyleCnt="0"/>
      <dgm:spPr/>
    </dgm:pt>
    <dgm:pt modelId="{356E476B-9AC3-46EC-B987-EFA0994028D9}" type="pres">
      <dgm:prSet presAssocID="{FFF761DA-D7FA-4DAB-A02B-303ABEA4E993}" presName="iconBgRect" presStyleLbl="bgShp" presStyleIdx="0" presStyleCnt="3"/>
      <dgm:spPr/>
    </dgm:pt>
    <dgm:pt modelId="{85B16EA9-1E62-4A54-96D1-CB16CCEA359A}" type="pres">
      <dgm:prSet presAssocID="{FFF761DA-D7FA-4DAB-A02B-303ABEA4E9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ADD262D8-83FE-4F2D-8D7A-C08DFEB6601D}" type="pres">
      <dgm:prSet presAssocID="{FFF761DA-D7FA-4DAB-A02B-303ABEA4E993}" presName="spaceRect" presStyleCnt="0"/>
      <dgm:spPr/>
    </dgm:pt>
    <dgm:pt modelId="{26AC2F51-398E-436E-AEB4-5C72E0700AF9}" type="pres">
      <dgm:prSet presAssocID="{FFF761DA-D7FA-4DAB-A02B-303ABEA4E993}" presName="textRect" presStyleLbl="revTx" presStyleIdx="0" presStyleCnt="3">
        <dgm:presLayoutVars>
          <dgm:chMax val="1"/>
          <dgm:chPref val="1"/>
        </dgm:presLayoutVars>
      </dgm:prSet>
      <dgm:spPr/>
    </dgm:pt>
    <dgm:pt modelId="{02B6E251-369D-4601-95A5-876858EAA42D}" type="pres">
      <dgm:prSet presAssocID="{87AF4ED9-619F-4B6E-B3BA-5F395E82425F}" presName="sibTrans" presStyleCnt="0"/>
      <dgm:spPr/>
    </dgm:pt>
    <dgm:pt modelId="{8A022261-897A-434D-8856-21EAE11711E6}" type="pres">
      <dgm:prSet presAssocID="{18EDF589-D623-4A72-91F5-6B0990C1761F}" presName="compNode" presStyleCnt="0"/>
      <dgm:spPr/>
    </dgm:pt>
    <dgm:pt modelId="{B551DDE2-36F6-4E52-A995-5C2E2B3AF5A1}" type="pres">
      <dgm:prSet presAssocID="{18EDF589-D623-4A72-91F5-6B0990C1761F}" presName="iconBgRect" presStyleLbl="bgShp" presStyleIdx="1" presStyleCnt="3"/>
      <dgm:spPr/>
    </dgm:pt>
    <dgm:pt modelId="{1567FC72-C6CF-477E-82FB-9B3E2650AF9B}" type="pres">
      <dgm:prSet presAssocID="{18EDF589-D623-4A72-91F5-6B0990C17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E0132E2F-3119-4D50-AAFC-E11E4B641DB6}" type="pres">
      <dgm:prSet presAssocID="{18EDF589-D623-4A72-91F5-6B0990C1761F}" presName="spaceRect" presStyleCnt="0"/>
      <dgm:spPr/>
    </dgm:pt>
    <dgm:pt modelId="{A6775DB0-C2D6-4E79-8BCC-C8414B2A544C}" type="pres">
      <dgm:prSet presAssocID="{18EDF589-D623-4A72-91F5-6B0990C1761F}" presName="textRect" presStyleLbl="revTx" presStyleIdx="1" presStyleCnt="3">
        <dgm:presLayoutVars>
          <dgm:chMax val="1"/>
          <dgm:chPref val="1"/>
        </dgm:presLayoutVars>
      </dgm:prSet>
      <dgm:spPr/>
    </dgm:pt>
    <dgm:pt modelId="{DA3CCE07-364D-4A63-8E29-4D71E96F0F5B}" type="pres">
      <dgm:prSet presAssocID="{715F5281-5C72-415E-8334-16E43BB5CB69}" presName="sibTrans" presStyleCnt="0"/>
      <dgm:spPr/>
    </dgm:pt>
    <dgm:pt modelId="{7DFA4E4A-E9C1-423B-9176-2711BF55C5BD}" type="pres">
      <dgm:prSet presAssocID="{AFD65DAA-4C10-4284-B7C8-C2AF6C1EA407}" presName="compNode" presStyleCnt="0"/>
      <dgm:spPr/>
    </dgm:pt>
    <dgm:pt modelId="{88D1FFE0-7DA1-4FB1-AD09-865603B879B2}" type="pres">
      <dgm:prSet presAssocID="{AFD65DAA-4C10-4284-B7C8-C2AF6C1EA407}" presName="iconBgRect" presStyleLbl="bgShp" presStyleIdx="2" presStyleCnt="3"/>
      <dgm:spPr/>
    </dgm:pt>
    <dgm:pt modelId="{5C3FD701-3B18-48BD-AD3E-5486877E2E86}" type="pres">
      <dgm:prSet presAssocID="{AFD65DAA-4C10-4284-B7C8-C2AF6C1EA4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13F3A759-99CC-4456-BF2E-C818B11E9C6E}" type="pres">
      <dgm:prSet presAssocID="{AFD65DAA-4C10-4284-B7C8-C2AF6C1EA407}" presName="spaceRect" presStyleCnt="0"/>
      <dgm:spPr/>
    </dgm:pt>
    <dgm:pt modelId="{4A1964A0-7A7F-42EA-A6FA-9449DA636E48}" type="pres">
      <dgm:prSet presAssocID="{AFD65DAA-4C10-4284-B7C8-C2AF6C1EA4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F71E15-00B5-48A3-ACE6-A59B899BD4DF}" srcId="{ADBFF63F-7C84-4505-A021-EE3B28DAFE1D}" destId="{AFD65DAA-4C10-4284-B7C8-C2AF6C1EA407}" srcOrd="2" destOrd="0" parTransId="{F575EC41-5476-423C-BB56-569B07BAD25B}" sibTransId="{E0FE6F64-0A79-4092-83AD-B3EAA1DCE116}"/>
    <dgm:cxn modelId="{B74E812C-EE00-4E3D-B068-8DCBCF75F1E4}" type="presOf" srcId="{AFD65DAA-4C10-4284-B7C8-C2AF6C1EA407}" destId="{4A1964A0-7A7F-42EA-A6FA-9449DA636E48}" srcOrd="0" destOrd="0" presId="urn:microsoft.com/office/officeart/2018/5/layout/IconCircleLabelList"/>
    <dgm:cxn modelId="{9B88665D-EEA1-4B3B-95F1-F4E103DFCBCA}" type="presOf" srcId="{ADBFF63F-7C84-4505-A021-EE3B28DAFE1D}" destId="{00043120-665A-4C73-88C9-D90EA087CD51}" srcOrd="0" destOrd="0" presId="urn:microsoft.com/office/officeart/2018/5/layout/IconCircleLabelList"/>
    <dgm:cxn modelId="{501EED65-0BCB-48CC-803F-DAB81A13B95F}" srcId="{ADBFF63F-7C84-4505-A021-EE3B28DAFE1D}" destId="{FFF761DA-D7FA-4DAB-A02B-303ABEA4E993}" srcOrd="0" destOrd="0" parTransId="{6CE26B85-45F0-481C-8797-81A58325CE54}" sibTransId="{87AF4ED9-619F-4B6E-B3BA-5F395E82425F}"/>
    <dgm:cxn modelId="{4AAAF780-FF27-4065-9435-2EF688987D36}" type="presOf" srcId="{18EDF589-D623-4A72-91F5-6B0990C1761F}" destId="{A6775DB0-C2D6-4E79-8BCC-C8414B2A544C}" srcOrd="0" destOrd="0" presId="urn:microsoft.com/office/officeart/2018/5/layout/IconCircleLabelList"/>
    <dgm:cxn modelId="{4ED85095-F6A0-4E52-8C6E-49773C0D9DAC}" srcId="{ADBFF63F-7C84-4505-A021-EE3B28DAFE1D}" destId="{18EDF589-D623-4A72-91F5-6B0990C1761F}" srcOrd="1" destOrd="0" parTransId="{581C4259-2449-4D83-BFF9-8A0085FE4DC7}" sibTransId="{715F5281-5C72-415E-8334-16E43BB5CB69}"/>
    <dgm:cxn modelId="{104B749E-DB62-41AF-BF8A-A8506CD7F843}" type="presOf" srcId="{FFF761DA-D7FA-4DAB-A02B-303ABEA4E993}" destId="{26AC2F51-398E-436E-AEB4-5C72E0700AF9}" srcOrd="0" destOrd="0" presId="urn:microsoft.com/office/officeart/2018/5/layout/IconCircleLabelList"/>
    <dgm:cxn modelId="{9EF89006-57CE-4FF8-90C3-FA1DAC7109A7}" type="presParOf" srcId="{00043120-665A-4C73-88C9-D90EA087CD51}" destId="{401919E9-1657-418F-BE16-D4872DA694D7}" srcOrd="0" destOrd="0" presId="urn:microsoft.com/office/officeart/2018/5/layout/IconCircleLabelList"/>
    <dgm:cxn modelId="{9B94D062-B970-4882-87EB-B25A2F6B60D6}" type="presParOf" srcId="{401919E9-1657-418F-BE16-D4872DA694D7}" destId="{356E476B-9AC3-46EC-B987-EFA0994028D9}" srcOrd="0" destOrd="0" presId="urn:microsoft.com/office/officeart/2018/5/layout/IconCircleLabelList"/>
    <dgm:cxn modelId="{AC253198-7E6D-41DC-B453-52EF480EA07C}" type="presParOf" srcId="{401919E9-1657-418F-BE16-D4872DA694D7}" destId="{85B16EA9-1E62-4A54-96D1-CB16CCEA359A}" srcOrd="1" destOrd="0" presId="urn:microsoft.com/office/officeart/2018/5/layout/IconCircleLabelList"/>
    <dgm:cxn modelId="{4D8EE7BA-95ED-4601-A0B6-9779FA173FA5}" type="presParOf" srcId="{401919E9-1657-418F-BE16-D4872DA694D7}" destId="{ADD262D8-83FE-4F2D-8D7A-C08DFEB6601D}" srcOrd="2" destOrd="0" presId="urn:microsoft.com/office/officeart/2018/5/layout/IconCircleLabelList"/>
    <dgm:cxn modelId="{172E1B4E-B2EB-4009-BE00-8C5FBD8B6B7E}" type="presParOf" srcId="{401919E9-1657-418F-BE16-D4872DA694D7}" destId="{26AC2F51-398E-436E-AEB4-5C72E0700AF9}" srcOrd="3" destOrd="0" presId="urn:microsoft.com/office/officeart/2018/5/layout/IconCircleLabelList"/>
    <dgm:cxn modelId="{107DC8BE-A4E0-4690-A769-CF8282E63CB0}" type="presParOf" srcId="{00043120-665A-4C73-88C9-D90EA087CD51}" destId="{02B6E251-369D-4601-95A5-876858EAA42D}" srcOrd="1" destOrd="0" presId="urn:microsoft.com/office/officeart/2018/5/layout/IconCircleLabelList"/>
    <dgm:cxn modelId="{44BEFCC1-1A02-4C6E-8586-5C948B7C7565}" type="presParOf" srcId="{00043120-665A-4C73-88C9-D90EA087CD51}" destId="{8A022261-897A-434D-8856-21EAE11711E6}" srcOrd="2" destOrd="0" presId="urn:microsoft.com/office/officeart/2018/5/layout/IconCircleLabelList"/>
    <dgm:cxn modelId="{B48A5276-83A2-4626-BFA4-F219C76D8590}" type="presParOf" srcId="{8A022261-897A-434D-8856-21EAE11711E6}" destId="{B551DDE2-36F6-4E52-A995-5C2E2B3AF5A1}" srcOrd="0" destOrd="0" presId="urn:microsoft.com/office/officeart/2018/5/layout/IconCircleLabelList"/>
    <dgm:cxn modelId="{B8B7B4FC-FC77-40DA-942B-913A083CA5D9}" type="presParOf" srcId="{8A022261-897A-434D-8856-21EAE11711E6}" destId="{1567FC72-C6CF-477E-82FB-9B3E2650AF9B}" srcOrd="1" destOrd="0" presId="urn:microsoft.com/office/officeart/2018/5/layout/IconCircleLabelList"/>
    <dgm:cxn modelId="{61186CE3-6DAE-4D01-AA67-FA7D2BF5DD28}" type="presParOf" srcId="{8A022261-897A-434D-8856-21EAE11711E6}" destId="{E0132E2F-3119-4D50-AAFC-E11E4B641DB6}" srcOrd="2" destOrd="0" presId="urn:microsoft.com/office/officeart/2018/5/layout/IconCircleLabelList"/>
    <dgm:cxn modelId="{DD59D6D1-5D16-4E9C-A558-66BD2F95A2A6}" type="presParOf" srcId="{8A022261-897A-434D-8856-21EAE11711E6}" destId="{A6775DB0-C2D6-4E79-8BCC-C8414B2A544C}" srcOrd="3" destOrd="0" presId="urn:microsoft.com/office/officeart/2018/5/layout/IconCircleLabelList"/>
    <dgm:cxn modelId="{9C67553E-3B31-4989-86A4-94FDE76FE28E}" type="presParOf" srcId="{00043120-665A-4C73-88C9-D90EA087CD51}" destId="{DA3CCE07-364D-4A63-8E29-4D71E96F0F5B}" srcOrd="3" destOrd="0" presId="urn:microsoft.com/office/officeart/2018/5/layout/IconCircleLabelList"/>
    <dgm:cxn modelId="{9C707AB2-0F98-4DD3-9C58-6DB07C84D19B}" type="presParOf" srcId="{00043120-665A-4C73-88C9-D90EA087CD51}" destId="{7DFA4E4A-E9C1-423B-9176-2711BF55C5BD}" srcOrd="4" destOrd="0" presId="urn:microsoft.com/office/officeart/2018/5/layout/IconCircleLabelList"/>
    <dgm:cxn modelId="{D4C0CA69-50C4-4A71-8B1C-0967CBABD985}" type="presParOf" srcId="{7DFA4E4A-E9C1-423B-9176-2711BF55C5BD}" destId="{88D1FFE0-7DA1-4FB1-AD09-865603B879B2}" srcOrd="0" destOrd="0" presId="urn:microsoft.com/office/officeart/2018/5/layout/IconCircleLabelList"/>
    <dgm:cxn modelId="{A3878CDD-4626-4A50-BD64-298692EE7443}" type="presParOf" srcId="{7DFA4E4A-E9C1-423B-9176-2711BF55C5BD}" destId="{5C3FD701-3B18-48BD-AD3E-5486877E2E86}" srcOrd="1" destOrd="0" presId="urn:microsoft.com/office/officeart/2018/5/layout/IconCircleLabelList"/>
    <dgm:cxn modelId="{8E327F22-8A81-469F-A2A2-2F002B17ABA4}" type="presParOf" srcId="{7DFA4E4A-E9C1-423B-9176-2711BF55C5BD}" destId="{13F3A759-99CC-4456-BF2E-C818B11E9C6E}" srcOrd="2" destOrd="0" presId="urn:microsoft.com/office/officeart/2018/5/layout/IconCircleLabelList"/>
    <dgm:cxn modelId="{89CAB0CC-F87C-41EA-B1F9-CFF80D227526}" type="presParOf" srcId="{7DFA4E4A-E9C1-423B-9176-2711BF55C5BD}" destId="{4A1964A0-7A7F-42EA-A6FA-9449DA636E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4B54A43-37B4-46A6-951B-0C059D77D7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5531343-6193-4C20-9497-E12CC5675A3F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b="0" i="0" dirty="0"/>
            <a:t>As a player, I want to fight the enemies so that I can go on with the plot</a:t>
          </a:r>
          <a:endParaRPr lang="it-IT" noProof="0" dirty="0"/>
        </a:p>
      </dgm:t>
    </dgm:pt>
    <dgm:pt modelId="{83B1B59D-2B65-4110-9434-AB6F4E389302}" type="parTrans" cxnId="{18707F8B-C668-41C7-871B-5BC01839C349}">
      <dgm:prSet/>
      <dgm:spPr/>
      <dgm:t>
        <a:bodyPr/>
        <a:lstStyle/>
        <a:p>
          <a:endParaRPr lang="en-US"/>
        </a:p>
      </dgm:t>
    </dgm:pt>
    <dgm:pt modelId="{CBE0380A-07A7-44FD-BC86-F89CD7219D41}" type="sibTrans" cxnId="{18707F8B-C668-41C7-871B-5BC01839C349}">
      <dgm:prSet/>
      <dgm:spPr/>
      <dgm:t>
        <a:bodyPr/>
        <a:lstStyle/>
        <a:p>
          <a:endParaRPr lang="en-US"/>
        </a:p>
      </dgm:t>
    </dgm:pt>
    <dgm:pt modelId="{1EDBD013-5DE6-40BC-911F-817D569F4CC3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b="0" i="0" dirty="0"/>
            <a:t>Acceptance Criteria: the game allows the player to choose an attack or use an item</a:t>
          </a:r>
          <a:endParaRPr lang="it-IT" noProof="0" dirty="0"/>
        </a:p>
      </dgm:t>
    </dgm:pt>
    <dgm:pt modelId="{CF252FF0-0884-4AB2-A24D-34490155591B}" type="parTrans" cxnId="{AF668873-BAC7-469A-82A8-7D0031167F12}">
      <dgm:prSet/>
      <dgm:spPr/>
      <dgm:t>
        <a:bodyPr/>
        <a:lstStyle/>
        <a:p>
          <a:endParaRPr lang="en-US"/>
        </a:p>
      </dgm:t>
    </dgm:pt>
    <dgm:pt modelId="{EA566D96-41C8-4B14-BBB1-23FADF192B7D}" type="sibTrans" cxnId="{AF668873-BAC7-469A-82A8-7D0031167F12}">
      <dgm:prSet/>
      <dgm:spPr/>
      <dgm:t>
        <a:bodyPr/>
        <a:lstStyle/>
        <a:p>
          <a:endParaRPr lang="en-US"/>
        </a:p>
      </dgm:t>
    </dgm:pt>
    <dgm:pt modelId="{2BF6A14B-F370-4851-8B76-07AEEA7BECF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noProof="0" dirty="0"/>
            <a:t>Pattern: </a:t>
          </a:r>
          <a:r>
            <a:rPr lang="it-IT" b="1" noProof="0" dirty="0"/>
            <a:t>Observer</a:t>
          </a:r>
          <a:endParaRPr lang="it-IT" noProof="0" dirty="0"/>
        </a:p>
      </dgm:t>
    </dgm:pt>
    <dgm:pt modelId="{66C40DAC-C002-4EF3-944F-B16DE8DFB4F5}" type="parTrans" cxnId="{7BB6FA00-3CF3-4717-AD4C-060373733B00}">
      <dgm:prSet/>
      <dgm:spPr/>
      <dgm:t>
        <a:bodyPr/>
        <a:lstStyle/>
        <a:p>
          <a:endParaRPr lang="en-US"/>
        </a:p>
      </dgm:t>
    </dgm:pt>
    <dgm:pt modelId="{13111E74-58E8-41C5-ADA2-8A7D223BD0A9}" type="sibTrans" cxnId="{7BB6FA00-3CF3-4717-AD4C-060373733B00}">
      <dgm:prSet/>
      <dgm:spPr/>
      <dgm:t>
        <a:bodyPr/>
        <a:lstStyle/>
        <a:p>
          <a:endParaRPr lang="en-US"/>
        </a:p>
      </dgm:t>
    </dgm:pt>
    <dgm:pt modelId="{6065341E-FF18-4530-ABC1-7755867523C3}" type="pres">
      <dgm:prSet presAssocID="{14B54A43-37B4-46A6-951B-0C059D77D7C4}" presName="root" presStyleCnt="0">
        <dgm:presLayoutVars>
          <dgm:dir/>
          <dgm:resizeHandles val="exact"/>
        </dgm:presLayoutVars>
      </dgm:prSet>
      <dgm:spPr/>
    </dgm:pt>
    <dgm:pt modelId="{2273F9F2-891F-464F-8CE8-B8C31D5A6C85}" type="pres">
      <dgm:prSet presAssocID="{85531343-6193-4C20-9497-E12CC5675A3F}" presName="compNode" presStyleCnt="0"/>
      <dgm:spPr/>
    </dgm:pt>
    <dgm:pt modelId="{5F85631A-DA3E-445E-B38C-DDBB283F6060}" type="pres">
      <dgm:prSet presAssocID="{85531343-6193-4C20-9497-E12CC5675A3F}" presName="iconBgRect" presStyleLbl="bgShp" presStyleIdx="0" presStyleCnt="3"/>
      <dgm:spPr/>
    </dgm:pt>
    <dgm:pt modelId="{79BCD683-510A-4201-97CC-4A75303B2EB6}" type="pres">
      <dgm:prSet presAssocID="{85531343-6193-4C20-9497-E12CC5675A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one"/>
        </a:ext>
      </dgm:extLst>
    </dgm:pt>
    <dgm:pt modelId="{45308989-C148-429D-B219-0ED361AE60F8}" type="pres">
      <dgm:prSet presAssocID="{85531343-6193-4C20-9497-E12CC5675A3F}" presName="spaceRect" presStyleCnt="0"/>
      <dgm:spPr/>
    </dgm:pt>
    <dgm:pt modelId="{45D431CB-344E-4F35-B5B8-E0D9A3882219}" type="pres">
      <dgm:prSet presAssocID="{85531343-6193-4C20-9497-E12CC5675A3F}" presName="textRect" presStyleLbl="revTx" presStyleIdx="0" presStyleCnt="3">
        <dgm:presLayoutVars>
          <dgm:chMax val="1"/>
          <dgm:chPref val="1"/>
        </dgm:presLayoutVars>
      </dgm:prSet>
      <dgm:spPr/>
    </dgm:pt>
    <dgm:pt modelId="{3E55E57A-0F8D-4BD9-A617-B59E5297C21D}" type="pres">
      <dgm:prSet presAssocID="{CBE0380A-07A7-44FD-BC86-F89CD7219D41}" presName="sibTrans" presStyleCnt="0"/>
      <dgm:spPr/>
    </dgm:pt>
    <dgm:pt modelId="{8F26A107-21EF-4436-9E17-B8C55DD3C661}" type="pres">
      <dgm:prSet presAssocID="{1EDBD013-5DE6-40BC-911F-817D569F4CC3}" presName="compNode" presStyleCnt="0"/>
      <dgm:spPr/>
    </dgm:pt>
    <dgm:pt modelId="{0B14F369-5414-49FC-9AF0-392D381764B2}" type="pres">
      <dgm:prSet presAssocID="{1EDBD013-5DE6-40BC-911F-817D569F4CC3}" presName="iconBgRect" presStyleLbl="bgShp" presStyleIdx="1" presStyleCnt="3"/>
      <dgm:spPr/>
    </dgm:pt>
    <dgm:pt modelId="{70A5BD62-0BEA-48C6-AC6F-9982F9636446}" type="pres">
      <dgm:prSet presAssocID="{1EDBD013-5DE6-40BC-911F-817D569F4CC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FFCF1A44-A04B-496E-951E-D7CA8816BEFB}" type="pres">
      <dgm:prSet presAssocID="{1EDBD013-5DE6-40BC-911F-817D569F4CC3}" presName="spaceRect" presStyleCnt="0"/>
      <dgm:spPr/>
    </dgm:pt>
    <dgm:pt modelId="{39EFD421-35F3-41F8-A317-F047E8259D85}" type="pres">
      <dgm:prSet presAssocID="{1EDBD013-5DE6-40BC-911F-817D569F4CC3}" presName="textRect" presStyleLbl="revTx" presStyleIdx="1" presStyleCnt="3">
        <dgm:presLayoutVars>
          <dgm:chMax val="1"/>
          <dgm:chPref val="1"/>
        </dgm:presLayoutVars>
      </dgm:prSet>
      <dgm:spPr/>
    </dgm:pt>
    <dgm:pt modelId="{0F4A795B-1BB8-4B0F-BDFD-40E49A1B9479}" type="pres">
      <dgm:prSet presAssocID="{EA566D96-41C8-4B14-BBB1-23FADF192B7D}" presName="sibTrans" presStyleCnt="0"/>
      <dgm:spPr/>
    </dgm:pt>
    <dgm:pt modelId="{511F28FB-FA89-4D1D-A3EB-1CF45D44ECE4}" type="pres">
      <dgm:prSet presAssocID="{2BF6A14B-F370-4851-8B76-07AEEA7BECF4}" presName="compNode" presStyleCnt="0"/>
      <dgm:spPr/>
    </dgm:pt>
    <dgm:pt modelId="{8EC44CBD-47A4-4FB0-ADB7-D84E9B7FD5F0}" type="pres">
      <dgm:prSet presAssocID="{2BF6A14B-F370-4851-8B76-07AEEA7BECF4}" presName="iconBgRect" presStyleLbl="bgShp" presStyleIdx="2" presStyleCnt="3"/>
      <dgm:spPr/>
    </dgm:pt>
    <dgm:pt modelId="{C2265A3D-7DF8-4C53-A661-DB2075A65632}" type="pres">
      <dgm:prSet presAssocID="{2BF6A14B-F370-4851-8B76-07AEEA7BECF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F0326E9-00E2-4C35-B010-126BA2442F7C}" type="pres">
      <dgm:prSet presAssocID="{2BF6A14B-F370-4851-8B76-07AEEA7BECF4}" presName="spaceRect" presStyleCnt="0"/>
      <dgm:spPr/>
    </dgm:pt>
    <dgm:pt modelId="{9B1209AF-D467-4BFD-A501-051EA5A310AF}" type="pres">
      <dgm:prSet presAssocID="{2BF6A14B-F370-4851-8B76-07AEEA7BECF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BB6FA00-3CF3-4717-AD4C-060373733B00}" srcId="{14B54A43-37B4-46A6-951B-0C059D77D7C4}" destId="{2BF6A14B-F370-4851-8B76-07AEEA7BECF4}" srcOrd="2" destOrd="0" parTransId="{66C40DAC-C002-4EF3-944F-B16DE8DFB4F5}" sibTransId="{13111E74-58E8-41C5-ADA2-8A7D223BD0A9}"/>
    <dgm:cxn modelId="{97C7881A-67C2-4DD4-B092-26B23A93EDF3}" type="presOf" srcId="{85531343-6193-4C20-9497-E12CC5675A3F}" destId="{45D431CB-344E-4F35-B5B8-E0D9A3882219}" srcOrd="0" destOrd="0" presId="urn:microsoft.com/office/officeart/2018/5/layout/IconCircleLabelList"/>
    <dgm:cxn modelId="{AF668873-BAC7-469A-82A8-7D0031167F12}" srcId="{14B54A43-37B4-46A6-951B-0C059D77D7C4}" destId="{1EDBD013-5DE6-40BC-911F-817D569F4CC3}" srcOrd="1" destOrd="0" parTransId="{CF252FF0-0884-4AB2-A24D-34490155591B}" sibTransId="{EA566D96-41C8-4B14-BBB1-23FADF192B7D}"/>
    <dgm:cxn modelId="{18707F8B-C668-41C7-871B-5BC01839C349}" srcId="{14B54A43-37B4-46A6-951B-0C059D77D7C4}" destId="{85531343-6193-4C20-9497-E12CC5675A3F}" srcOrd="0" destOrd="0" parTransId="{83B1B59D-2B65-4110-9434-AB6F4E389302}" sibTransId="{CBE0380A-07A7-44FD-BC86-F89CD7219D41}"/>
    <dgm:cxn modelId="{78055797-09DC-4F17-8290-C185CB145B25}" type="presOf" srcId="{14B54A43-37B4-46A6-951B-0C059D77D7C4}" destId="{6065341E-FF18-4530-ABC1-7755867523C3}" srcOrd="0" destOrd="0" presId="urn:microsoft.com/office/officeart/2018/5/layout/IconCircleLabelList"/>
    <dgm:cxn modelId="{A1D976C3-E8D4-4A04-8491-E4E26277D9DF}" type="presOf" srcId="{1EDBD013-5DE6-40BC-911F-817D569F4CC3}" destId="{39EFD421-35F3-41F8-A317-F047E8259D85}" srcOrd="0" destOrd="0" presId="urn:microsoft.com/office/officeart/2018/5/layout/IconCircleLabelList"/>
    <dgm:cxn modelId="{F0F71FFB-C6E8-4C01-8EC5-0DB9B5CC482F}" type="presOf" srcId="{2BF6A14B-F370-4851-8B76-07AEEA7BECF4}" destId="{9B1209AF-D467-4BFD-A501-051EA5A310AF}" srcOrd="0" destOrd="0" presId="urn:microsoft.com/office/officeart/2018/5/layout/IconCircleLabelList"/>
    <dgm:cxn modelId="{FBD69A86-F7E4-4F15-B67C-65B1713EB332}" type="presParOf" srcId="{6065341E-FF18-4530-ABC1-7755867523C3}" destId="{2273F9F2-891F-464F-8CE8-B8C31D5A6C85}" srcOrd="0" destOrd="0" presId="urn:microsoft.com/office/officeart/2018/5/layout/IconCircleLabelList"/>
    <dgm:cxn modelId="{085BAF81-770C-45B2-92DB-3D40AA8F36F1}" type="presParOf" srcId="{2273F9F2-891F-464F-8CE8-B8C31D5A6C85}" destId="{5F85631A-DA3E-445E-B38C-DDBB283F6060}" srcOrd="0" destOrd="0" presId="urn:microsoft.com/office/officeart/2018/5/layout/IconCircleLabelList"/>
    <dgm:cxn modelId="{EDA30C5E-D819-477E-A4AF-9259D709FBDF}" type="presParOf" srcId="{2273F9F2-891F-464F-8CE8-B8C31D5A6C85}" destId="{79BCD683-510A-4201-97CC-4A75303B2EB6}" srcOrd="1" destOrd="0" presId="urn:microsoft.com/office/officeart/2018/5/layout/IconCircleLabelList"/>
    <dgm:cxn modelId="{D3ACAEB8-FD27-45C0-A582-836B58C5EE59}" type="presParOf" srcId="{2273F9F2-891F-464F-8CE8-B8C31D5A6C85}" destId="{45308989-C148-429D-B219-0ED361AE60F8}" srcOrd="2" destOrd="0" presId="urn:microsoft.com/office/officeart/2018/5/layout/IconCircleLabelList"/>
    <dgm:cxn modelId="{D2160DA6-3673-4E6E-A1F4-970BFEDBF685}" type="presParOf" srcId="{2273F9F2-891F-464F-8CE8-B8C31D5A6C85}" destId="{45D431CB-344E-4F35-B5B8-E0D9A3882219}" srcOrd="3" destOrd="0" presId="urn:microsoft.com/office/officeart/2018/5/layout/IconCircleLabelList"/>
    <dgm:cxn modelId="{C423FF16-738C-4422-92E5-F046AA1D3223}" type="presParOf" srcId="{6065341E-FF18-4530-ABC1-7755867523C3}" destId="{3E55E57A-0F8D-4BD9-A617-B59E5297C21D}" srcOrd="1" destOrd="0" presId="urn:microsoft.com/office/officeart/2018/5/layout/IconCircleLabelList"/>
    <dgm:cxn modelId="{EC7F8A24-0ACD-4E32-81DC-9752FE35AEB9}" type="presParOf" srcId="{6065341E-FF18-4530-ABC1-7755867523C3}" destId="{8F26A107-21EF-4436-9E17-B8C55DD3C661}" srcOrd="2" destOrd="0" presId="urn:microsoft.com/office/officeart/2018/5/layout/IconCircleLabelList"/>
    <dgm:cxn modelId="{5B00D751-7437-4D0F-91BB-E957A1B9711D}" type="presParOf" srcId="{8F26A107-21EF-4436-9E17-B8C55DD3C661}" destId="{0B14F369-5414-49FC-9AF0-392D381764B2}" srcOrd="0" destOrd="0" presId="urn:microsoft.com/office/officeart/2018/5/layout/IconCircleLabelList"/>
    <dgm:cxn modelId="{55A2D4EE-5194-41A8-840C-BA978035612F}" type="presParOf" srcId="{8F26A107-21EF-4436-9E17-B8C55DD3C661}" destId="{70A5BD62-0BEA-48C6-AC6F-9982F9636446}" srcOrd="1" destOrd="0" presId="urn:microsoft.com/office/officeart/2018/5/layout/IconCircleLabelList"/>
    <dgm:cxn modelId="{CC63F136-B4B8-4E17-83A6-6416B6350BE9}" type="presParOf" srcId="{8F26A107-21EF-4436-9E17-B8C55DD3C661}" destId="{FFCF1A44-A04B-496E-951E-D7CA8816BEFB}" srcOrd="2" destOrd="0" presId="urn:microsoft.com/office/officeart/2018/5/layout/IconCircleLabelList"/>
    <dgm:cxn modelId="{DC48720C-7D2C-4E6A-A068-C9DBDE06A8DE}" type="presParOf" srcId="{8F26A107-21EF-4436-9E17-B8C55DD3C661}" destId="{39EFD421-35F3-41F8-A317-F047E8259D85}" srcOrd="3" destOrd="0" presId="urn:microsoft.com/office/officeart/2018/5/layout/IconCircleLabelList"/>
    <dgm:cxn modelId="{EE4BE2B8-991E-4C84-A55A-71EA8384E21D}" type="presParOf" srcId="{6065341E-FF18-4530-ABC1-7755867523C3}" destId="{0F4A795B-1BB8-4B0F-BDFD-40E49A1B9479}" srcOrd="3" destOrd="0" presId="urn:microsoft.com/office/officeart/2018/5/layout/IconCircleLabelList"/>
    <dgm:cxn modelId="{8422B92A-1500-42BD-98B1-E7140D03D002}" type="presParOf" srcId="{6065341E-FF18-4530-ABC1-7755867523C3}" destId="{511F28FB-FA89-4D1D-A3EB-1CF45D44ECE4}" srcOrd="4" destOrd="0" presId="urn:microsoft.com/office/officeart/2018/5/layout/IconCircleLabelList"/>
    <dgm:cxn modelId="{16635E0D-6C7C-47E6-8C3B-3D92B6F3C99D}" type="presParOf" srcId="{511F28FB-FA89-4D1D-A3EB-1CF45D44ECE4}" destId="{8EC44CBD-47A4-4FB0-ADB7-D84E9B7FD5F0}" srcOrd="0" destOrd="0" presId="urn:microsoft.com/office/officeart/2018/5/layout/IconCircleLabelList"/>
    <dgm:cxn modelId="{A846E0F2-542C-45E2-8880-2E5D0371BC75}" type="presParOf" srcId="{511F28FB-FA89-4D1D-A3EB-1CF45D44ECE4}" destId="{C2265A3D-7DF8-4C53-A661-DB2075A65632}" srcOrd="1" destOrd="0" presId="urn:microsoft.com/office/officeart/2018/5/layout/IconCircleLabelList"/>
    <dgm:cxn modelId="{42E46AC5-F79F-4BDB-8D60-C11A79E947B0}" type="presParOf" srcId="{511F28FB-FA89-4D1D-A3EB-1CF45D44ECE4}" destId="{DF0326E9-00E2-4C35-B010-126BA2442F7C}" srcOrd="2" destOrd="0" presId="urn:microsoft.com/office/officeart/2018/5/layout/IconCircleLabelList"/>
    <dgm:cxn modelId="{A9BB1C06-0A5A-4E87-8241-50C5CC951F91}" type="presParOf" srcId="{511F28FB-FA89-4D1D-A3EB-1CF45D44ECE4}" destId="{9B1209AF-D467-4BFD-A501-051EA5A310A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B1E62-1B90-4700-89FA-10C01D129410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C1CE1-F139-45AE-9F5D-FDEBBDE6CBBE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B845FB-01CC-4EB6-92E4-8480887060B0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 err="1"/>
            <a:t>As</a:t>
          </a:r>
          <a:r>
            <a:rPr lang="it-IT" sz="2100" kern="1200" noProof="0" dirty="0"/>
            <a:t> a player, I </a:t>
          </a:r>
          <a:r>
            <a:rPr lang="it-IT" sz="2100" kern="1200" noProof="0" dirty="0" err="1"/>
            <a:t>want</a:t>
          </a:r>
          <a:r>
            <a:rPr lang="it-IT" sz="2100" kern="1200" noProof="0" dirty="0"/>
            <a:t> to </a:t>
          </a:r>
          <a:r>
            <a:rPr lang="it-IT" sz="2100" kern="1200" noProof="0" dirty="0" err="1"/>
            <a:t>launch</a:t>
          </a:r>
          <a:r>
            <a:rPr lang="it-IT" sz="2100" kern="1200" noProof="0" dirty="0"/>
            <a:t> the game and access the </a:t>
          </a:r>
          <a:r>
            <a:rPr lang="it-IT" sz="2100" kern="1200" noProof="0" dirty="0" err="1"/>
            <a:t>main</a:t>
          </a:r>
          <a:r>
            <a:rPr lang="it-IT" sz="2100" kern="1200" noProof="0" dirty="0"/>
            <a:t> menu, so </a:t>
          </a:r>
          <a:r>
            <a:rPr lang="it-IT" sz="2100" kern="1200" noProof="0" dirty="0" err="1"/>
            <a:t>that</a:t>
          </a:r>
          <a:r>
            <a:rPr lang="it-IT" sz="2100" kern="1200" noProof="0" dirty="0"/>
            <a:t> I can </a:t>
          </a:r>
          <a:r>
            <a:rPr lang="it-IT" sz="2100" kern="1200" noProof="0" dirty="0" err="1"/>
            <a:t>choose</a:t>
          </a:r>
          <a:r>
            <a:rPr lang="it-IT" sz="2100" kern="1200" noProof="0" dirty="0"/>
            <a:t> to start, continue, or </a:t>
          </a:r>
          <a:r>
            <a:rPr lang="it-IT" sz="2100" kern="1200" noProof="0" dirty="0" err="1"/>
            <a:t>configure</a:t>
          </a:r>
          <a:r>
            <a:rPr lang="it-IT" sz="2100" kern="1200" noProof="0" dirty="0"/>
            <a:t> </a:t>
          </a:r>
          <a:r>
            <a:rPr lang="it-IT" sz="2100" kern="1200" noProof="0" dirty="0" err="1"/>
            <a:t>my</a:t>
          </a:r>
          <a:r>
            <a:rPr lang="it-IT" sz="2100" kern="1200" noProof="0" dirty="0"/>
            <a:t> game.</a:t>
          </a:r>
        </a:p>
      </dsp:txBody>
      <dsp:txXfrm>
        <a:off x="1939533" y="717"/>
        <a:ext cx="4362067" cy="1679249"/>
      </dsp:txXfrm>
    </dsp:sp>
    <dsp:sp modelId="{0C439C05-E3DA-4022-BC99-642E8E3EE121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68A32-64BA-4C70-A040-1835F6AF5808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D3097-3472-41AD-A195-4BC459963CDF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 err="1"/>
            <a:t>Acceptance</a:t>
          </a:r>
          <a:r>
            <a:rPr lang="it-IT" sz="2100" kern="1200" noProof="0" dirty="0"/>
            <a:t> </a:t>
          </a:r>
          <a:r>
            <a:rPr lang="it-IT" sz="2100" kern="1200" noProof="0" dirty="0" err="1"/>
            <a:t>criteria</a:t>
          </a:r>
          <a:r>
            <a:rPr lang="it-IT" sz="2100" kern="1200" noProof="0" dirty="0"/>
            <a:t>: the game </a:t>
          </a:r>
          <a:r>
            <a:rPr lang="it-IT" sz="2100" kern="1200" noProof="0" dirty="0" err="1"/>
            <a:t>launches</a:t>
          </a:r>
          <a:r>
            <a:rPr lang="it-IT" sz="2100" kern="1200" noProof="0" dirty="0"/>
            <a:t> and the </a:t>
          </a:r>
          <a:r>
            <a:rPr lang="it-IT" sz="2100" kern="1200" noProof="0" dirty="0" err="1"/>
            <a:t>main</a:t>
          </a:r>
          <a:r>
            <a:rPr lang="it-IT" sz="2100" kern="1200" noProof="0" dirty="0"/>
            <a:t> menu </a:t>
          </a:r>
          <a:r>
            <a:rPr lang="it-IT" sz="2100" kern="1200" noProof="0" dirty="0" err="1"/>
            <a:t>is</a:t>
          </a:r>
          <a:r>
            <a:rPr lang="it-IT" sz="2100" kern="1200" noProof="0" dirty="0"/>
            <a:t> </a:t>
          </a:r>
          <a:r>
            <a:rPr lang="it-IT" sz="2100" kern="1200" noProof="0" dirty="0" err="1"/>
            <a:t>showed</a:t>
          </a:r>
          <a:r>
            <a:rPr lang="it-IT" sz="2100" kern="1200" noProof="0" dirty="0"/>
            <a:t>.</a:t>
          </a:r>
        </a:p>
      </dsp:txBody>
      <dsp:txXfrm>
        <a:off x="1939533" y="2099779"/>
        <a:ext cx="4362067" cy="1679249"/>
      </dsp:txXfrm>
    </dsp:sp>
    <dsp:sp modelId="{1F1F13AC-1B21-4549-9290-145AE0D49428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C5301-C3D4-4693-AF87-8D01706211DC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12115-F87A-435D-8B0E-36F24BA800BA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/>
            <a:t>Pattern: Singleton</a:t>
          </a:r>
        </a:p>
      </dsp:txBody>
      <dsp:txXfrm>
        <a:off x="1939533" y="4198841"/>
        <a:ext cx="4362067" cy="1679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C5DE0-44F3-4E94-819A-748039762D47}">
      <dsp:nvSpPr>
        <dsp:cNvPr id="0" name=""/>
        <dsp:cNvSpPr/>
      </dsp:nvSpPr>
      <dsp:spPr>
        <a:xfrm>
          <a:off x="647429" y="23057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375A17-FA0A-4C0C-95A1-C8FCEA4F9B5C}">
      <dsp:nvSpPr>
        <dsp:cNvPr id="0" name=""/>
        <dsp:cNvSpPr/>
      </dsp:nvSpPr>
      <dsp:spPr>
        <a:xfrm>
          <a:off x="1034992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73D12-DA4D-48EE-AA96-FC673DE14FCD}">
      <dsp:nvSpPr>
        <dsp:cNvPr id="0" name=""/>
        <dsp:cNvSpPr/>
      </dsp:nvSpPr>
      <dsp:spPr>
        <a:xfrm>
          <a:off x="66086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 noProof="0" dirty="0" err="1"/>
            <a:t>As</a:t>
          </a:r>
          <a:r>
            <a:rPr lang="it-IT" sz="1700" kern="1200" noProof="0" dirty="0"/>
            <a:t> a player, I </a:t>
          </a:r>
          <a:r>
            <a:rPr lang="it-IT" sz="1700" kern="1200" noProof="0" dirty="0" err="1"/>
            <a:t>want</a:t>
          </a:r>
          <a:r>
            <a:rPr lang="it-IT" sz="1700" kern="1200" noProof="0" dirty="0"/>
            <a:t> to start a new game, so </a:t>
          </a:r>
          <a:r>
            <a:rPr lang="it-IT" sz="1700" kern="1200" noProof="0" dirty="0" err="1"/>
            <a:t>that</a:t>
          </a:r>
          <a:r>
            <a:rPr lang="it-IT" sz="1700" kern="1200" noProof="0" dirty="0"/>
            <a:t> I can play</a:t>
          </a:r>
        </a:p>
      </dsp:txBody>
      <dsp:txXfrm>
        <a:off x="66086" y="2615580"/>
        <a:ext cx="2981250" cy="720000"/>
      </dsp:txXfrm>
    </dsp:sp>
    <dsp:sp modelId="{498A7310-C499-4F51-8C8E-928F42E7A51C}">
      <dsp:nvSpPr>
        <dsp:cNvPr id="0" name=""/>
        <dsp:cNvSpPr/>
      </dsp:nvSpPr>
      <dsp:spPr>
        <a:xfrm>
          <a:off x="4150398" y="23057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7026A-7497-49FE-859F-B6CC4D1326A9}">
      <dsp:nvSpPr>
        <dsp:cNvPr id="0" name=""/>
        <dsp:cNvSpPr/>
      </dsp:nvSpPr>
      <dsp:spPr>
        <a:xfrm>
          <a:off x="4537961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9715B-2119-4D4F-A0DD-6A42F1EA64CA}">
      <dsp:nvSpPr>
        <dsp:cNvPr id="0" name=""/>
        <dsp:cNvSpPr/>
      </dsp:nvSpPr>
      <dsp:spPr>
        <a:xfrm>
          <a:off x="3569054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 noProof="0" dirty="0" err="1"/>
            <a:t>acceptance</a:t>
          </a:r>
          <a:r>
            <a:rPr lang="it-IT" sz="1700" kern="1200" noProof="0" dirty="0"/>
            <a:t> </a:t>
          </a:r>
          <a:r>
            <a:rPr lang="it-IT" sz="1700" kern="1200" noProof="0" dirty="0" err="1"/>
            <a:t>criteria</a:t>
          </a:r>
          <a:r>
            <a:rPr lang="it-IT" sz="1700" kern="1200" noProof="0" dirty="0"/>
            <a:t>: the game starts from the </a:t>
          </a:r>
          <a:r>
            <a:rPr lang="it-IT" sz="1700" kern="1200" noProof="0" dirty="0" err="1"/>
            <a:t>beginning</a:t>
          </a:r>
          <a:endParaRPr lang="it-IT" sz="1700" kern="1200" noProof="0" dirty="0"/>
        </a:p>
      </dsp:txBody>
      <dsp:txXfrm>
        <a:off x="3569054" y="2615580"/>
        <a:ext cx="2981250" cy="720000"/>
      </dsp:txXfrm>
    </dsp:sp>
    <dsp:sp modelId="{AA94CC57-79D2-43F1-ACCE-203953CAC621}">
      <dsp:nvSpPr>
        <dsp:cNvPr id="0" name=""/>
        <dsp:cNvSpPr/>
      </dsp:nvSpPr>
      <dsp:spPr>
        <a:xfrm>
          <a:off x="7653367" y="23057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18566-68BC-40AF-A3F5-800E516E37DB}">
      <dsp:nvSpPr>
        <dsp:cNvPr id="0" name=""/>
        <dsp:cNvSpPr/>
      </dsp:nvSpPr>
      <dsp:spPr>
        <a:xfrm>
          <a:off x="8040930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1299E-0389-4D77-8636-4B9131AA2F74}">
      <dsp:nvSpPr>
        <dsp:cNvPr id="0" name=""/>
        <dsp:cNvSpPr/>
      </dsp:nvSpPr>
      <dsp:spPr>
        <a:xfrm>
          <a:off x="7072023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 noProof="0" dirty="0"/>
            <a:t>Pattern: Factory</a:t>
          </a:r>
        </a:p>
      </dsp:txBody>
      <dsp:txXfrm>
        <a:off x="7072023" y="2615580"/>
        <a:ext cx="2981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5631A-DA3E-445E-B38C-DDBB283F6060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BCD683-510A-4201-97CC-4A75303B2EB6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431CB-344E-4F35-B5B8-E0D9A3882219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500" kern="1200" noProof="0" dirty="0" err="1"/>
            <a:t>As</a:t>
          </a:r>
          <a:r>
            <a:rPr lang="it-IT" sz="1500" kern="1200" noProof="0" dirty="0"/>
            <a:t> a player, I </a:t>
          </a:r>
          <a:r>
            <a:rPr lang="it-IT" sz="1500" kern="1200" noProof="0" dirty="0" err="1"/>
            <a:t>want</a:t>
          </a:r>
          <a:r>
            <a:rPr lang="it-IT" sz="1500" kern="1200" noProof="0" dirty="0"/>
            <a:t> to </a:t>
          </a:r>
          <a:r>
            <a:rPr lang="it-IT" sz="1500" kern="1200" noProof="0" dirty="0" err="1"/>
            <a:t>fight</a:t>
          </a:r>
          <a:r>
            <a:rPr lang="it-IT" sz="1500" kern="1200" noProof="0" dirty="0"/>
            <a:t> the </a:t>
          </a:r>
          <a:r>
            <a:rPr lang="it-IT" sz="1500" kern="1200" noProof="0" dirty="0" err="1"/>
            <a:t>enemies</a:t>
          </a:r>
          <a:r>
            <a:rPr lang="it-IT" sz="1500" kern="1200" noProof="0" dirty="0"/>
            <a:t> so </a:t>
          </a:r>
          <a:r>
            <a:rPr lang="it-IT" sz="1500" kern="1200" noProof="0" dirty="0" err="1"/>
            <a:t>that</a:t>
          </a:r>
          <a:r>
            <a:rPr lang="it-IT" sz="1500" kern="1200" noProof="0" dirty="0"/>
            <a:t> I can go on with the plot</a:t>
          </a:r>
        </a:p>
      </dsp:txBody>
      <dsp:txXfrm>
        <a:off x="93445" y="3018902"/>
        <a:ext cx="3206250" cy="720000"/>
      </dsp:txXfrm>
    </dsp:sp>
    <dsp:sp modelId="{0B14F369-5414-49FC-9AF0-392D381764B2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5BD62-0BEA-48C6-AC6F-9982F9636446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FD421-35F3-41F8-A317-F047E8259D85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500" kern="1200" noProof="0" dirty="0" err="1"/>
            <a:t>acceptance</a:t>
          </a:r>
          <a:r>
            <a:rPr lang="it-IT" sz="1500" kern="1200" noProof="0" dirty="0"/>
            <a:t> </a:t>
          </a:r>
          <a:r>
            <a:rPr lang="it-IT" sz="1500" kern="1200" noProof="0" dirty="0" err="1"/>
            <a:t>criteria</a:t>
          </a:r>
          <a:r>
            <a:rPr lang="it-IT" sz="1500" kern="1200" noProof="0" dirty="0"/>
            <a:t>: the game </a:t>
          </a:r>
          <a:r>
            <a:rPr lang="it-IT" sz="1500" kern="1200" noProof="0" dirty="0" err="1"/>
            <a:t>allows</a:t>
          </a:r>
          <a:r>
            <a:rPr lang="it-IT" sz="1500" kern="1200" noProof="0" dirty="0"/>
            <a:t> the player to </a:t>
          </a:r>
          <a:r>
            <a:rPr lang="it-IT" sz="1500" kern="1200" noProof="0" dirty="0" err="1"/>
            <a:t>choose</a:t>
          </a:r>
          <a:r>
            <a:rPr lang="it-IT" sz="1500" kern="1200" noProof="0" dirty="0"/>
            <a:t> an </a:t>
          </a:r>
          <a:r>
            <a:rPr lang="it-IT" sz="1500" kern="1200" noProof="0" dirty="0" err="1"/>
            <a:t>attack</a:t>
          </a:r>
          <a:r>
            <a:rPr lang="it-IT" sz="1500" kern="1200" noProof="0" dirty="0"/>
            <a:t> or use an item</a:t>
          </a:r>
        </a:p>
      </dsp:txBody>
      <dsp:txXfrm>
        <a:off x="3860789" y="3018902"/>
        <a:ext cx="3206250" cy="720000"/>
      </dsp:txXfrm>
    </dsp:sp>
    <dsp:sp modelId="{8EC44CBD-47A4-4FB0-ADB7-D84E9B7FD5F0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65A3D-7DF8-4C53-A661-DB2075A65632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209AF-D467-4BFD-A501-051EA5A310AF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500" kern="1200" noProof="0" dirty="0"/>
            <a:t>Pattern: </a:t>
          </a:r>
          <a:r>
            <a:rPr lang="it-IT" sz="1500" b="1" kern="1200" noProof="0" dirty="0"/>
            <a:t>Strategy + Observer</a:t>
          </a:r>
          <a:endParaRPr lang="it-IT" sz="1500" kern="1200" noProof="0" dirty="0"/>
        </a:p>
      </dsp:txBody>
      <dsp:txXfrm>
        <a:off x="7628133" y="3018902"/>
        <a:ext cx="32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81AF7-A197-41A7-B19C-436F0D878782}">
      <dsp:nvSpPr>
        <dsp:cNvPr id="0" name=""/>
        <dsp:cNvSpPr/>
      </dsp:nvSpPr>
      <dsp:spPr>
        <a:xfrm>
          <a:off x="0" y="640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568B2-C461-40B2-9EA7-C0F2FAFA5D5E}">
      <dsp:nvSpPr>
        <dsp:cNvPr id="0" name=""/>
        <dsp:cNvSpPr/>
      </dsp:nvSpPr>
      <dsp:spPr>
        <a:xfrm>
          <a:off x="453120" y="337671"/>
          <a:ext cx="823854" cy="8238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49514-D71D-4926-B777-F1967F3188FD}">
      <dsp:nvSpPr>
        <dsp:cNvPr id="0" name=""/>
        <dsp:cNvSpPr/>
      </dsp:nvSpPr>
      <dsp:spPr>
        <a:xfrm>
          <a:off x="1730095" y="640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 err="1"/>
            <a:t>As</a:t>
          </a:r>
          <a:r>
            <a:rPr lang="it-IT" sz="2100" kern="1200" noProof="0" dirty="0"/>
            <a:t> a player, I </a:t>
          </a:r>
          <a:r>
            <a:rPr lang="it-IT" sz="2100" kern="1200" noProof="0" dirty="0" err="1"/>
            <a:t>want</a:t>
          </a:r>
          <a:r>
            <a:rPr lang="it-IT" sz="2100" kern="1200" noProof="0" dirty="0"/>
            <a:t> the system to </a:t>
          </a:r>
          <a:r>
            <a:rPr lang="it-IT" sz="2100" kern="1200" noProof="0" dirty="0" err="1"/>
            <a:t>calculate</a:t>
          </a:r>
          <a:r>
            <a:rPr lang="it-IT" sz="2100" kern="1200" noProof="0" dirty="0"/>
            <a:t> </a:t>
          </a:r>
          <a:r>
            <a:rPr lang="it-IT" sz="2100" kern="1200" noProof="0" dirty="0" err="1"/>
            <a:t>damage</a:t>
          </a:r>
          <a:r>
            <a:rPr lang="it-IT" sz="2100" kern="1200" noProof="0" dirty="0"/>
            <a:t>, </a:t>
          </a:r>
          <a:r>
            <a:rPr lang="it-IT" sz="2100" kern="1200" noProof="0" dirty="0" err="1"/>
            <a:t>effects</a:t>
          </a:r>
          <a:r>
            <a:rPr lang="it-IT" sz="2100" kern="1200" noProof="0" dirty="0"/>
            <a:t> and </a:t>
          </a:r>
          <a:r>
            <a:rPr lang="it-IT" sz="2100" kern="1200" noProof="0" dirty="0" err="1"/>
            <a:t>healing</a:t>
          </a:r>
          <a:r>
            <a:rPr lang="it-IT" sz="2100" kern="1200" noProof="0" dirty="0"/>
            <a:t> so </a:t>
          </a:r>
          <a:r>
            <a:rPr lang="it-IT" sz="2100" kern="1200" noProof="0" dirty="0" err="1"/>
            <a:t>that</a:t>
          </a:r>
          <a:r>
            <a:rPr lang="it-IT" sz="2100" kern="1200" noProof="0" dirty="0"/>
            <a:t> I can </a:t>
          </a:r>
          <a:r>
            <a:rPr lang="it-IT" sz="2100" kern="1200" noProof="0" dirty="0" err="1"/>
            <a:t>see</a:t>
          </a:r>
          <a:r>
            <a:rPr lang="it-IT" sz="2100" kern="1200" noProof="0" dirty="0"/>
            <a:t> the </a:t>
          </a:r>
          <a:r>
            <a:rPr lang="it-IT" sz="2100" kern="1200" noProof="0" dirty="0" err="1"/>
            <a:t>results</a:t>
          </a:r>
          <a:r>
            <a:rPr lang="it-IT" sz="2100" kern="1200" noProof="0" dirty="0"/>
            <a:t> of </a:t>
          </a:r>
          <a:r>
            <a:rPr lang="it-IT" sz="2100" kern="1200" noProof="0" dirty="0" err="1"/>
            <a:t>each</a:t>
          </a:r>
          <a:r>
            <a:rPr lang="it-IT" sz="2100" kern="1200" noProof="0" dirty="0"/>
            <a:t> turn.</a:t>
          </a:r>
        </a:p>
      </dsp:txBody>
      <dsp:txXfrm>
        <a:off x="1730095" y="640"/>
        <a:ext cx="4859164" cy="1497917"/>
      </dsp:txXfrm>
    </dsp:sp>
    <dsp:sp modelId="{CE2F0C63-82EE-4C0D-8EF5-DE3C704A19E7}">
      <dsp:nvSpPr>
        <dsp:cNvPr id="0" name=""/>
        <dsp:cNvSpPr/>
      </dsp:nvSpPr>
      <dsp:spPr>
        <a:xfrm>
          <a:off x="0" y="1873037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F5238-7E8B-4038-9ACF-C3CFBCA66B21}">
      <dsp:nvSpPr>
        <dsp:cNvPr id="0" name=""/>
        <dsp:cNvSpPr/>
      </dsp:nvSpPr>
      <dsp:spPr>
        <a:xfrm>
          <a:off x="453120" y="2210069"/>
          <a:ext cx="823854" cy="8238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9A2C3-9C32-4CBB-8FC1-3D1BE7FE750F}">
      <dsp:nvSpPr>
        <dsp:cNvPr id="0" name=""/>
        <dsp:cNvSpPr/>
      </dsp:nvSpPr>
      <dsp:spPr>
        <a:xfrm>
          <a:off x="1730095" y="1873037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 err="1"/>
            <a:t>acceptance</a:t>
          </a:r>
          <a:r>
            <a:rPr lang="it-IT" sz="2100" kern="1200" noProof="0" dirty="0"/>
            <a:t> </a:t>
          </a:r>
          <a:r>
            <a:rPr lang="it-IT" sz="2100" kern="1200" noProof="0" dirty="0" err="1"/>
            <a:t>criteria</a:t>
          </a:r>
          <a:r>
            <a:rPr lang="it-IT" sz="2100" kern="1200" noProof="0" dirty="0"/>
            <a:t>: the game </a:t>
          </a:r>
          <a:r>
            <a:rPr lang="it-IT" sz="2100" kern="1200" noProof="0" dirty="0" err="1"/>
            <a:t>calculates</a:t>
          </a:r>
          <a:r>
            <a:rPr lang="it-IT" sz="2100" kern="1200" noProof="0" dirty="0"/>
            <a:t> </a:t>
          </a:r>
          <a:r>
            <a:rPr lang="it-IT" sz="2100" kern="1200" noProof="0" dirty="0" err="1"/>
            <a:t>correctly</a:t>
          </a:r>
          <a:r>
            <a:rPr lang="it-IT" sz="2100" kern="1200" noProof="0" dirty="0"/>
            <a:t> the new </a:t>
          </a:r>
          <a:r>
            <a:rPr lang="it-IT" sz="2100" kern="1200" noProof="0" dirty="0" err="1"/>
            <a:t>combat</a:t>
          </a:r>
          <a:r>
            <a:rPr lang="it-IT" sz="2100" kern="1200" noProof="0" dirty="0"/>
            <a:t> state and the game </a:t>
          </a:r>
          <a:r>
            <a:rPr lang="it-IT" sz="2100" kern="1200" noProof="0" dirty="0" err="1"/>
            <a:t>properly</a:t>
          </a:r>
          <a:r>
            <a:rPr lang="it-IT" sz="2100" kern="1200" noProof="0" dirty="0"/>
            <a:t> shows the new </a:t>
          </a:r>
          <a:r>
            <a:rPr lang="it-IT" sz="2100" kern="1200" noProof="0" dirty="0" err="1"/>
            <a:t>combat</a:t>
          </a:r>
          <a:r>
            <a:rPr lang="it-IT" sz="2100" kern="1200" noProof="0" dirty="0"/>
            <a:t> state.</a:t>
          </a:r>
        </a:p>
      </dsp:txBody>
      <dsp:txXfrm>
        <a:off x="1730095" y="1873037"/>
        <a:ext cx="4859164" cy="1497917"/>
      </dsp:txXfrm>
    </dsp:sp>
    <dsp:sp modelId="{67FD8F6C-A64C-4C0E-8E97-1895CE3E8C3E}">
      <dsp:nvSpPr>
        <dsp:cNvPr id="0" name=""/>
        <dsp:cNvSpPr/>
      </dsp:nvSpPr>
      <dsp:spPr>
        <a:xfrm>
          <a:off x="0" y="3745434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24EC2-2B34-477E-BE00-3A882924C755}">
      <dsp:nvSpPr>
        <dsp:cNvPr id="0" name=""/>
        <dsp:cNvSpPr/>
      </dsp:nvSpPr>
      <dsp:spPr>
        <a:xfrm>
          <a:off x="453120" y="4082466"/>
          <a:ext cx="823854" cy="8238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B3CEA-E3CF-4F86-B4DF-B3280E1D36C4}">
      <dsp:nvSpPr>
        <dsp:cNvPr id="0" name=""/>
        <dsp:cNvSpPr/>
      </dsp:nvSpPr>
      <dsp:spPr>
        <a:xfrm>
          <a:off x="1730095" y="3745434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/>
            <a:t>Pattern usati: Strategy + Observer</a:t>
          </a:r>
        </a:p>
      </dsp:txBody>
      <dsp:txXfrm>
        <a:off x="1730095" y="3745434"/>
        <a:ext cx="4859164" cy="14979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E476B-9AC3-46EC-B987-EFA0994028D9}">
      <dsp:nvSpPr>
        <dsp:cNvPr id="0" name=""/>
        <dsp:cNvSpPr/>
      </dsp:nvSpPr>
      <dsp:spPr>
        <a:xfrm>
          <a:off x="647429" y="23057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16EA9-1E62-4A54-96D1-CB16CCEA359A}">
      <dsp:nvSpPr>
        <dsp:cNvPr id="0" name=""/>
        <dsp:cNvSpPr/>
      </dsp:nvSpPr>
      <dsp:spPr>
        <a:xfrm>
          <a:off x="1034992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C2F51-398E-436E-AEB4-5C72E0700AF9}">
      <dsp:nvSpPr>
        <dsp:cNvPr id="0" name=""/>
        <dsp:cNvSpPr/>
      </dsp:nvSpPr>
      <dsp:spPr>
        <a:xfrm>
          <a:off x="66086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200" kern="1200" noProof="0" dirty="0" err="1"/>
            <a:t>As</a:t>
          </a:r>
          <a:r>
            <a:rPr lang="it-IT" sz="1200" kern="1200" noProof="0" dirty="0"/>
            <a:t> a player, I </a:t>
          </a:r>
          <a:r>
            <a:rPr lang="it-IT" sz="1200" kern="1200" noProof="0" dirty="0" err="1"/>
            <a:t>want</a:t>
          </a:r>
          <a:r>
            <a:rPr lang="it-IT" sz="1200" kern="1200" noProof="0" dirty="0"/>
            <a:t> </a:t>
          </a:r>
          <a:r>
            <a:rPr lang="it-IT" sz="1200" kern="1200" noProof="0" dirty="0" err="1"/>
            <a:t>battles</a:t>
          </a:r>
          <a:r>
            <a:rPr lang="it-IT" sz="1200" kern="1200" noProof="0" dirty="0"/>
            <a:t> to </a:t>
          </a:r>
          <a:r>
            <a:rPr lang="it-IT" sz="1200" kern="1200" noProof="0" dirty="0" err="1"/>
            <a:t>proceed</a:t>
          </a:r>
          <a:r>
            <a:rPr lang="it-IT" sz="1200" kern="1200" noProof="0" dirty="0"/>
            <a:t> in </a:t>
          </a:r>
          <a:r>
            <a:rPr lang="it-IT" sz="1200" kern="1200" noProof="0" dirty="0" err="1"/>
            <a:t>alternating</a:t>
          </a:r>
          <a:r>
            <a:rPr lang="it-IT" sz="1200" kern="1200" noProof="0" dirty="0"/>
            <a:t> turns </a:t>
          </a:r>
          <a:r>
            <a:rPr lang="it-IT" sz="1200" kern="1200" noProof="0" dirty="0" err="1"/>
            <a:t>until</a:t>
          </a:r>
          <a:r>
            <a:rPr lang="it-IT" sz="1200" kern="1200" noProof="0" dirty="0"/>
            <a:t> one side </a:t>
          </a:r>
          <a:r>
            <a:rPr lang="it-IT" sz="1200" kern="1200" noProof="0" dirty="0" err="1"/>
            <a:t>is</a:t>
          </a:r>
          <a:r>
            <a:rPr lang="it-IT" sz="1200" kern="1200" noProof="0" dirty="0"/>
            <a:t> </a:t>
          </a:r>
          <a:r>
            <a:rPr lang="it-IT" sz="1200" kern="1200" noProof="0" dirty="0" err="1"/>
            <a:t>defeated</a:t>
          </a:r>
          <a:r>
            <a:rPr lang="it-IT" sz="1200" kern="1200" noProof="0" dirty="0"/>
            <a:t> so </a:t>
          </a:r>
          <a:r>
            <a:rPr lang="it-IT" sz="1200" kern="1200" noProof="0" dirty="0" err="1"/>
            <a:t>that</a:t>
          </a:r>
          <a:r>
            <a:rPr lang="it-IT" sz="1200" kern="1200" noProof="0" dirty="0"/>
            <a:t> the </a:t>
          </a:r>
          <a:r>
            <a:rPr lang="it-IT" sz="1200" kern="1200" noProof="0" dirty="0" err="1"/>
            <a:t>fight</a:t>
          </a:r>
          <a:r>
            <a:rPr lang="it-IT" sz="1200" kern="1200" noProof="0" dirty="0"/>
            <a:t> </a:t>
          </a:r>
          <a:r>
            <a:rPr lang="it-IT" sz="1200" kern="1200" noProof="0" dirty="0" err="1"/>
            <a:t>resolves</a:t>
          </a:r>
          <a:r>
            <a:rPr lang="it-IT" sz="1200" kern="1200" noProof="0" dirty="0"/>
            <a:t> </a:t>
          </a:r>
          <a:r>
            <a:rPr lang="it-IT" sz="1200" kern="1200" noProof="0" dirty="0" err="1"/>
            <a:t>fairly</a:t>
          </a:r>
          <a:r>
            <a:rPr lang="it-IT" sz="1200" kern="1200" noProof="0" dirty="0"/>
            <a:t>.</a:t>
          </a:r>
        </a:p>
      </dsp:txBody>
      <dsp:txXfrm>
        <a:off x="66086" y="2615580"/>
        <a:ext cx="2981250" cy="720000"/>
      </dsp:txXfrm>
    </dsp:sp>
    <dsp:sp modelId="{B551DDE2-36F6-4E52-A995-5C2E2B3AF5A1}">
      <dsp:nvSpPr>
        <dsp:cNvPr id="0" name=""/>
        <dsp:cNvSpPr/>
      </dsp:nvSpPr>
      <dsp:spPr>
        <a:xfrm>
          <a:off x="4150398" y="23057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7FC72-C6CF-477E-82FB-9B3E2650AF9B}">
      <dsp:nvSpPr>
        <dsp:cNvPr id="0" name=""/>
        <dsp:cNvSpPr/>
      </dsp:nvSpPr>
      <dsp:spPr>
        <a:xfrm>
          <a:off x="4537961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75DB0-C2D6-4E79-8BCC-C8414B2A544C}">
      <dsp:nvSpPr>
        <dsp:cNvPr id="0" name=""/>
        <dsp:cNvSpPr/>
      </dsp:nvSpPr>
      <dsp:spPr>
        <a:xfrm>
          <a:off x="3569054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200" b="1" kern="1200" noProof="0" dirty="0" err="1"/>
            <a:t>acceptance</a:t>
          </a:r>
          <a:r>
            <a:rPr lang="it-IT" sz="1200" b="1" kern="1200" noProof="0" dirty="0"/>
            <a:t> </a:t>
          </a:r>
          <a:r>
            <a:rPr lang="it-IT" sz="1200" b="1" kern="1200" noProof="0" dirty="0" err="1"/>
            <a:t>criteria</a:t>
          </a:r>
          <a:r>
            <a:rPr lang="it-IT" sz="1200" kern="1200" noProof="0" dirty="0"/>
            <a:t>: turns alternate </a:t>
          </a:r>
          <a:r>
            <a:rPr lang="it-IT" sz="1200" kern="1200" noProof="0" dirty="0" err="1"/>
            <a:t>between</a:t>
          </a:r>
          <a:r>
            <a:rPr lang="it-IT" sz="1200" kern="1200" noProof="0" dirty="0"/>
            <a:t> player and </a:t>
          </a:r>
          <a:r>
            <a:rPr lang="it-IT" sz="1200" kern="1200" noProof="0" dirty="0" err="1"/>
            <a:t>enemy</a:t>
          </a:r>
          <a:r>
            <a:rPr lang="it-IT" sz="1200" kern="1200" noProof="0" dirty="0"/>
            <a:t> and </a:t>
          </a:r>
          <a:r>
            <a:rPr lang="it-IT" sz="1200" kern="1200" noProof="0" dirty="0" err="1"/>
            <a:t>rewards</a:t>
          </a:r>
          <a:r>
            <a:rPr lang="it-IT" sz="1200" kern="1200" noProof="0" dirty="0"/>
            <a:t> (XP, items) are </a:t>
          </a:r>
          <a:r>
            <a:rPr lang="it-IT" sz="1200" kern="1200" noProof="0" dirty="0" err="1"/>
            <a:t>assigned</a:t>
          </a:r>
          <a:r>
            <a:rPr lang="it-IT" sz="1200" kern="1200" noProof="0" dirty="0"/>
            <a:t> after </a:t>
          </a:r>
          <a:r>
            <a:rPr lang="it-IT" sz="1200" kern="1200" noProof="0" dirty="0" err="1"/>
            <a:t>victory</a:t>
          </a:r>
          <a:r>
            <a:rPr lang="it-IT" sz="1200" kern="1200" noProof="0" dirty="0"/>
            <a:t>.</a:t>
          </a:r>
        </a:p>
      </dsp:txBody>
      <dsp:txXfrm>
        <a:off x="3569054" y="2615580"/>
        <a:ext cx="2981250" cy="720000"/>
      </dsp:txXfrm>
    </dsp:sp>
    <dsp:sp modelId="{88D1FFE0-7DA1-4FB1-AD09-865603B879B2}">
      <dsp:nvSpPr>
        <dsp:cNvPr id="0" name=""/>
        <dsp:cNvSpPr/>
      </dsp:nvSpPr>
      <dsp:spPr>
        <a:xfrm>
          <a:off x="7653367" y="23057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D701-3B18-48BD-AD3E-5486877E2E86}">
      <dsp:nvSpPr>
        <dsp:cNvPr id="0" name=""/>
        <dsp:cNvSpPr/>
      </dsp:nvSpPr>
      <dsp:spPr>
        <a:xfrm>
          <a:off x="8040930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964A0-7A7F-42EA-A6FA-9449DA636E48}">
      <dsp:nvSpPr>
        <dsp:cNvPr id="0" name=""/>
        <dsp:cNvSpPr/>
      </dsp:nvSpPr>
      <dsp:spPr>
        <a:xfrm>
          <a:off x="7072023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200" kern="1200" noProof="0" dirty="0"/>
            <a:t>Pattern usati: </a:t>
          </a:r>
          <a:r>
            <a:rPr lang="it-IT" sz="1200" b="1" kern="1200" noProof="0" dirty="0"/>
            <a:t>Strategy + Iterator</a:t>
          </a:r>
          <a:endParaRPr lang="it-IT" sz="1200" kern="1200" noProof="0" dirty="0"/>
        </a:p>
      </dsp:txBody>
      <dsp:txXfrm>
        <a:off x="7072023" y="2615580"/>
        <a:ext cx="2981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E476B-9AC3-46EC-B987-EFA0994028D9}">
      <dsp:nvSpPr>
        <dsp:cNvPr id="0" name=""/>
        <dsp:cNvSpPr/>
      </dsp:nvSpPr>
      <dsp:spPr>
        <a:xfrm>
          <a:off x="647429" y="19682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16EA9-1E62-4A54-96D1-CB16CCEA359A}">
      <dsp:nvSpPr>
        <dsp:cNvPr id="0" name=""/>
        <dsp:cNvSpPr/>
      </dsp:nvSpPr>
      <dsp:spPr>
        <a:xfrm>
          <a:off x="1034992" y="58439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C2F51-398E-436E-AEB4-5C72E0700AF9}">
      <dsp:nvSpPr>
        <dsp:cNvPr id="0" name=""/>
        <dsp:cNvSpPr/>
      </dsp:nvSpPr>
      <dsp:spPr>
        <a:xfrm>
          <a:off x="66086" y="2581830"/>
          <a:ext cx="298125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As a</a:t>
          </a:r>
          <a:r>
            <a:rPr lang="en-US" sz="1100" kern="1200" dirty="0"/>
            <a:t> player </a:t>
          </a:r>
          <a:r>
            <a:rPr lang="en-US" sz="1100" b="1" kern="1200" dirty="0"/>
            <a:t>I want</a:t>
          </a:r>
          <a:r>
            <a:rPr lang="en-US" sz="1100" kern="1200" dirty="0"/>
            <a:t> to view an interactive map,</a:t>
          </a:r>
          <a:br>
            <a:rPr lang="en-US" sz="1100" kern="1200" dirty="0"/>
          </a:br>
          <a:r>
            <a:rPr lang="en-US" sz="1100" b="1" kern="1200" dirty="0"/>
            <a:t>So that</a:t>
          </a:r>
          <a:r>
            <a:rPr lang="en-US" sz="1100" kern="1200" dirty="0"/>
            <a:t> I can easily see locations and understand their position relative to my current location.</a:t>
          </a:r>
          <a:endParaRPr lang="it-IT" sz="1100" kern="1200" noProof="0" dirty="0"/>
        </a:p>
      </dsp:txBody>
      <dsp:txXfrm>
        <a:off x="66086" y="2581830"/>
        <a:ext cx="2981250" cy="787500"/>
      </dsp:txXfrm>
    </dsp:sp>
    <dsp:sp modelId="{B551DDE2-36F6-4E52-A995-5C2E2B3AF5A1}">
      <dsp:nvSpPr>
        <dsp:cNvPr id="0" name=""/>
        <dsp:cNvSpPr/>
      </dsp:nvSpPr>
      <dsp:spPr>
        <a:xfrm>
          <a:off x="4150398" y="19682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7FC72-C6CF-477E-82FB-9B3E2650AF9B}">
      <dsp:nvSpPr>
        <dsp:cNvPr id="0" name=""/>
        <dsp:cNvSpPr/>
      </dsp:nvSpPr>
      <dsp:spPr>
        <a:xfrm>
          <a:off x="4537961" y="58439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75DB0-C2D6-4E79-8BCC-C8414B2A544C}">
      <dsp:nvSpPr>
        <dsp:cNvPr id="0" name=""/>
        <dsp:cNvSpPr/>
      </dsp:nvSpPr>
      <dsp:spPr>
        <a:xfrm>
          <a:off x="3569054" y="2581830"/>
          <a:ext cx="298125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Acceptance Criteria: The map is displayed correctly when the </a:t>
          </a:r>
          <a:r>
            <a:rPr lang="en-US" sz="1100" b="1" kern="1200" dirty="0" err="1"/>
            <a:t>MapView</a:t>
          </a:r>
          <a:r>
            <a:rPr lang="en-US" sz="1100" b="1" kern="1200" dirty="0"/>
            <a:t> is opened</a:t>
          </a:r>
          <a:endParaRPr lang="it-IT" sz="1100" kern="1200" noProof="0" dirty="0"/>
        </a:p>
      </dsp:txBody>
      <dsp:txXfrm>
        <a:off x="3569054" y="2581830"/>
        <a:ext cx="2981250" cy="787500"/>
      </dsp:txXfrm>
    </dsp:sp>
    <dsp:sp modelId="{88D1FFE0-7DA1-4FB1-AD09-865603B879B2}">
      <dsp:nvSpPr>
        <dsp:cNvPr id="0" name=""/>
        <dsp:cNvSpPr/>
      </dsp:nvSpPr>
      <dsp:spPr>
        <a:xfrm>
          <a:off x="7653367" y="19682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D701-3B18-48BD-AD3E-5486877E2E86}">
      <dsp:nvSpPr>
        <dsp:cNvPr id="0" name=""/>
        <dsp:cNvSpPr/>
      </dsp:nvSpPr>
      <dsp:spPr>
        <a:xfrm>
          <a:off x="8040930" y="58439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964A0-7A7F-42EA-A6FA-9449DA636E48}">
      <dsp:nvSpPr>
        <dsp:cNvPr id="0" name=""/>
        <dsp:cNvSpPr/>
      </dsp:nvSpPr>
      <dsp:spPr>
        <a:xfrm>
          <a:off x="7072023" y="2581830"/>
          <a:ext cx="298125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 noProof="0" dirty="0"/>
            <a:t>Pattern </a:t>
          </a:r>
          <a:r>
            <a:rPr lang="it-IT" sz="1100" kern="1200" noProof="0" dirty="0" err="1"/>
            <a:t>usatO</a:t>
          </a:r>
          <a:r>
            <a:rPr lang="it-IT" sz="1100" kern="1200" noProof="0" dirty="0"/>
            <a:t>: </a:t>
          </a:r>
          <a:r>
            <a:rPr lang="it-IT" sz="1100" b="1" kern="1200" noProof="0" dirty="0"/>
            <a:t>BUILDER</a:t>
          </a:r>
        </a:p>
      </dsp:txBody>
      <dsp:txXfrm>
        <a:off x="7072023" y="2581830"/>
        <a:ext cx="2981250" cy="787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E476B-9AC3-46EC-B987-EFA0994028D9}">
      <dsp:nvSpPr>
        <dsp:cNvPr id="0" name=""/>
        <dsp:cNvSpPr/>
      </dsp:nvSpPr>
      <dsp:spPr>
        <a:xfrm>
          <a:off x="647429" y="23057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16EA9-1E62-4A54-96D1-CB16CCEA359A}">
      <dsp:nvSpPr>
        <dsp:cNvPr id="0" name=""/>
        <dsp:cNvSpPr/>
      </dsp:nvSpPr>
      <dsp:spPr>
        <a:xfrm>
          <a:off x="1034992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C2F51-398E-436E-AEB4-5C72E0700AF9}">
      <dsp:nvSpPr>
        <dsp:cNvPr id="0" name=""/>
        <dsp:cNvSpPr/>
      </dsp:nvSpPr>
      <dsp:spPr>
        <a:xfrm>
          <a:off x="66086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 a player, I want to choose my character’s job, so that I can custom the gameplay</a:t>
          </a:r>
          <a:endParaRPr lang="it-IT" sz="1700" kern="1200" noProof="0" dirty="0"/>
        </a:p>
      </dsp:txBody>
      <dsp:txXfrm>
        <a:off x="66086" y="2615580"/>
        <a:ext cx="2981250" cy="720000"/>
      </dsp:txXfrm>
    </dsp:sp>
    <dsp:sp modelId="{B551DDE2-36F6-4E52-A995-5C2E2B3AF5A1}">
      <dsp:nvSpPr>
        <dsp:cNvPr id="0" name=""/>
        <dsp:cNvSpPr/>
      </dsp:nvSpPr>
      <dsp:spPr>
        <a:xfrm>
          <a:off x="4150398" y="23057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7FC72-C6CF-477E-82FB-9B3E2650AF9B}">
      <dsp:nvSpPr>
        <dsp:cNvPr id="0" name=""/>
        <dsp:cNvSpPr/>
      </dsp:nvSpPr>
      <dsp:spPr>
        <a:xfrm>
          <a:off x="4537961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75DB0-C2D6-4E79-8BCC-C8414B2A544C}">
      <dsp:nvSpPr>
        <dsp:cNvPr id="0" name=""/>
        <dsp:cNvSpPr/>
      </dsp:nvSpPr>
      <dsp:spPr>
        <a:xfrm>
          <a:off x="3569054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Acceptance Criteria: the system displays available jobs with descriptions.</a:t>
          </a:r>
          <a:endParaRPr lang="it-IT" sz="1700" kern="1200" noProof="0" dirty="0"/>
        </a:p>
      </dsp:txBody>
      <dsp:txXfrm>
        <a:off x="3569054" y="2615580"/>
        <a:ext cx="2981250" cy="720000"/>
      </dsp:txXfrm>
    </dsp:sp>
    <dsp:sp modelId="{88D1FFE0-7DA1-4FB1-AD09-865603B879B2}">
      <dsp:nvSpPr>
        <dsp:cNvPr id="0" name=""/>
        <dsp:cNvSpPr/>
      </dsp:nvSpPr>
      <dsp:spPr>
        <a:xfrm>
          <a:off x="7653367" y="23057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D701-3B18-48BD-AD3E-5486877E2E86}">
      <dsp:nvSpPr>
        <dsp:cNvPr id="0" name=""/>
        <dsp:cNvSpPr/>
      </dsp:nvSpPr>
      <dsp:spPr>
        <a:xfrm>
          <a:off x="8040930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964A0-7A7F-42EA-A6FA-9449DA636E48}">
      <dsp:nvSpPr>
        <dsp:cNvPr id="0" name=""/>
        <dsp:cNvSpPr/>
      </dsp:nvSpPr>
      <dsp:spPr>
        <a:xfrm>
          <a:off x="7072023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 noProof="0" dirty="0"/>
            <a:t>Pattern </a:t>
          </a:r>
          <a:r>
            <a:rPr lang="it-IT" sz="1700" kern="1200" noProof="0" dirty="0" err="1"/>
            <a:t>usatO</a:t>
          </a:r>
          <a:r>
            <a:rPr lang="it-IT" sz="1700" kern="1200" noProof="0" dirty="0"/>
            <a:t>: </a:t>
          </a:r>
          <a:r>
            <a:rPr lang="it-IT" sz="1700" b="1" kern="1200" noProof="0" dirty="0"/>
            <a:t>Abstract Factory</a:t>
          </a:r>
        </a:p>
      </dsp:txBody>
      <dsp:txXfrm>
        <a:off x="7072023" y="2615580"/>
        <a:ext cx="29812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5631A-DA3E-445E-B38C-DDBB283F6060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BCD683-510A-4201-97CC-4A75303B2EB6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431CB-344E-4F35-B5B8-E0D9A3882219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As a player, I want to fight the enemies so that I can go on with the plot</a:t>
          </a:r>
          <a:endParaRPr lang="it-IT" sz="1500" kern="1200" noProof="0" dirty="0"/>
        </a:p>
      </dsp:txBody>
      <dsp:txXfrm>
        <a:off x="93445" y="3018902"/>
        <a:ext cx="3206250" cy="720000"/>
      </dsp:txXfrm>
    </dsp:sp>
    <dsp:sp modelId="{0B14F369-5414-49FC-9AF0-392D381764B2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5BD62-0BEA-48C6-AC6F-9982F9636446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FD421-35F3-41F8-A317-F047E8259D85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Acceptance Criteria: the game allows the player to choose an attack or use an item</a:t>
          </a:r>
          <a:endParaRPr lang="it-IT" sz="1500" kern="1200" noProof="0" dirty="0"/>
        </a:p>
      </dsp:txBody>
      <dsp:txXfrm>
        <a:off x="3860789" y="3018902"/>
        <a:ext cx="3206250" cy="720000"/>
      </dsp:txXfrm>
    </dsp:sp>
    <dsp:sp modelId="{8EC44CBD-47A4-4FB0-ADB7-D84E9B7FD5F0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65A3D-7DF8-4C53-A661-DB2075A65632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209AF-D467-4BFD-A501-051EA5A310AF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500" kern="1200" noProof="0" dirty="0"/>
            <a:t>Pattern: </a:t>
          </a:r>
          <a:r>
            <a:rPr lang="it-IT" sz="1500" b="1" kern="1200" noProof="0" dirty="0"/>
            <a:t>Observer</a:t>
          </a:r>
          <a:endParaRPr lang="it-IT" sz="1500" kern="1200" noProof="0" dirty="0"/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2D853-022D-44A2-85A7-08E6250A7C68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6CD520-B1E6-489E-8985-8FB249C3A6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608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CD520-B1E6-489E-8985-8FB249C3A6D5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904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F4443E-220D-A599-AA5F-9D218DD83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D4DBD06-4765-F094-5E91-6CDB4CD0B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39751B-B6C9-9F49-46B3-5ED49F77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16CF56-5ABD-94F3-9EF5-E6CA1A23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737841-95A4-6DAD-2AE4-ED2F6955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528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D5854A-72F6-5DE7-8EEF-E2B3F0A2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DC3C2F-839F-1B67-6470-12091246E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5B8EA2-E587-430F-C51F-2BD9FC61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91E6B2-0BA2-D701-D52A-9122E30F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19E895-E73B-C129-B9B7-5079F6B2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0829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ED83A6-BBF1-9628-29B6-49870624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2F1518-1044-9DBF-3D2F-D7C744B3A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9B91BC-9470-2A35-4A64-1AAF0707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22C7C4-BBBC-6271-D394-3915E23A3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A0D6B9-B623-1E89-C848-B69F39C2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921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9F0BEB-FF09-373F-2DFA-C31412FC7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E0933D-09F4-880F-639F-18AACA92A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B92A691-6BB7-DC00-2BEC-ACF3523AF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11AF020-D43A-FD41-1B97-F72AEE4C2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8E0A687-4A7D-30B4-CD76-6410EF29D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1DB7B42-260D-D4A0-381F-147C5CCB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798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C57D6B-1E58-85AC-9376-68ED8C44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77C7D5-F624-3A82-6B55-6A2AB4B18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5C3666B-5A5B-AA4F-65B3-691B041D3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FFB44A8-064C-91B7-7A38-703F5F822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F3CAE5-CB03-388E-0059-E3EADB7D2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72CAEB7-EF21-412A-CEA7-C94B6847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47E29BB-6F80-88B9-85A2-57382F2C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3671EAC-7A6A-E7D9-4CFD-9CE3B12A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6101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CBF884-FAD2-099C-0FBE-F84A8586D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F553C95-FEAE-D1D5-F2A3-8B193518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A2E1517-80C9-5D56-8B68-13F67082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FD96A23-F2A7-A0A8-FE4C-6FF6D9C5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255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DFAB20-BE6D-74BF-175C-16008AA47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7050A15-51BB-E27F-FCFA-D029E0992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A711AE-42B4-9801-CD03-023BA9535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773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A3399B-75AC-B7E9-A00E-2C9AA871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04CF1E-9E56-AB71-A60E-48EFA261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4201B46-D47A-4079-D495-7BE8795E5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A6F9CDC-4A40-487F-7ED6-845E586E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12DFCDE-028E-7371-9284-AE737434B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E8A6B90-8D6E-FCE5-C083-871DF4E5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1773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6239D5-74D5-8673-577D-A40CE77C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1A043B1-9A43-8CC6-5574-20FFEE4BE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4897AD0-6B88-49A2-19F2-51A4105DC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8E5F337-18E0-F811-C0B3-260ACA84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D1DD506-93B4-45B0-0D19-9CA73ADB1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DA9A78B-0F9B-7630-66A2-6D5D2B19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194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43113A-AE68-8D12-00DA-1E6FC8CF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E87D6BF-3669-1F81-8465-0D99EA51B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7C97A9-195A-E449-01DE-20761911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AC80C5-C2F2-ADDB-BA8F-3B6EF24B0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1CD3ED-170F-52EF-2C4B-04D6706D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2040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4E58B3F-0897-A3F8-C4B2-E55146013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17DCF30-5002-82E2-D6C1-2F5866FF2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F02F36-C7C8-B482-275C-4274E8D48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CED04C-46A9-3C2B-B993-89C8585C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D7C606-86E0-8A9A-CBEC-1891901F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23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0E691D5-3803-C6AE-4676-BE24D222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B20BE6-6866-2162-D10E-D1D692F9F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D609AA-D770-26CB-9637-D398A9629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08B56-489F-43F9-8D8B-A6A3E833E09F}" type="datetimeFigureOut">
              <a:rPr lang="it-IT" smtClean="0"/>
              <a:t>07/01/2026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E2981F-6AF8-2C1B-E388-EF5A57929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44CAFC-7C0D-6F3B-420D-1C912F219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513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seen64.net/2010/10/27/fantasy-life-ds-unreleased-beta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xptech.com/arquitetura-mvc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E0D271-B939-4DB1-E37B-BE452D465D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noProof="0" dirty="0"/>
              <a:t>TEAM 2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58F2C36-8BDD-1EF6-0BDE-F453965113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noProof="0" dirty="0"/>
              <a:t>RPG Project</a:t>
            </a:r>
          </a:p>
        </p:txBody>
      </p:sp>
    </p:spTree>
    <p:extLst>
      <p:ext uri="{BB962C8B-B14F-4D97-AF65-F5344CB8AC3E}">
        <p14:creationId xmlns:p14="http://schemas.microsoft.com/office/powerpoint/2010/main" val="321669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05265DC-CF6B-4AE8-B3F3-2A7A1637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933491F-98E5-24C3-A743-60F6E477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0804"/>
            <a:ext cx="4391024" cy="1907884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noProof="0" dirty="0">
                <a:solidFill>
                  <a:schemeClr val="bg1"/>
                </a:solidFill>
              </a:rPr>
              <a:t>Trama</a:t>
            </a:r>
          </a:p>
        </p:txBody>
      </p:sp>
      <p:pic>
        <p:nvPicPr>
          <p:cNvPr id="7" name="Immagine 6" descr="Immagine che contiene mappa&#10;&#10;Il contenuto generato dall'IA potrebbe non essere corretto.">
            <a:extLst>
              <a:ext uri="{FF2B5EF4-FFF2-40B4-BE49-F238E27FC236}">
                <a16:creationId xmlns:a16="http://schemas.microsoft.com/office/drawing/2014/main" id="{7A57C9AA-6D4D-B0CF-21FD-3BAF39BD5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7699" b="34912"/>
          <a:stretch>
            <a:fillRect/>
          </a:stretch>
        </p:blipFill>
        <p:spPr>
          <a:xfrm>
            <a:off x="20" y="2"/>
            <a:ext cx="12191980" cy="3418853"/>
          </a:xfrm>
          <a:custGeom>
            <a:avLst/>
            <a:gdLst/>
            <a:ahLst/>
            <a:cxnLst/>
            <a:rect l="l" t="t" r="r" b="b"/>
            <a:pathLst>
              <a:path w="12192000" h="3418853">
                <a:moveTo>
                  <a:pt x="0" y="0"/>
                </a:moveTo>
                <a:lnTo>
                  <a:pt x="12192000" y="0"/>
                </a:lnTo>
                <a:lnTo>
                  <a:pt x="12192000" y="227978"/>
                </a:lnTo>
                <a:lnTo>
                  <a:pt x="12192000" y="2065168"/>
                </a:lnTo>
                <a:lnTo>
                  <a:pt x="12192000" y="3342653"/>
                </a:lnTo>
                <a:lnTo>
                  <a:pt x="9439275" y="3418853"/>
                </a:lnTo>
                <a:lnTo>
                  <a:pt x="5572127" y="3171203"/>
                </a:lnTo>
                <a:lnTo>
                  <a:pt x="0" y="3342653"/>
                </a:lnTo>
                <a:lnTo>
                  <a:pt x="0" y="2065168"/>
                </a:lnTo>
                <a:lnTo>
                  <a:pt x="0" y="227978"/>
                </a:lnTo>
                <a:close/>
              </a:path>
            </a:pathLst>
          </a:cu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7EA779C-87BF-454F-919D-A3DA98FD8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59818"/>
            <a:ext cx="12192000" cy="757168"/>
            <a:chOff x="0" y="2959818"/>
            <a:chExt cx="12192000" cy="75716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C2E702-9A3E-420B-81FC-693685CAF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A40418-2F7D-4A2A-84C0-1A72B0307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noProof="0" dirty="0"/>
            </a:p>
          </p:txBody>
        </p:sp>
      </p:grp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937BE4-B0F0-DD02-D912-0268C5AA8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1" y="4197093"/>
            <a:ext cx="5692774" cy="1648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200" noProof="0" dirty="0">
                <a:solidFill>
                  <a:schemeClr val="bg1">
                    <a:alpha val="80000"/>
                  </a:schemeClr>
                </a:solidFill>
              </a:rPr>
              <a:t>Il gruppo deve affrontare i nemici che minacciano l'esistenza del loro mondo. La trama si infittisce quando scoprono la fonte di creazione dei nemici: una forza di Distruzione. Quindi, scelgono di uccidere tutti i servitori della Distruzione e, alla fine, anche la Distruzione stessa. Poi scoprono la verità dietro il loro mondo: un ciclo perpetuo di distruzione e creazione. La forza di Distruzione e la forza di Creazione sono forze di moto perpetuo che si antagonizzano a vicenda e devono fare il loro dovere (distruggere e creare). Quindi, uccidere la Distruzione non sarà sufficiente, poiché la Creazione darà inizio a un altro mondo, sovrascrivendo quello del gruppo, che sarà condannato a causa dell'influenza della Distruzione. La Distruzione deve distruggere all'infinito. Dopo che tutto sarà distrutto, Esso dovrà distruggere se stesso per permettere alla Creazione di dare inizio a un altro mondo. Se fermata prima dell'annientamento del mondo, la Creazione farà il suo dovere prima che arrivi il momento.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C5E9365-DB86-5CFD-9484-A41F2759E94A}"/>
              </a:ext>
            </a:extLst>
          </p:cNvPr>
          <p:cNvSpPr txBox="1"/>
          <p:nvPr/>
        </p:nvSpPr>
        <p:spPr>
          <a:xfrm>
            <a:off x="9333525" y="6657945"/>
            <a:ext cx="285847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it-IT" sz="700" noProof="0" dirty="0">
                <a:solidFill>
                  <a:srgbClr val="FFFFFF"/>
                </a:solidFill>
                <a:hlinkClick r:id="rId3" tooltip="https://www.unseen64.net/2010/10/27/fantasy-life-ds-unreleased-beta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Questa foto</a:t>
            </a:r>
            <a:r>
              <a:rPr lang="it-IT" sz="700" noProof="0" dirty="0">
                <a:solidFill>
                  <a:srgbClr val="FFFFFF"/>
                </a:solidFill>
              </a:rPr>
              <a:t> di Autore sconosciuto è concesso in licenza da </a:t>
            </a:r>
            <a:r>
              <a:rPr lang="it-IT" sz="700" noProof="0" dirty="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it-IT" sz="700" noProof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93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noProof="0" dirty="0"/>
          </a:p>
        </p:txBody>
      </p:sp>
      <p:sp>
        <p:nvSpPr>
          <p:cNvPr id="1040" name="Arc 103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95CA465-4898-DB8A-02FF-263F69BD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kern="1200" noProof="0" dirty="0">
                <a:latin typeface="+mj-lt"/>
                <a:ea typeface="+mj-ea"/>
                <a:cs typeface="+mj-cs"/>
              </a:rPr>
              <a:t>MVC Architecture</a:t>
            </a:r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noProof="0" dirty="0"/>
          </a:p>
        </p:txBody>
      </p:sp>
      <p:pic>
        <p:nvPicPr>
          <p:cNvPr id="1026" name="Picture 2" descr="What is Model-View and Control?">
            <a:extLst>
              <a:ext uri="{FF2B5EF4-FFF2-40B4-BE49-F238E27FC236}">
                <a16:creationId xmlns:a16="http://schemas.microsoft.com/office/drawing/2014/main" id="{A2BF8A7C-8F29-EC8F-3109-4F9F35343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570165"/>
            <a:ext cx="4777381" cy="554792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FD5BC69-C8C9-DD64-9E1E-B5CA9725C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562100"/>
            <a:ext cx="5458838" cy="503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noProof="0" dirty="0"/>
              <a:t>Usiamo il pattern MVC (Model – View – Controller) nel nostro progetto perché ci permette di </a:t>
            </a:r>
            <a:r>
              <a:rPr lang="it-IT" noProof="0" dirty="0"/>
              <a:t>separare la logica di gioco, la grafica e i controlli, rendendo lo sviluppo del nostro progetto più chiaro, modulare e facilmente estendibile.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857463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31">
            <a:extLst>
              <a:ext uri="{FF2B5EF4-FFF2-40B4-BE49-F238E27FC236}">
                <a16:creationId xmlns:a16="http://schemas.microsoft.com/office/drawing/2014/main" id="{95199994-21AE-49A2-BA0D-12E295989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noProof="0" dirty="0"/>
          </a:p>
        </p:txBody>
      </p:sp>
      <p:pic>
        <p:nvPicPr>
          <p:cNvPr id="4" name="Segnaposto contenuto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7B618E09-2946-157A-3002-973929BDC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747662"/>
            <a:ext cx="5440195" cy="5249787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sp>
        <p:nvSpPr>
          <p:cNvPr id="42" name="Arc 33">
            <a:extLst>
              <a:ext uri="{FF2B5EF4-FFF2-40B4-BE49-F238E27FC236}">
                <a16:creationId xmlns:a16="http://schemas.microsoft.com/office/drawing/2014/main" id="{A2C34835-4F79-4934-B151-D68E79764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9122E3C9-9AFD-E936-BB93-C08EC6500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2" y="1178101"/>
            <a:ext cx="5017046" cy="438890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it-IT" b="1" noProof="0" dirty="0"/>
              <a:t>Model</a:t>
            </a:r>
          </a:p>
          <a:p>
            <a:pPr marL="0" indent="0">
              <a:buNone/>
            </a:pPr>
            <a:r>
              <a:rPr lang="it-IT" noProof="0" dirty="0"/>
              <a:t>Contiene </a:t>
            </a:r>
            <a:r>
              <a:rPr lang="it-IT" b="1" noProof="0" dirty="0"/>
              <a:t>la logica del gioco</a:t>
            </a:r>
            <a:r>
              <a:rPr lang="it-IT" noProof="0" dirty="0"/>
              <a:t> e i </a:t>
            </a:r>
            <a:r>
              <a:rPr lang="it-IT" b="1" noProof="0" dirty="0"/>
              <a:t>dati.</a:t>
            </a: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Esempi: Statistiche del personaggio (HP, mana, livello, Inventario, nemici e oggetti)</a:t>
            </a:r>
          </a:p>
          <a:p>
            <a:pPr marL="0" indent="0">
              <a:buNone/>
            </a:pPr>
            <a:r>
              <a:rPr lang="it-IT" b="1" noProof="0" dirty="0"/>
              <a:t>Non sa nulla di come il gioco viene mostrato a schermo</a:t>
            </a:r>
            <a:endParaRPr lang="it-IT" noProof="0" dirty="0"/>
          </a:p>
          <a:p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067559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noProof="0" dirty="0"/>
          </a:p>
        </p:txBody>
      </p:sp>
      <p:sp useBgFill="1">
        <p:nvSpPr>
          <p:cNvPr id="65" name="Rectangle 5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5" name="Titolo 14">
            <a:extLst>
              <a:ext uri="{FF2B5EF4-FFF2-40B4-BE49-F238E27FC236}">
                <a16:creationId xmlns:a16="http://schemas.microsoft.com/office/drawing/2014/main" id="{3B94AEE3-36EC-F0A3-4168-CEBD5A78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b="1" noProof="0" dirty="0"/>
              <a:t>View</a:t>
            </a:r>
          </a:p>
        </p:txBody>
      </p:sp>
      <p:sp>
        <p:nvSpPr>
          <p:cNvPr id="26" name="Segnaposto contenuto 25">
            <a:extLst>
              <a:ext uri="{FF2B5EF4-FFF2-40B4-BE49-F238E27FC236}">
                <a16:creationId xmlns:a16="http://schemas.microsoft.com/office/drawing/2014/main" id="{2B0BFD1F-F9F0-6C85-B2F2-56AF6D754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400" noProof="0" dirty="0"/>
              <a:t>Si occupa solo della visualizzazione</a:t>
            </a:r>
          </a:p>
          <a:p>
            <a:pPr marL="0" indent="0">
              <a:buNone/>
            </a:pPr>
            <a:r>
              <a:rPr lang="it-IT" sz="2400" noProof="0" dirty="0"/>
              <a:t>Esempi: Sprite del personaggio, Mappa 2D</a:t>
            </a:r>
          </a:p>
          <a:p>
            <a:pPr marL="0" lvl="1" indent="0">
              <a:buNone/>
            </a:pPr>
            <a:r>
              <a:rPr lang="it-IT" noProof="0" dirty="0"/>
              <a:t>HUD (vita, mana, XP).</a:t>
            </a:r>
          </a:p>
          <a:p>
            <a:pPr marL="0" indent="0">
              <a:buNone/>
            </a:pPr>
            <a:r>
              <a:rPr lang="it-IT" sz="2400" noProof="0" dirty="0"/>
              <a:t>Mostra i dati del Model, senza modificarli</a:t>
            </a:r>
          </a:p>
          <a:p>
            <a:pPr marL="0" indent="0">
              <a:buNone/>
            </a:pPr>
            <a:endParaRPr lang="it-IT" sz="2000" noProof="0" dirty="0"/>
          </a:p>
        </p:txBody>
      </p:sp>
      <p:pic>
        <p:nvPicPr>
          <p:cNvPr id="30" name="Immagine 29" descr="Immagine che contiene arredo, testo, computer, scrivania&#10;&#10;Il contenuto generato dall'IA potrebbe non essere corretto.">
            <a:extLst>
              <a:ext uri="{FF2B5EF4-FFF2-40B4-BE49-F238E27FC236}">
                <a16:creationId xmlns:a16="http://schemas.microsoft.com/office/drawing/2014/main" id="{72E1180B-DC65-62BE-DCB4-FF7A45F12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6444" r="2415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15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305265DC-CF6B-4AE8-B3F3-2A7A1637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48" name="Picture 47" descr="Primo piano di una tastiera">
            <a:extLst>
              <a:ext uri="{FF2B5EF4-FFF2-40B4-BE49-F238E27FC236}">
                <a16:creationId xmlns:a16="http://schemas.microsoft.com/office/drawing/2014/main" id="{5682FAB9-08F9-45D1-9B79-0C88A63A52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24" b="42668"/>
          <a:stretch>
            <a:fillRect/>
          </a:stretch>
        </p:blipFill>
        <p:spPr>
          <a:xfrm>
            <a:off x="20" y="2"/>
            <a:ext cx="12191980" cy="3418853"/>
          </a:xfrm>
          <a:custGeom>
            <a:avLst/>
            <a:gdLst/>
            <a:ahLst/>
            <a:cxnLst/>
            <a:rect l="l" t="t" r="r" b="b"/>
            <a:pathLst>
              <a:path w="12192000" h="3418853">
                <a:moveTo>
                  <a:pt x="0" y="0"/>
                </a:moveTo>
                <a:lnTo>
                  <a:pt x="12192000" y="0"/>
                </a:lnTo>
                <a:lnTo>
                  <a:pt x="12192000" y="227978"/>
                </a:lnTo>
                <a:lnTo>
                  <a:pt x="12192000" y="2065168"/>
                </a:lnTo>
                <a:lnTo>
                  <a:pt x="12192000" y="3342653"/>
                </a:lnTo>
                <a:lnTo>
                  <a:pt x="9439275" y="3418853"/>
                </a:lnTo>
                <a:lnTo>
                  <a:pt x="5572127" y="3171203"/>
                </a:lnTo>
                <a:lnTo>
                  <a:pt x="0" y="3342653"/>
                </a:lnTo>
                <a:lnTo>
                  <a:pt x="0" y="2065168"/>
                </a:lnTo>
                <a:lnTo>
                  <a:pt x="0" y="227978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D73445A-EF6D-860D-B339-892CF21E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0804"/>
            <a:ext cx="4391024" cy="1907884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noProof="0" dirty="0">
                <a:solidFill>
                  <a:schemeClr val="bg1"/>
                </a:solidFill>
              </a:rPr>
              <a:t>Controller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7EA779C-87BF-454F-919D-A3DA98FD8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59818"/>
            <a:ext cx="12192000" cy="757168"/>
            <a:chOff x="0" y="2959818"/>
            <a:chExt cx="12192000" cy="757168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8C2E702-9A3E-420B-81FC-693685CAF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noProof="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AA40418-2F7D-4A2A-84C0-1A72B0307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noProof="0" dirty="0"/>
            </a:p>
          </p:txBody>
        </p:sp>
      </p:grp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15B267-E634-0AC5-888F-FED8052DB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1" y="4288536"/>
            <a:ext cx="5692774" cy="1557406"/>
          </a:xfrm>
        </p:spPr>
        <p:txBody>
          <a:bodyPr anchor="ctr">
            <a:normAutofit lnSpcReduction="10000"/>
          </a:bodyPr>
          <a:lstStyle/>
          <a:p>
            <a:pPr marL="457200" lvl="1" indent="0">
              <a:buNone/>
            </a:pPr>
            <a:r>
              <a:rPr lang="it-IT" sz="1900" noProof="0" dirty="0">
                <a:solidFill>
                  <a:schemeClr val="bg1">
                    <a:alpha val="80000"/>
                  </a:schemeClr>
                </a:solidFill>
              </a:rPr>
              <a:t>Gestisce le azioni del giocatore</a:t>
            </a:r>
          </a:p>
          <a:p>
            <a:pPr marL="457200" lvl="1" indent="0">
              <a:buNone/>
            </a:pPr>
            <a:r>
              <a:rPr lang="it-IT" sz="1900" noProof="0" dirty="0">
                <a:solidFill>
                  <a:schemeClr val="bg1">
                    <a:alpha val="80000"/>
                  </a:schemeClr>
                </a:solidFill>
              </a:rPr>
              <a:t>Esempi: Movimento con tastiera</a:t>
            </a:r>
          </a:p>
          <a:p>
            <a:pPr marL="457200" lvl="1" indent="0">
              <a:buNone/>
            </a:pPr>
            <a:r>
              <a:rPr lang="it-IT" sz="1900" noProof="0" dirty="0">
                <a:solidFill>
                  <a:schemeClr val="bg1">
                    <a:alpha val="80000"/>
                  </a:schemeClr>
                </a:solidFill>
              </a:rPr>
              <a:t>Attacco, Interazione con NPC.</a:t>
            </a:r>
          </a:p>
          <a:p>
            <a:pPr marL="457200" lvl="1" indent="0">
              <a:buNone/>
            </a:pPr>
            <a:r>
              <a:rPr lang="it-IT" sz="1900" noProof="0" dirty="0">
                <a:solidFill>
                  <a:schemeClr val="bg1">
                    <a:alpha val="80000"/>
                  </a:schemeClr>
                </a:solidFill>
              </a:rPr>
              <a:t>Riceve input → aggiorna il Model → aggiorna la View</a:t>
            </a:r>
          </a:p>
          <a:p>
            <a:pPr marL="0" indent="0">
              <a:buNone/>
            </a:pPr>
            <a:endParaRPr lang="it-IT" sz="1900" noProof="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1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E199178-BFAD-B3DE-D4E5-C9274627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08" y="1109350"/>
            <a:ext cx="3983298" cy="4238118"/>
          </a:xfrm>
        </p:spPr>
        <p:txBody>
          <a:bodyPr>
            <a:normAutofit/>
          </a:bodyPr>
          <a:lstStyle/>
          <a:p>
            <a:pPr algn="ctr"/>
            <a:r>
              <a:rPr lang="it-IT" noProof="0" dirty="0">
                <a:solidFill>
                  <a:schemeClr val="bg1"/>
                </a:solidFill>
              </a:rPr>
              <a:t>User Story 1: Game </a:t>
            </a:r>
            <a:r>
              <a:rPr lang="it-IT" noProof="0" dirty="0" err="1">
                <a:solidFill>
                  <a:schemeClr val="bg1"/>
                </a:solidFill>
              </a:rPr>
              <a:t>Launch</a:t>
            </a:r>
            <a:endParaRPr lang="it-IT" noProof="0" dirty="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noProof="0" dirty="0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</p:grp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32A182A-E0DB-1A01-C2BF-5D73F1BDD8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1167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4403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noProof="0" dirty="0"/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04A9699-8EA8-B71D-05A7-EA3FA61B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224" y="511293"/>
            <a:ext cx="3045297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9" name="Segnaposto contenuto 2">
            <a:extLst>
              <a:ext uri="{FF2B5EF4-FFF2-40B4-BE49-F238E27FC236}">
                <a16:creationId xmlns:a16="http://schemas.microsoft.com/office/drawing/2014/main" id="{B08F4235-59C9-7B9D-A235-989DE1BA8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6387" y="154629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600" noProof="0" dirty="0"/>
              <a:t>Il Game </a:t>
            </a:r>
            <a:r>
              <a:rPr lang="it-IT" sz="2600" noProof="0" dirty="0" err="1"/>
              <a:t>Launcher</a:t>
            </a:r>
            <a:r>
              <a:rPr lang="it-IT" sz="2600" noProof="0" dirty="0"/>
              <a:t> viene implementato come Singleton per garantire l’esistenza di una sola istanza responsabile dell’inizializzazione del gioco e della visualizzazione del menu principale. Tale scelta evita conflitti nella fase di avvio, semplifica la gestione dello stato iniziale e offre un punto di accesso globale sicuro e controllato</a:t>
            </a:r>
          </a:p>
          <a:p>
            <a:pPr marL="0" indent="0">
              <a:buNone/>
            </a:pPr>
            <a:endParaRPr lang="it-IT" sz="2600" noProof="0" dirty="0"/>
          </a:p>
          <a:p>
            <a:pPr marL="0" indent="0">
              <a:buNone/>
            </a:pPr>
            <a:endParaRPr lang="it-IT" sz="2600" noProof="0" dirty="0"/>
          </a:p>
        </p:txBody>
      </p:sp>
    </p:spTree>
    <p:extLst>
      <p:ext uri="{BB962C8B-B14F-4D97-AF65-F5344CB8AC3E}">
        <p14:creationId xmlns:p14="http://schemas.microsoft.com/office/powerpoint/2010/main" val="843470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23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800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FB940C-1B7E-9608-13CD-6297D1DB2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it-IT" sz="4000" noProof="0" dirty="0">
                <a:solidFill>
                  <a:schemeClr val="tx2"/>
                </a:solidFill>
              </a:rPr>
              <a:t>User Story 3: Start game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sz="800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graphicFrame>
        <p:nvGraphicFramePr>
          <p:cNvPr id="43" name="Segnaposto contenuto 2">
            <a:extLst>
              <a:ext uri="{FF2B5EF4-FFF2-40B4-BE49-F238E27FC236}">
                <a16:creationId xmlns:a16="http://schemas.microsoft.com/office/drawing/2014/main" id="{169C2347-1E39-EA13-2ED1-B4BEAD46B9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067558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0467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7FC097-400F-C120-6F47-005979D6F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376" y="1175657"/>
            <a:ext cx="5229245" cy="4929868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>
              <a:buNone/>
            </a:pPr>
            <a:r>
              <a:rPr lang="it-IT" sz="2600" noProof="0" dirty="0"/>
              <a:t>L’utilizzo del  design pattern Factory è dovuto alla necessità di creare diversi tipi di </a:t>
            </a:r>
            <a:r>
              <a:rPr lang="it-IT" sz="2600" noProof="0" dirty="0" err="1"/>
              <a:t>ConcreteGame</a:t>
            </a:r>
            <a:r>
              <a:rPr lang="it-IT" sz="2600" noProof="0" dirty="0"/>
              <a:t> che sono sottoclassi della classe astratta Game. </a:t>
            </a:r>
          </a:p>
          <a:p>
            <a:pPr marL="0" indent="0">
              <a:buNone/>
            </a:pPr>
            <a:r>
              <a:rPr lang="it-IT" sz="2600" noProof="0" dirty="0"/>
              <a:t>Questo è il design pattern più adatto perché le classi concrete sono incapsulate e non vengono mai chiamate esplicitamente dal client, che può utilizzarle liberamente senza preoccuparsi dei substrati interni.</a:t>
            </a:r>
          </a:p>
          <a:p>
            <a:pPr marL="0" indent="0">
              <a:buNone/>
            </a:pPr>
            <a:r>
              <a:rPr lang="it-IT" sz="2600" noProof="0" dirty="0"/>
              <a:t>Nel dettaglio, c'è un'importante differenza tra le classi. Infatti, </a:t>
            </a:r>
            <a:r>
              <a:rPr lang="it-IT" sz="2600" noProof="0" dirty="0" err="1"/>
              <a:t>NewGame</a:t>
            </a:r>
            <a:r>
              <a:rPr lang="it-IT" sz="2600" noProof="0" dirty="0"/>
              <a:t> chiederà quanti giocatori stanno giocando e permetterà loro di scegliere le proprie classi, mentre </a:t>
            </a:r>
            <a:r>
              <a:rPr lang="it-IT" sz="2600" noProof="0" dirty="0" err="1"/>
              <a:t>ContinueGame</a:t>
            </a:r>
            <a:r>
              <a:rPr lang="it-IT" sz="2600" noProof="0" dirty="0"/>
              <a:t> caricherà queste informazioni (e altre) dal file e permetterà ai giocatori di continuare la partita dal punto in cui hanno salvato.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pic>
        <p:nvPicPr>
          <p:cNvPr id="4" name="Immagine 3">
            <a:extLst>
              <a:ext uri="{FF2B5EF4-FFF2-40B4-BE49-F238E27FC236}">
                <a16:creationId xmlns:a16="http://schemas.microsoft.com/office/drawing/2014/main" id="{32E0C66B-EC88-B831-887F-AFD9EE548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31750"/>
            <a:ext cx="5129784" cy="248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27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E3AF927-B7A3-3DD5-813A-E8DAE7ABB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it-IT" sz="3700" noProof="0"/>
              <a:t>User Story 13: Exploration Movement</a:t>
            </a:r>
          </a:p>
        </p:txBody>
      </p:sp>
      <p:sp>
        <p:nvSpPr>
          <p:cNvPr id="20" name="Segnaposto contenuto 2">
            <a:extLst>
              <a:ext uri="{FF2B5EF4-FFF2-40B4-BE49-F238E27FC236}">
                <a16:creationId xmlns:a16="http://schemas.microsoft.com/office/drawing/2014/main" id="{70607F9C-BB35-EA95-8FB8-E395FEBFA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900" noProof="0" dirty="0" err="1"/>
              <a:t>As</a:t>
            </a:r>
            <a:r>
              <a:rPr lang="it-IT" sz="1900" noProof="0" dirty="0"/>
              <a:t> a player, I </a:t>
            </a:r>
            <a:r>
              <a:rPr lang="it-IT" sz="1900" noProof="0" dirty="0" err="1"/>
              <a:t>want</a:t>
            </a:r>
            <a:r>
              <a:rPr lang="it-IT" sz="1900" noProof="0" dirty="0"/>
              <a:t> to control the </a:t>
            </a:r>
            <a:r>
              <a:rPr lang="it-IT" sz="1900" noProof="0" dirty="0" err="1"/>
              <a:t>main</a:t>
            </a:r>
            <a:r>
              <a:rPr lang="it-IT" sz="1900" noProof="0" dirty="0"/>
              <a:t> </a:t>
            </a:r>
            <a:r>
              <a:rPr lang="it-IT" sz="1900" noProof="0" dirty="0" err="1"/>
              <a:t>character</a:t>
            </a:r>
            <a:r>
              <a:rPr lang="it-IT" sz="1900" noProof="0" dirty="0"/>
              <a:t> </a:t>
            </a:r>
            <a:r>
              <a:rPr lang="it-IT" sz="1900" noProof="0" dirty="0" err="1"/>
              <a:t>during</a:t>
            </a:r>
            <a:r>
              <a:rPr lang="it-IT" sz="1900" noProof="0" dirty="0"/>
              <a:t> </a:t>
            </a:r>
            <a:r>
              <a:rPr lang="it-IT" sz="1900" noProof="0" dirty="0" err="1"/>
              <a:t>exploration</a:t>
            </a:r>
            <a:r>
              <a:rPr lang="it-IT" sz="1900" noProof="0" dirty="0"/>
              <a:t>, so </a:t>
            </a:r>
            <a:r>
              <a:rPr lang="it-IT" sz="1900" noProof="0" dirty="0" err="1"/>
              <a:t>that</a:t>
            </a:r>
            <a:r>
              <a:rPr lang="it-IT" sz="1900" noProof="0" dirty="0"/>
              <a:t> the </a:t>
            </a:r>
            <a:r>
              <a:rPr lang="it-IT" sz="1900" noProof="0" dirty="0" err="1"/>
              <a:t>rest</a:t>
            </a:r>
            <a:r>
              <a:rPr lang="it-IT" sz="1900" noProof="0" dirty="0"/>
              <a:t> of the party follows </a:t>
            </a:r>
            <a:r>
              <a:rPr lang="it-IT" sz="1900" noProof="0" dirty="0" err="1"/>
              <a:t>my</a:t>
            </a:r>
            <a:r>
              <a:rPr lang="it-IT" sz="1900" noProof="0" dirty="0"/>
              <a:t> </a:t>
            </a:r>
            <a:r>
              <a:rPr lang="it-IT" sz="1900" noProof="0" dirty="0" err="1"/>
              <a:t>movements</a:t>
            </a:r>
            <a:r>
              <a:rPr lang="it-IT" sz="1900" noProof="0" dirty="0"/>
              <a:t>.</a:t>
            </a:r>
          </a:p>
          <a:p>
            <a:pPr marL="0" indent="0">
              <a:buNone/>
            </a:pPr>
            <a:r>
              <a:rPr lang="it-IT" sz="1900" noProof="0" dirty="0" err="1"/>
              <a:t>acceptance</a:t>
            </a:r>
            <a:r>
              <a:rPr lang="it-IT" sz="1900" noProof="0" dirty="0"/>
              <a:t> </a:t>
            </a:r>
            <a:r>
              <a:rPr lang="it-IT" sz="1900" noProof="0" dirty="0" err="1"/>
              <a:t>criteria</a:t>
            </a:r>
            <a:r>
              <a:rPr lang="it-IT" sz="1900" noProof="0" dirty="0"/>
              <a:t>: the game </a:t>
            </a:r>
            <a:r>
              <a:rPr lang="it-IT" sz="1900" noProof="0" dirty="0" err="1"/>
              <a:t>allows</a:t>
            </a:r>
            <a:r>
              <a:rPr lang="it-IT" sz="1900" noProof="0" dirty="0"/>
              <a:t> the </a:t>
            </a:r>
            <a:r>
              <a:rPr lang="it-IT" sz="1900" noProof="0" dirty="0" err="1"/>
              <a:t>main</a:t>
            </a:r>
            <a:r>
              <a:rPr lang="it-IT" sz="1900" noProof="0" dirty="0"/>
              <a:t> </a:t>
            </a:r>
            <a:r>
              <a:rPr lang="it-IT" sz="1900" noProof="0" dirty="0" err="1"/>
              <a:t>character</a:t>
            </a:r>
            <a:r>
              <a:rPr lang="it-IT" sz="1900" noProof="0" dirty="0"/>
              <a:t> to </a:t>
            </a:r>
            <a:r>
              <a:rPr lang="it-IT" sz="1900" noProof="0" dirty="0" err="1"/>
              <a:t>move</a:t>
            </a:r>
            <a:r>
              <a:rPr lang="it-IT" sz="1900" noProof="0" dirty="0"/>
              <a:t> </a:t>
            </a:r>
            <a:r>
              <a:rPr lang="it-IT" sz="1900" noProof="0" dirty="0" err="1"/>
              <a:t>around</a:t>
            </a:r>
            <a:r>
              <a:rPr lang="it-IT" sz="1900" noProof="0" dirty="0"/>
              <a:t> the </a:t>
            </a:r>
            <a:r>
              <a:rPr lang="it-IT" sz="1900" noProof="0" dirty="0" err="1"/>
              <a:t>map</a:t>
            </a:r>
            <a:r>
              <a:rPr lang="it-IT" sz="1900" noProof="0" dirty="0"/>
              <a:t>, with the </a:t>
            </a:r>
            <a:r>
              <a:rPr lang="it-IT" sz="1900" noProof="0" dirty="0" err="1"/>
              <a:t>rest</a:t>
            </a:r>
            <a:r>
              <a:rPr lang="it-IT" sz="1900" noProof="0" dirty="0"/>
              <a:t> of the party following </a:t>
            </a:r>
            <a:r>
              <a:rPr lang="it-IT" sz="1900" noProof="0" dirty="0" err="1"/>
              <a:t>behind</a:t>
            </a:r>
            <a:r>
              <a:rPr lang="it-IT" sz="1900" noProof="0" dirty="0"/>
              <a:t>.</a:t>
            </a:r>
          </a:p>
          <a:p>
            <a:pPr marL="0" indent="0">
              <a:buNone/>
            </a:pPr>
            <a:r>
              <a:rPr lang="it-IT" sz="1900" noProof="0" dirty="0"/>
              <a:t>Pattern usato: viene implementato usando il pattern Observer, in modo che il </a:t>
            </a:r>
            <a:r>
              <a:rPr lang="it-IT" sz="1900" noProof="0" dirty="0" err="1"/>
              <a:t>MovementController</a:t>
            </a:r>
            <a:r>
              <a:rPr lang="it-IT" sz="1900" noProof="0" dirty="0"/>
              <a:t> cambi solo la posizione del primo giocatore nel party e i giocatori che seguono reagiscano al cambiamento della posizione.</a:t>
            </a:r>
          </a:p>
        </p:txBody>
      </p:sp>
      <p:pic>
        <p:nvPicPr>
          <p:cNvPr id="21" name="Picture 4" descr="Pila di dadi su un tabellone di gioco">
            <a:extLst>
              <a:ext uri="{FF2B5EF4-FFF2-40B4-BE49-F238E27FC236}">
                <a16:creationId xmlns:a16="http://schemas.microsoft.com/office/drawing/2014/main" id="{8EA8557E-F36F-9D12-EC50-C589C7D576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01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24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BAE4FCD-EA86-320F-42E2-DD8B633F0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noProof="0" dirty="0">
                <a:solidFill>
                  <a:srgbClr val="FFFFFF"/>
                </a:solidFill>
              </a:rPr>
              <a:t>User Story 14: Fighting </a:t>
            </a:r>
            <a:r>
              <a:rPr lang="it-IT" sz="4000" noProof="0" dirty="0" err="1">
                <a:solidFill>
                  <a:srgbClr val="FFFFFF"/>
                </a:solidFill>
              </a:rPr>
              <a:t>Enemies</a:t>
            </a:r>
            <a:endParaRPr lang="it-IT" sz="4000" noProof="0" dirty="0">
              <a:solidFill>
                <a:srgbClr val="FFFFFF"/>
              </a:solidFill>
            </a:endParaRPr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BED156A3-D3F8-6959-00A8-8A84C798D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692432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9327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0E8975-FF12-8495-2317-E2B869E9B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03" y="1725960"/>
            <a:ext cx="3455821" cy="342695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it-IT" sz="2400" noProof="0" dirty="0"/>
              <a:t>Usiamo il pattern Strategy per dividere le logiche diverse di ogni azione (danno, effetti…). Quindi, ci permette di incapsulare la logica di ciascuna azione in classi separate. </a:t>
            </a:r>
          </a:p>
          <a:p>
            <a:pPr marL="0" indent="0">
              <a:buNone/>
            </a:pPr>
            <a:r>
              <a:rPr lang="it-IT" sz="2400" noProof="0" dirty="0"/>
              <a:t>Il Pattern Observer separa la logica di gioco dall’interfaccia utente e permette al </a:t>
            </a:r>
            <a:r>
              <a:rPr lang="it-IT" sz="2400" noProof="0" dirty="0" err="1"/>
              <a:t>combat</a:t>
            </a:r>
            <a:r>
              <a:rPr lang="it-IT" sz="2400" noProof="0" dirty="0"/>
              <a:t> system di notificare automaticamente tutti gli osservatori.</a:t>
            </a:r>
          </a:p>
        </p:txBody>
      </p:sp>
      <p:pic>
        <p:nvPicPr>
          <p:cNvPr id="4" name="Immagine 3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EA2825FC-405B-4B74-0505-9580B77FD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672" y="742143"/>
            <a:ext cx="6389346" cy="538302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77663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2D85722-1F1D-306C-359A-608C48814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>
            <a:normAutofit/>
          </a:bodyPr>
          <a:lstStyle/>
          <a:p>
            <a:r>
              <a:rPr lang="it-IT" noProof="0" dirty="0"/>
              <a:t>User Story 15: </a:t>
            </a:r>
            <a:r>
              <a:rPr lang="it-IT" noProof="0" dirty="0" err="1"/>
              <a:t>Damage</a:t>
            </a:r>
            <a:r>
              <a:rPr lang="it-IT" noProof="0" dirty="0"/>
              <a:t>, </a:t>
            </a:r>
            <a:r>
              <a:rPr lang="it-IT" noProof="0" dirty="0" err="1"/>
              <a:t>effect</a:t>
            </a:r>
            <a:r>
              <a:rPr lang="it-IT" noProof="0" dirty="0"/>
              <a:t> &amp; </a:t>
            </a:r>
            <a:r>
              <a:rPr lang="it-IT" noProof="0" dirty="0" err="1"/>
              <a:t>healing</a:t>
            </a:r>
            <a:r>
              <a:rPr lang="it-IT" noProof="0" dirty="0"/>
              <a:t> </a:t>
            </a:r>
            <a:r>
              <a:rPr lang="it-IT" noProof="0" dirty="0" err="1"/>
              <a:t>calculation</a:t>
            </a:r>
            <a:br>
              <a:rPr lang="it-IT" b="1" noProof="0" dirty="0"/>
            </a:br>
            <a:endParaRPr lang="it-IT" noProof="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Segnaposto contenuto 2">
            <a:extLst>
              <a:ext uri="{FF2B5EF4-FFF2-40B4-BE49-F238E27FC236}">
                <a16:creationId xmlns:a16="http://schemas.microsoft.com/office/drawing/2014/main" id="{CA8C4A48-9E5A-3736-8CA9-0DEB8312F6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0513538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1716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795F97C-D43F-25C3-4F5E-6754BD37571A}"/>
              </a:ext>
            </a:extLst>
          </p:cNvPr>
          <p:cNvSpPr txBox="1"/>
          <p:nvPr/>
        </p:nvSpPr>
        <p:spPr>
          <a:xfrm>
            <a:off x="317414" y="1347986"/>
            <a:ext cx="6099350" cy="3745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it-IT" noProof="0" dirty="0"/>
              <a:t>Questa funzionalità è importante perché i giocatori hanno bisogno di un feedback immediato e accurato sull'esito di ogni turno. Facendo in modo che il sistema calcoli automaticamente danni, effetti e cure, il gioco garantisce coerenza, evita errori manuali e mantiene il gameplay fluido e coinvolgente. L'utilizzo del pattern Strategy consente di estendere o modificare facilmente diversi comportamenti di combattimento, mentre il pattern Observer assicura che qualsiasi cambiamento nello stato di combattimento venga immediatamente riflesso nell'interfaccia utente.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pic>
        <p:nvPicPr>
          <p:cNvPr id="4" name="Segnaposto contenuto 3" descr="Immagine che contiene testo, schermata, diagramma, software&#10;&#10;Il contenuto generato dall'IA potrebbe non essere corretto.">
            <a:extLst>
              <a:ext uri="{FF2B5EF4-FFF2-40B4-BE49-F238E27FC236}">
                <a16:creationId xmlns:a16="http://schemas.microsoft.com/office/drawing/2014/main" id="{6F17C86B-2BF2-C674-4049-5E1EABA65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3206" y="723481"/>
            <a:ext cx="4540918" cy="535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67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6" name="Rectangle 3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800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28D9045-53DE-0906-86CA-5DB60874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it-IT" sz="4000" noProof="0" dirty="0">
                <a:solidFill>
                  <a:schemeClr val="tx2"/>
                </a:solidFill>
              </a:rPr>
              <a:t>User Story 16: Turn </a:t>
            </a:r>
            <a:r>
              <a:rPr lang="it-IT" sz="4000" noProof="0" dirty="0" err="1">
                <a:solidFill>
                  <a:schemeClr val="tx2"/>
                </a:solidFill>
              </a:rPr>
              <a:t>based</a:t>
            </a:r>
            <a:r>
              <a:rPr lang="it-IT" sz="4000" noProof="0" dirty="0">
                <a:solidFill>
                  <a:schemeClr val="tx2"/>
                </a:solidFill>
              </a:rPr>
              <a:t> </a:t>
            </a:r>
            <a:r>
              <a:rPr lang="it-IT" sz="4000" noProof="0" dirty="0" err="1">
                <a:solidFill>
                  <a:schemeClr val="tx2"/>
                </a:solidFill>
              </a:rPr>
              <a:t>battles</a:t>
            </a:r>
            <a:endParaRPr lang="it-IT" sz="4000" noProof="0" dirty="0">
              <a:solidFill>
                <a:schemeClr val="tx2"/>
              </a:solidFill>
            </a:endParaRPr>
          </a:p>
        </p:txBody>
      </p:sp>
      <p:grpSp>
        <p:nvGrpSpPr>
          <p:cNvPr id="47" name="Group 32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48" name="Freeform: Shape 3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9" name="Freeform: Shape 34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0" name="Freeform: Shape 3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sz="800" noProof="0" dirty="0"/>
            </a:p>
          </p:txBody>
        </p:sp>
        <p:sp>
          <p:nvSpPr>
            <p:cNvPr id="51" name="Freeform: Shape 3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grpSp>
        <p:nvGrpSpPr>
          <p:cNvPr id="52" name="Group 38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53" name="Freeform: Shape 3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4" name="Freeform: Shape 4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5" name="Freeform: Shape 4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6" name="Freeform: Shape 4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graphicFrame>
        <p:nvGraphicFramePr>
          <p:cNvPr id="57" name="Segnaposto contenuto 2">
            <a:extLst>
              <a:ext uri="{FF2B5EF4-FFF2-40B4-BE49-F238E27FC236}">
                <a16:creationId xmlns:a16="http://schemas.microsoft.com/office/drawing/2014/main" id="{D5059199-566D-3995-1ABC-7E97541A4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562978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4812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4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58" name="Rectangle 46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grpSp>
        <p:nvGrpSpPr>
          <p:cNvPr id="59" name="Group 48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" y="-369"/>
            <a:ext cx="6091008" cy="6858000"/>
            <a:chOff x="305" y="-369"/>
            <a:chExt cx="6091008" cy="6858000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4BDCFA3-5510-69D4-023C-A4A14115FDE1}"/>
              </a:ext>
            </a:extLst>
          </p:cNvPr>
          <p:cNvSpPr txBox="1"/>
          <p:nvPr/>
        </p:nvSpPr>
        <p:spPr>
          <a:xfrm>
            <a:off x="6724528" y="169447"/>
            <a:ext cx="4765949" cy="50818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noProof="0" dirty="0">
                <a:solidFill>
                  <a:schemeClr val="tx2"/>
                </a:solidFill>
              </a:rPr>
              <a:t>Il design pattern </a:t>
            </a:r>
            <a:r>
              <a:rPr lang="it-IT" b="1" noProof="0" dirty="0">
                <a:solidFill>
                  <a:schemeClr val="tx2"/>
                </a:solidFill>
              </a:rPr>
              <a:t>Strategy</a:t>
            </a:r>
            <a:r>
              <a:rPr lang="it-IT" noProof="0" dirty="0">
                <a:solidFill>
                  <a:schemeClr val="tx2"/>
                </a:solidFill>
              </a:rPr>
              <a:t> fornisce un'interfaccia (</a:t>
            </a:r>
            <a:r>
              <a:rPr lang="it-IT" noProof="0" dirty="0" err="1">
                <a:solidFill>
                  <a:schemeClr val="tx2"/>
                </a:solidFill>
              </a:rPr>
              <a:t>TurnStrategy</a:t>
            </a:r>
            <a:r>
              <a:rPr lang="it-IT" noProof="0" dirty="0">
                <a:solidFill>
                  <a:schemeClr val="tx2"/>
                </a:solidFill>
              </a:rPr>
              <a:t>) che permette di darle diverse implementazioni, il che implica che si possono far scorrere i turni in modi differenti.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noProof="0" dirty="0">
                <a:solidFill>
                  <a:schemeClr val="tx2"/>
                </a:solidFill>
              </a:rPr>
              <a:t>Abbiamo implementato un ordinamento delle azioni in un turno basato un valore di </a:t>
            </a:r>
            <a:r>
              <a:rPr lang="it-IT" i="1" noProof="0" dirty="0">
                <a:solidFill>
                  <a:schemeClr val="tx2"/>
                </a:solidFill>
              </a:rPr>
              <a:t>speed </a:t>
            </a:r>
            <a:r>
              <a:rPr lang="it-IT" noProof="0" dirty="0">
                <a:solidFill>
                  <a:schemeClr val="tx2"/>
                </a:solidFill>
              </a:rPr>
              <a:t>statico.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noProof="0" dirty="0">
                <a:solidFill>
                  <a:schemeClr val="tx2"/>
                </a:solidFill>
              </a:rPr>
              <a:t>Tutti i personaggi vengono ordinati dal più veloce al più lento ed eseguono un'azione in base a questa permutazione. La velocità è statica perché le modifiche a questa statistica durante il turno non vengono prese in considerazione e si applicheranno a partire dal turno successivo.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noProof="0" dirty="0">
                <a:solidFill>
                  <a:schemeClr val="tx2"/>
                </a:solidFill>
              </a:rPr>
              <a:t>Il design pattern </a:t>
            </a:r>
            <a:r>
              <a:rPr lang="it-IT" b="1" noProof="0" dirty="0">
                <a:solidFill>
                  <a:schemeClr val="tx2"/>
                </a:solidFill>
              </a:rPr>
              <a:t>Iterator </a:t>
            </a:r>
            <a:r>
              <a:rPr lang="it-IT" noProof="0" dirty="0">
                <a:solidFill>
                  <a:schemeClr val="tx2"/>
                </a:solidFill>
              </a:rPr>
              <a:t>fornisce un'interfaccia che consente il flusso dei turni in base alla </a:t>
            </a:r>
            <a:r>
              <a:rPr lang="it-IT" noProof="0" dirty="0" err="1">
                <a:solidFill>
                  <a:schemeClr val="tx2"/>
                </a:solidFill>
              </a:rPr>
              <a:t>TurnStrategy</a:t>
            </a:r>
            <a:r>
              <a:rPr lang="it-IT" noProof="0" dirty="0">
                <a:solidFill>
                  <a:schemeClr val="tx2"/>
                </a:solidFill>
              </a:rPr>
              <a:t>, restituendo il personaggio successivo che deve eseguire un'azione fino alla fine del turno.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noProof="0" dirty="0">
                <a:solidFill>
                  <a:schemeClr val="tx2"/>
                </a:solidFill>
              </a:rPr>
              <a:t>Un turno termina quando l'ultimo personaggio ha eseguito un'azione e ciò può essere verificato tramite il metodo </a:t>
            </a:r>
            <a:r>
              <a:rPr lang="it-IT" noProof="0" dirty="0" err="1">
                <a:solidFill>
                  <a:schemeClr val="tx2"/>
                </a:solidFill>
              </a:rPr>
              <a:t>nextCharacter</a:t>
            </a:r>
            <a:r>
              <a:rPr lang="it-IT" noProof="0" dirty="0">
                <a:solidFill>
                  <a:schemeClr val="tx2"/>
                </a:solidFill>
              </a:rPr>
              <a:t>. Il design pattern rende possibile utilizzare diverse strutture dati per allocare i </a:t>
            </a:r>
            <a:r>
              <a:rPr lang="it-IT" i="1" noProof="0" dirty="0" err="1">
                <a:solidFill>
                  <a:schemeClr val="tx2"/>
                </a:solidFill>
              </a:rPr>
              <a:t>Character</a:t>
            </a:r>
            <a:r>
              <a:rPr lang="it-IT" i="1" noProof="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3C3514-336D-F93C-A296-FDE2F0CD3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27BBC07D-6FB6-DCB3-FA8C-51BB0440D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44" y="992407"/>
            <a:ext cx="6057007" cy="542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57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9D94-C5B0-5A73-F4E1-3351AD48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1A8DC0-0653-2E46-4255-BB85E924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it-IT" sz="4000" noProof="0" dirty="0">
                <a:solidFill>
                  <a:schemeClr val="tx2"/>
                </a:solidFill>
              </a:rPr>
              <a:t>User Story </a:t>
            </a:r>
            <a:r>
              <a:rPr lang="it-IT" sz="4000" dirty="0">
                <a:solidFill>
                  <a:schemeClr val="tx2"/>
                </a:solidFill>
              </a:rPr>
              <a:t>21</a:t>
            </a:r>
            <a:r>
              <a:rPr lang="it-IT" sz="4000" noProof="0" dirty="0">
                <a:solidFill>
                  <a:schemeClr val="tx2"/>
                </a:solidFill>
              </a:rPr>
              <a:t>:</a:t>
            </a:r>
            <a:r>
              <a:rPr lang="it-IT" sz="4000" dirty="0">
                <a:solidFill>
                  <a:schemeClr val="tx2"/>
                </a:solidFill>
              </a:rPr>
              <a:t> </a:t>
            </a:r>
            <a:r>
              <a:rPr lang="it-IT" sz="4000" dirty="0" err="1">
                <a:solidFill>
                  <a:schemeClr val="tx2"/>
                </a:solidFill>
              </a:rPr>
              <a:t>Map</a:t>
            </a:r>
            <a:endParaRPr lang="it-IT" sz="4000" noProof="0" dirty="0">
              <a:solidFill>
                <a:schemeClr val="tx2"/>
              </a:solidFill>
            </a:endParaRPr>
          </a:p>
        </p:txBody>
      </p:sp>
      <p:graphicFrame>
        <p:nvGraphicFramePr>
          <p:cNvPr id="57" name="Segnaposto contenuto 2">
            <a:extLst>
              <a:ext uri="{FF2B5EF4-FFF2-40B4-BE49-F238E27FC236}">
                <a16:creationId xmlns:a16="http://schemas.microsoft.com/office/drawing/2014/main" id="{8D61EF4E-7F56-FC7A-2660-F243CFD76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8560664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1617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magine 4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901C1667-A162-C4C9-6CF7-08090A2C6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631881"/>
            <a:ext cx="4777381" cy="342449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E24150-F559-A2BC-7444-70F684FF5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75855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Utilizziamo il pattern Builder perché, essendo </a:t>
            </a:r>
            <a:r>
              <a:rPr lang="it-IT" dirty="0" err="1"/>
              <a:t>Map</a:t>
            </a:r>
            <a:r>
              <a:rPr lang="it-IT" dirty="0"/>
              <a:t> un oggetto complesso, la costruzione avviene in più passi e viene separata dalla sua rappresentazione finale (</a:t>
            </a:r>
            <a:r>
              <a:rPr lang="it-IT" dirty="0" err="1"/>
              <a:t>ExplorationView</a:t>
            </a:r>
            <a:r>
              <a:rPr lang="it-IT" dirty="0"/>
              <a:t>)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4971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0B7E3-0FA7-1DB9-227F-F305E6D1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996028-F82A-208C-2232-6FD71E76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6" y="437535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it-IT" sz="4000" noProof="0" dirty="0">
                <a:solidFill>
                  <a:schemeClr val="tx2"/>
                </a:solidFill>
              </a:rPr>
              <a:t>User Story 4:Choose </a:t>
            </a:r>
            <a:r>
              <a:rPr lang="it-IT" sz="4000" noProof="0" dirty="0" err="1">
                <a:solidFill>
                  <a:schemeClr val="tx2"/>
                </a:solidFill>
              </a:rPr>
              <a:t>character</a:t>
            </a:r>
            <a:r>
              <a:rPr lang="it-IT" sz="4000" noProof="0" dirty="0">
                <a:solidFill>
                  <a:schemeClr val="tx2"/>
                </a:solidFill>
              </a:rPr>
              <a:t> job</a:t>
            </a:r>
          </a:p>
        </p:txBody>
      </p:sp>
      <p:graphicFrame>
        <p:nvGraphicFramePr>
          <p:cNvPr id="57" name="Segnaposto contenuto 2">
            <a:extLst>
              <a:ext uri="{FF2B5EF4-FFF2-40B4-BE49-F238E27FC236}">
                <a16:creationId xmlns:a16="http://schemas.microsoft.com/office/drawing/2014/main" id="{C588D134-32B2-A027-35F5-1A4087CB0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882928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7784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EB215C-7839-4CEA-AA02-B8F7755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1011C6D-05BE-4D99-8C11-A0E478B1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0915134" cy="2251389"/>
          </a:xfrm>
          <a:custGeom>
            <a:avLst/>
            <a:gdLst>
              <a:gd name="connsiteX0" fmla="*/ 0 w 10915134"/>
              <a:gd name="connsiteY0" fmla="*/ 0 h 2251389"/>
              <a:gd name="connsiteX1" fmla="*/ 10915134 w 10915134"/>
              <a:gd name="connsiteY1" fmla="*/ 0 h 2251389"/>
              <a:gd name="connsiteX2" fmla="*/ 10882980 w 10915134"/>
              <a:gd name="connsiteY2" fmla="*/ 49990 h 2251389"/>
              <a:gd name="connsiteX3" fmla="*/ 10834795 w 10915134"/>
              <a:gd name="connsiteY3" fmla="*/ 110024 h 2251389"/>
              <a:gd name="connsiteX4" fmla="*/ 10738392 w 10915134"/>
              <a:gd name="connsiteY4" fmla="*/ 165813 h 2251389"/>
              <a:gd name="connsiteX5" fmla="*/ 10633692 w 10915134"/>
              <a:gd name="connsiteY5" fmla="*/ 209264 h 2251389"/>
              <a:gd name="connsiteX6" fmla="*/ 10586800 w 10915134"/>
              <a:gd name="connsiteY6" fmla="*/ 239716 h 2251389"/>
              <a:gd name="connsiteX7" fmla="*/ 10501658 w 10915134"/>
              <a:gd name="connsiteY7" fmla="*/ 307174 h 2251389"/>
              <a:gd name="connsiteX8" fmla="*/ 10404067 w 10915134"/>
              <a:gd name="connsiteY8" fmla="*/ 412395 h 2251389"/>
              <a:gd name="connsiteX9" fmla="*/ 10380953 w 10915134"/>
              <a:gd name="connsiteY9" fmla="*/ 472334 h 2251389"/>
              <a:gd name="connsiteX10" fmla="*/ 10341416 w 10915134"/>
              <a:gd name="connsiteY10" fmla="*/ 504774 h 2251389"/>
              <a:gd name="connsiteX11" fmla="*/ 10326329 w 10915134"/>
              <a:gd name="connsiteY11" fmla="*/ 523459 h 2251389"/>
              <a:gd name="connsiteX12" fmla="*/ 10298289 w 10915134"/>
              <a:gd name="connsiteY12" fmla="*/ 532173 h 2251389"/>
              <a:gd name="connsiteX13" fmla="*/ 10243127 w 10915134"/>
              <a:gd name="connsiteY13" fmla="*/ 540715 h 2251389"/>
              <a:gd name="connsiteX14" fmla="*/ 10141243 w 10915134"/>
              <a:gd name="connsiteY14" fmla="*/ 592343 h 2251389"/>
              <a:gd name="connsiteX15" fmla="*/ 9940352 w 10915134"/>
              <a:gd name="connsiteY15" fmla="*/ 631518 h 2251389"/>
              <a:gd name="connsiteX16" fmla="*/ 9836226 w 10915134"/>
              <a:gd name="connsiteY16" fmla="*/ 660496 h 2251389"/>
              <a:gd name="connsiteX17" fmla="*/ 9686899 w 10915134"/>
              <a:gd name="connsiteY17" fmla="*/ 683782 h 2251389"/>
              <a:gd name="connsiteX18" fmla="*/ 9578209 w 10915134"/>
              <a:gd name="connsiteY18" fmla="*/ 709781 h 2251389"/>
              <a:gd name="connsiteX19" fmla="*/ 9437298 w 10915134"/>
              <a:gd name="connsiteY19" fmla="*/ 757337 h 2251389"/>
              <a:gd name="connsiteX20" fmla="*/ 9435498 w 10915134"/>
              <a:gd name="connsiteY20" fmla="*/ 759689 h 2251389"/>
              <a:gd name="connsiteX21" fmla="*/ 9413910 w 10915134"/>
              <a:gd name="connsiteY21" fmla="*/ 764531 h 2251389"/>
              <a:gd name="connsiteX22" fmla="*/ 9361370 w 10915134"/>
              <a:gd name="connsiteY22" fmla="*/ 760593 h 2251389"/>
              <a:gd name="connsiteX23" fmla="*/ 9356626 w 10915134"/>
              <a:gd name="connsiteY23" fmla="*/ 764594 h 2251389"/>
              <a:gd name="connsiteX24" fmla="*/ 9311281 w 10915134"/>
              <a:gd name="connsiteY24" fmla="*/ 769260 h 2251389"/>
              <a:gd name="connsiteX25" fmla="*/ 9311173 w 10915134"/>
              <a:gd name="connsiteY25" fmla="*/ 771337 h 2251389"/>
              <a:gd name="connsiteX26" fmla="*/ 9300658 w 10915134"/>
              <a:gd name="connsiteY26" fmla="*/ 781452 h 2251389"/>
              <a:gd name="connsiteX27" fmla="*/ 9279376 w 10915134"/>
              <a:gd name="connsiteY27" fmla="*/ 796188 h 2251389"/>
              <a:gd name="connsiteX28" fmla="*/ 9189502 w 10915134"/>
              <a:gd name="connsiteY28" fmla="*/ 860175 h 2251389"/>
              <a:gd name="connsiteX29" fmla="*/ 9180260 w 10915134"/>
              <a:gd name="connsiteY29" fmla="*/ 862300 h 2251389"/>
              <a:gd name="connsiteX30" fmla="*/ 9180186 w 10915134"/>
              <a:gd name="connsiteY30" fmla="*/ 862799 h 2251389"/>
              <a:gd name="connsiteX31" fmla="*/ 9170652 w 10915134"/>
              <a:gd name="connsiteY31" fmla="*/ 865945 h 2251389"/>
              <a:gd name="connsiteX32" fmla="*/ 9145484 w 10915134"/>
              <a:gd name="connsiteY32" fmla="*/ 870300 h 2251389"/>
              <a:gd name="connsiteX33" fmla="*/ 9140031 w 10915134"/>
              <a:gd name="connsiteY33" fmla="*/ 874741 h 2251389"/>
              <a:gd name="connsiteX34" fmla="*/ 9138892 w 10915134"/>
              <a:gd name="connsiteY34" fmla="*/ 880860 h 2251389"/>
              <a:gd name="connsiteX35" fmla="*/ 9107257 w 10915134"/>
              <a:gd name="connsiteY35" fmla="*/ 903704 h 2251389"/>
              <a:gd name="connsiteX36" fmla="*/ 9034880 w 10915134"/>
              <a:gd name="connsiteY36" fmla="*/ 948837 h 2251389"/>
              <a:gd name="connsiteX37" fmla="*/ 8950600 w 10915134"/>
              <a:gd name="connsiteY37" fmla="*/ 994853 h 2251389"/>
              <a:gd name="connsiteX38" fmla="*/ 8753014 w 10915134"/>
              <a:gd name="connsiteY38" fmla="*/ 1118658 h 2251389"/>
              <a:gd name="connsiteX39" fmla="*/ 8581094 w 10915134"/>
              <a:gd name="connsiteY39" fmla="*/ 1153261 h 2251389"/>
              <a:gd name="connsiteX40" fmla="*/ 8498175 w 10915134"/>
              <a:gd name="connsiteY40" fmla="*/ 1187969 h 2251389"/>
              <a:gd name="connsiteX41" fmla="*/ 8448788 w 10915134"/>
              <a:gd name="connsiteY41" fmla="*/ 1206463 h 2251389"/>
              <a:gd name="connsiteX42" fmla="*/ 8367996 w 10915134"/>
              <a:gd name="connsiteY42" fmla="*/ 1232783 h 2251389"/>
              <a:gd name="connsiteX43" fmla="*/ 8367423 w 10915134"/>
              <a:gd name="connsiteY43" fmla="*/ 1238278 h 2251389"/>
              <a:gd name="connsiteX44" fmla="*/ 8359640 w 10915134"/>
              <a:gd name="connsiteY44" fmla="*/ 1246782 h 2251389"/>
              <a:gd name="connsiteX45" fmla="*/ 8346100 w 10915134"/>
              <a:gd name="connsiteY45" fmla="*/ 1266142 h 2251389"/>
              <a:gd name="connsiteX46" fmla="*/ 8318833 w 10915134"/>
              <a:gd name="connsiteY46" fmla="*/ 1292714 h 2251389"/>
              <a:gd name="connsiteX47" fmla="*/ 8317719 w 10915134"/>
              <a:gd name="connsiteY47" fmla="*/ 1291904 h 2251389"/>
              <a:gd name="connsiteX48" fmla="*/ 8307730 w 10915134"/>
              <a:gd name="connsiteY48" fmla="*/ 1293984 h 2251389"/>
              <a:gd name="connsiteX49" fmla="*/ 8240756 w 10915134"/>
              <a:gd name="connsiteY49" fmla="*/ 1301537 h 2251389"/>
              <a:gd name="connsiteX50" fmla="*/ 8216639 w 10915134"/>
              <a:gd name="connsiteY50" fmla="*/ 1327887 h 2251389"/>
              <a:gd name="connsiteX51" fmla="*/ 8211337 w 10915134"/>
              <a:gd name="connsiteY51" fmla="*/ 1332570 h 2251389"/>
              <a:gd name="connsiteX52" fmla="*/ 8211048 w 10915134"/>
              <a:gd name="connsiteY52" fmla="*/ 1332403 h 2251389"/>
              <a:gd name="connsiteX53" fmla="*/ 8205085 w 10915134"/>
              <a:gd name="connsiteY53" fmla="*/ 1336831 h 2251389"/>
              <a:gd name="connsiteX54" fmla="*/ 8137554 w 10915134"/>
              <a:gd name="connsiteY54" fmla="*/ 1342145 h 2251389"/>
              <a:gd name="connsiteX55" fmla="*/ 8054564 w 10915134"/>
              <a:gd name="connsiteY55" fmla="*/ 1367911 h 2251389"/>
              <a:gd name="connsiteX56" fmla="*/ 7973237 w 10915134"/>
              <a:gd name="connsiteY56" fmla="*/ 1397544 h 2251389"/>
              <a:gd name="connsiteX57" fmla="*/ 7944198 w 10915134"/>
              <a:gd name="connsiteY57" fmla="*/ 1410276 h 2251389"/>
              <a:gd name="connsiteX58" fmla="*/ 7890643 w 10915134"/>
              <a:gd name="connsiteY58" fmla="*/ 1424144 h 2251389"/>
              <a:gd name="connsiteX59" fmla="*/ 7864997 w 10915134"/>
              <a:gd name="connsiteY59" fmla="*/ 1425023 h 2251389"/>
              <a:gd name="connsiteX60" fmla="*/ 7864067 w 10915134"/>
              <a:gd name="connsiteY60" fmla="*/ 1426002 h 2251389"/>
              <a:gd name="connsiteX61" fmla="*/ 7861153 w 10915134"/>
              <a:gd name="connsiteY61" fmla="*/ 1423038 h 2251389"/>
              <a:gd name="connsiteX62" fmla="*/ 7844586 w 10915134"/>
              <a:gd name="connsiteY62" fmla="*/ 1429169 h 2251389"/>
              <a:gd name="connsiteX63" fmla="*/ 7840350 w 10915134"/>
              <a:gd name="connsiteY63" fmla="*/ 1432451 h 2251389"/>
              <a:gd name="connsiteX64" fmla="*/ 7833722 w 10915134"/>
              <a:gd name="connsiteY64" fmla="*/ 1435148 h 2251389"/>
              <a:gd name="connsiteX65" fmla="*/ 7833492 w 10915134"/>
              <a:gd name="connsiteY65" fmla="*/ 1434901 h 2251389"/>
              <a:gd name="connsiteX66" fmla="*/ 7827413 w 10915134"/>
              <a:gd name="connsiteY66" fmla="*/ 1438043 h 2251389"/>
              <a:gd name="connsiteX67" fmla="*/ 7798463 w 10915134"/>
              <a:gd name="connsiteY67" fmla="*/ 1457407 h 2251389"/>
              <a:gd name="connsiteX68" fmla="*/ 7759015 w 10915134"/>
              <a:gd name="connsiteY68" fmla="*/ 1458666 h 2251389"/>
              <a:gd name="connsiteX69" fmla="*/ 7752684 w 10915134"/>
              <a:gd name="connsiteY69" fmla="*/ 1444792 h 2251389"/>
              <a:gd name="connsiteX70" fmla="*/ 7747867 w 10915134"/>
              <a:gd name="connsiteY70" fmla="*/ 1447976 h 2251389"/>
              <a:gd name="connsiteX71" fmla="*/ 7738750 w 10915134"/>
              <a:gd name="connsiteY71" fmla="*/ 1456574 h 2251389"/>
              <a:gd name="connsiteX72" fmla="*/ 7735619 w 10915134"/>
              <a:gd name="connsiteY72" fmla="*/ 1456320 h 2251389"/>
              <a:gd name="connsiteX73" fmla="*/ 7705072 w 10915134"/>
              <a:gd name="connsiteY73" fmla="*/ 1465768 h 2251389"/>
              <a:gd name="connsiteX74" fmla="*/ 7696073 w 10915134"/>
              <a:gd name="connsiteY74" fmla="*/ 1462212 h 2251389"/>
              <a:gd name="connsiteX75" fmla="*/ 7692096 w 10915134"/>
              <a:gd name="connsiteY75" fmla="*/ 1462163 h 2251389"/>
              <a:gd name="connsiteX76" fmla="*/ 7674689 w 10915134"/>
              <a:gd name="connsiteY76" fmla="*/ 1477613 h 2251389"/>
              <a:gd name="connsiteX77" fmla="*/ 7665348 w 10915134"/>
              <a:gd name="connsiteY77" fmla="*/ 1483862 h 2251389"/>
              <a:gd name="connsiteX78" fmla="*/ 7606276 w 10915134"/>
              <a:gd name="connsiteY78" fmla="*/ 1538521 h 2251389"/>
              <a:gd name="connsiteX79" fmla="*/ 7504695 w 10915134"/>
              <a:gd name="connsiteY79" fmla="*/ 1566686 h 2251389"/>
              <a:gd name="connsiteX80" fmla="*/ 7401270 w 10915134"/>
              <a:gd name="connsiteY80" fmla="*/ 1597361 h 2251389"/>
              <a:gd name="connsiteX81" fmla="*/ 7320321 w 10915134"/>
              <a:gd name="connsiteY81" fmla="*/ 1619535 h 2251389"/>
              <a:gd name="connsiteX82" fmla="*/ 7149526 w 10915134"/>
              <a:gd name="connsiteY82" fmla="*/ 1743630 h 2251389"/>
              <a:gd name="connsiteX83" fmla="*/ 7105391 w 10915134"/>
              <a:gd name="connsiteY83" fmla="*/ 1752328 h 2251389"/>
              <a:gd name="connsiteX84" fmla="*/ 7071654 w 10915134"/>
              <a:gd name="connsiteY84" fmla="*/ 1785091 h 2251389"/>
              <a:gd name="connsiteX85" fmla="*/ 7054359 w 10915134"/>
              <a:gd name="connsiteY85" fmla="*/ 1782439 h 2251389"/>
              <a:gd name="connsiteX86" fmla="*/ 7051319 w 10915134"/>
              <a:gd name="connsiteY86" fmla="*/ 1781706 h 2251389"/>
              <a:gd name="connsiteX87" fmla="*/ 7040377 w 10915134"/>
              <a:gd name="connsiteY87" fmla="*/ 1784767 h 2251389"/>
              <a:gd name="connsiteX88" fmla="*/ 7035771 w 10915134"/>
              <a:gd name="connsiteY88" fmla="*/ 1778137 h 2251389"/>
              <a:gd name="connsiteX89" fmla="*/ 7018208 w 10915134"/>
              <a:gd name="connsiteY89" fmla="*/ 1777373 h 2251389"/>
              <a:gd name="connsiteX90" fmla="*/ 6998493 w 10915134"/>
              <a:gd name="connsiteY90" fmla="*/ 1785098 h 2251389"/>
              <a:gd name="connsiteX91" fmla="*/ 6928288 w 10915134"/>
              <a:gd name="connsiteY91" fmla="*/ 1811732 h 2251389"/>
              <a:gd name="connsiteX92" fmla="*/ 6917773 w 10915134"/>
              <a:gd name="connsiteY92" fmla="*/ 1820666 h 2251389"/>
              <a:gd name="connsiteX93" fmla="*/ 6881789 w 10915134"/>
              <a:gd name="connsiteY93" fmla="*/ 1828309 h 2251389"/>
              <a:gd name="connsiteX94" fmla="*/ 6879926 w 10915134"/>
              <a:gd name="connsiteY94" fmla="*/ 1830591 h 2251389"/>
              <a:gd name="connsiteX95" fmla="*/ 6845508 w 10915134"/>
              <a:gd name="connsiteY95" fmla="*/ 1841035 h 2251389"/>
              <a:gd name="connsiteX96" fmla="*/ 6786683 w 10915134"/>
              <a:gd name="connsiteY96" fmla="*/ 1868367 h 2251389"/>
              <a:gd name="connsiteX97" fmla="*/ 6773874 w 10915134"/>
              <a:gd name="connsiteY97" fmla="*/ 1863267 h 2251389"/>
              <a:gd name="connsiteX98" fmla="*/ 6771241 w 10915134"/>
              <a:gd name="connsiteY98" fmla="*/ 1859449 h 2251389"/>
              <a:gd name="connsiteX99" fmla="*/ 6755065 w 10915134"/>
              <a:gd name="connsiteY99" fmla="*/ 1866822 h 2251389"/>
              <a:gd name="connsiteX100" fmla="*/ 6740854 w 10915134"/>
              <a:gd name="connsiteY100" fmla="*/ 1865352 h 2251389"/>
              <a:gd name="connsiteX101" fmla="*/ 6730997 w 10915134"/>
              <a:gd name="connsiteY101" fmla="*/ 1874155 h 2251389"/>
              <a:gd name="connsiteX102" fmla="*/ 6714212 w 10915134"/>
              <a:gd name="connsiteY102" fmla="*/ 1876293 h 2251389"/>
              <a:gd name="connsiteX103" fmla="*/ 6693130 w 10915134"/>
              <a:gd name="connsiteY103" fmla="*/ 1876808 h 2251389"/>
              <a:gd name="connsiteX104" fmla="*/ 6674405 w 10915134"/>
              <a:gd name="connsiteY104" fmla="*/ 1873459 h 2251389"/>
              <a:gd name="connsiteX105" fmla="*/ 6647714 w 10915134"/>
              <a:gd name="connsiteY105" fmla="*/ 1878941 h 2251389"/>
              <a:gd name="connsiteX106" fmla="*/ 6586613 w 10915134"/>
              <a:gd name="connsiteY106" fmla="*/ 1887053 h 2251389"/>
              <a:gd name="connsiteX107" fmla="*/ 6540424 w 10915134"/>
              <a:gd name="connsiteY107" fmla="*/ 1893269 h 2251389"/>
              <a:gd name="connsiteX108" fmla="*/ 6460034 w 10915134"/>
              <a:gd name="connsiteY108" fmla="*/ 1911286 h 2251389"/>
              <a:gd name="connsiteX109" fmla="*/ 6445449 w 10915134"/>
              <a:gd name="connsiteY109" fmla="*/ 1926499 h 2251389"/>
              <a:gd name="connsiteX110" fmla="*/ 6407092 w 10915134"/>
              <a:gd name="connsiteY110" fmla="*/ 1921993 h 2251389"/>
              <a:gd name="connsiteX111" fmla="*/ 6396332 w 10915134"/>
              <a:gd name="connsiteY111" fmla="*/ 1907025 h 2251389"/>
              <a:gd name="connsiteX112" fmla="*/ 6347048 w 10915134"/>
              <a:gd name="connsiteY112" fmla="*/ 1912130 h 2251389"/>
              <a:gd name="connsiteX113" fmla="*/ 6302270 w 10915134"/>
              <a:gd name="connsiteY113" fmla="*/ 1933613 h 2251389"/>
              <a:gd name="connsiteX114" fmla="*/ 6243078 w 10915134"/>
              <a:gd name="connsiteY114" fmla="*/ 1945644 h 2251389"/>
              <a:gd name="connsiteX115" fmla="*/ 6207738 w 10915134"/>
              <a:gd name="connsiteY115" fmla="*/ 1953011 h 2251389"/>
              <a:gd name="connsiteX116" fmla="*/ 6108781 w 10915134"/>
              <a:gd name="connsiteY116" fmla="*/ 1959474 h 2251389"/>
              <a:gd name="connsiteX117" fmla="*/ 6103698 w 10915134"/>
              <a:gd name="connsiteY117" fmla="*/ 1959304 h 2251389"/>
              <a:gd name="connsiteX118" fmla="*/ 6087017 w 10915134"/>
              <a:gd name="connsiteY118" fmla="*/ 1969078 h 2251389"/>
              <a:gd name="connsiteX119" fmla="*/ 6086313 w 10915134"/>
              <a:gd name="connsiteY119" fmla="*/ 1971580 h 2251389"/>
              <a:gd name="connsiteX120" fmla="*/ 6024291 w 10915134"/>
              <a:gd name="connsiteY120" fmla="*/ 1966761 h 2251389"/>
              <a:gd name="connsiteX121" fmla="*/ 6016853 w 10915134"/>
              <a:gd name="connsiteY121" fmla="*/ 1970526 h 2251389"/>
              <a:gd name="connsiteX122" fmla="*/ 5975404 w 10915134"/>
              <a:gd name="connsiteY122" fmla="*/ 1961749 h 2251389"/>
              <a:gd name="connsiteX123" fmla="*/ 5954536 w 10915134"/>
              <a:gd name="connsiteY123" fmla="*/ 1960220 h 2251389"/>
              <a:gd name="connsiteX124" fmla="*/ 5917280 w 10915134"/>
              <a:gd name="connsiteY124" fmla="*/ 1954478 h 2251389"/>
              <a:gd name="connsiteX125" fmla="*/ 5914232 w 10915134"/>
              <a:gd name="connsiteY125" fmla="*/ 1956919 h 2251389"/>
              <a:gd name="connsiteX126" fmla="*/ 5906850 w 10915134"/>
              <a:gd name="connsiteY126" fmla="*/ 1954702 h 2251389"/>
              <a:gd name="connsiteX127" fmla="*/ 5901461 w 10915134"/>
              <a:gd name="connsiteY127" fmla="*/ 1957577 h 2251389"/>
              <a:gd name="connsiteX128" fmla="*/ 5895317 w 10915134"/>
              <a:gd name="connsiteY128" fmla="*/ 1956828 h 2251389"/>
              <a:gd name="connsiteX129" fmla="*/ 5831128 w 10915134"/>
              <a:gd name="connsiteY129" fmla="*/ 1968382 h 2251389"/>
              <a:gd name="connsiteX130" fmla="*/ 5817261 w 10915134"/>
              <a:gd name="connsiteY130" fmla="*/ 1966124 h 2251389"/>
              <a:gd name="connsiteX131" fmla="*/ 5806791 w 10915134"/>
              <a:gd name="connsiteY131" fmla="*/ 1974713 h 2251389"/>
              <a:gd name="connsiteX132" fmla="*/ 5762574 w 10915134"/>
              <a:gd name="connsiteY132" fmla="*/ 1976973 h 2251389"/>
              <a:gd name="connsiteX133" fmla="*/ 5747297 w 10915134"/>
              <a:gd name="connsiteY133" fmla="*/ 1970252 h 2251389"/>
              <a:gd name="connsiteX134" fmla="*/ 5733169 w 10915134"/>
              <a:gd name="connsiteY134" fmla="*/ 1965433 h 2251389"/>
              <a:gd name="connsiteX135" fmla="*/ 5731338 w 10915134"/>
              <a:gd name="connsiteY135" fmla="*/ 1965447 h 2251389"/>
              <a:gd name="connsiteX136" fmla="*/ 5712957 w 10915134"/>
              <a:gd name="connsiteY136" fmla="*/ 1965596 h 2251389"/>
              <a:gd name="connsiteX137" fmla="*/ 5678760 w 10915134"/>
              <a:gd name="connsiteY137" fmla="*/ 1965873 h 2251389"/>
              <a:gd name="connsiteX138" fmla="*/ 5612457 w 10915134"/>
              <a:gd name="connsiteY138" fmla="*/ 1972287 h 2251389"/>
              <a:gd name="connsiteX139" fmla="*/ 5462439 w 10915134"/>
              <a:gd name="connsiteY139" fmla="*/ 1941766 h 2251389"/>
              <a:gd name="connsiteX140" fmla="*/ 5249426 w 10915134"/>
              <a:gd name="connsiteY140" fmla="*/ 1957993 h 2251389"/>
              <a:gd name="connsiteX141" fmla="*/ 4795460 w 10915134"/>
              <a:gd name="connsiteY141" fmla="*/ 2018541 h 2251389"/>
              <a:gd name="connsiteX142" fmla="*/ 4698875 w 10915134"/>
              <a:gd name="connsiteY142" fmla="*/ 2031693 h 2251389"/>
              <a:gd name="connsiteX143" fmla="*/ 4635334 w 10915134"/>
              <a:gd name="connsiteY143" fmla="*/ 2035504 h 2251389"/>
              <a:gd name="connsiteX144" fmla="*/ 4529228 w 10915134"/>
              <a:gd name="connsiteY144" fmla="*/ 2076609 h 2251389"/>
              <a:gd name="connsiteX145" fmla="*/ 4408461 w 10915134"/>
              <a:gd name="connsiteY145" fmla="*/ 2090939 h 2251389"/>
              <a:gd name="connsiteX146" fmla="*/ 4254651 w 10915134"/>
              <a:gd name="connsiteY146" fmla="*/ 2101730 h 2251389"/>
              <a:gd name="connsiteX147" fmla="*/ 4213233 w 10915134"/>
              <a:gd name="connsiteY147" fmla="*/ 2120326 h 2251389"/>
              <a:gd name="connsiteX148" fmla="*/ 4153938 w 10915134"/>
              <a:gd name="connsiteY148" fmla="*/ 2137520 h 2251389"/>
              <a:gd name="connsiteX149" fmla="*/ 4050969 w 10915134"/>
              <a:gd name="connsiteY149" fmla="*/ 2177971 h 2251389"/>
              <a:gd name="connsiteX150" fmla="*/ 3933162 w 10915134"/>
              <a:gd name="connsiteY150" fmla="*/ 2199509 h 2251389"/>
              <a:gd name="connsiteX151" fmla="*/ 3797609 w 10915134"/>
              <a:gd name="connsiteY151" fmla="*/ 2185813 h 2251389"/>
              <a:gd name="connsiteX152" fmla="*/ 3723511 w 10915134"/>
              <a:gd name="connsiteY152" fmla="*/ 2185401 h 2251389"/>
              <a:gd name="connsiteX153" fmla="*/ 3478465 w 10915134"/>
              <a:gd name="connsiteY153" fmla="*/ 2181087 h 2251389"/>
              <a:gd name="connsiteX154" fmla="*/ 3308996 w 10915134"/>
              <a:gd name="connsiteY154" fmla="*/ 2177978 h 2251389"/>
              <a:gd name="connsiteX155" fmla="*/ 3260282 w 10915134"/>
              <a:gd name="connsiteY155" fmla="*/ 2194479 h 2251389"/>
              <a:gd name="connsiteX156" fmla="*/ 3178557 w 10915134"/>
              <a:gd name="connsiteY156" fmla="*/ 2221451 h 2251389"/>
              <a:gd name="connsiteX157" fmla="*/ 3097074 w 10915134"/>
              <a:gd name="connsiteY157" fmla="*/ 2229837 h 2251389"/>
              <a:gd name="connsiteX158" fmla="*/ 3029944 w 10915134"/>
              <a:gd name="connsiteY158" fmla="*/ 2248531 h 2251389"/>
              <a:gd name="connsiteX159" fmla="*/ 2964870 w 10915134"/>
              <a:gd name="connsiteY159" fmla="*/ 2251389 h 2251389"/>
              <a:gd name="connsiteX160" fmla="*/ 2931496 w 10915134"/>
              <a:gd name="connsiteY160" fmla="*/ 2243024 h 2251389"/>
              <a:gd name="connsiteX161" fmla="*/ 2892959 w 10915134"/>
              <a:gd name="connsiteY161" fmla="*/ 2233969 h 2251389"/>
              <a:gd name="connsiteX162" fmla="*/ 2839074 w 10915134"/>
              <a:gd name="connsiteY162" fmla="*/ 2225008 h 2251389"/>
              <a:gd name="connsiteX163" fmla="*/ 2693779 w 10915134"/>
              <a:gd name="connsiteY163" fmla="*/ 2231570 h 2251389"/>
              <a:gd name="connsiteX164" fmla="*/ 2523799 w 10915134"/>
              <a:gd name="connsiteY164" fmla="*/ 2236547 h 2251389"/>
              <a:gd name="connsiteX165" fmla="*/ 2340069 w 10915134"/>
              <a:gd name="connsiteY165" fmla="*/ 2220699 h 2251389"/>
              <a:gd name="connsiteX166" fmla="*/ 2076408 w 10915134"/>
              <a:gd name="connsiteY166" fmla="*/ 2194398 h 2251389"/>
              <a:gd name="connsiteX167" fmla="*/ 1983593 w 10915134"/>
              <a:gd name="connsiteY167" fmla="*/ 2219360 h 2251389"/>
              <a:gd name="connsiteX168" fmla="*/ 1853105 w 10915134"/>
              <a:gd name="connsiteY168" fmla="*/ 2214141 h 2251389"/>
              <a:gd name="connsiteX169" fmla="*/ 1748511 w 10915134"/>
              <a:gd name="connsiteY169" fmla="*/ 2178472 h 2251389"/>
              <a:gd name="connsiteX170" fmla="*/ 1633422 w 10915134"/>
              <a:gd name="connsiteY170" fmla="*/ 2143415 h 2251389"/>
              <a:gd name="connsiteX171" fmla="*/ 1558946 w 10915134"/>
              <a:gd name="connsiteY171" fmla="*/ 2128843 h 2251389"/>
              <a:gd name="connsiteX172" fmla="*/ 1385344 w 10915134"/>
              <a:gd name="connsiteY172" fmla="*/ 2124817 h 2251389"/>
              <a:gd name="connsiteX173" fmla="*/ 1227473 w 10915134"/>
              <a:gd name="connsiteY173" fmla="*/ 2113291 h 2251389"/>
              <a:gd name="connsiteX174" fmla="*/ 1088711 w 10915134"/>
              <a:gd name="connsiteY174" fmla="*/ 2097947 h 2251389"/>
              <a:gd name="connsiteX175" fmla="*/ 939259 w 10915134"/>
              <a:gd name="connsiteY175" fmla="*/ 2073411 h 2251389"/>
              <a:gd name="connsiteX176" fmla="*/ 914345 w 10915134"/>
              <a:gd name="connsiteY176" fmla="*/ 2063135 h 2251389"/>
              <a:gd name="connsiteX177" fmla="*/ 879393 w 10915134"/>
              <a:gd name="connsiteY177" fmla="*/ 2068419 h 2251389"/>
              <a:gd name="connsiteX178" fmla="*/ 739242 w 10915134"/>
              <a:gd name="connsiteY178" fmla="*/ 2091539 h 2251389"/>
              <a:gd name="connsiteX179" fmla="*/ 628509 w 10915134"/>
              <a:gd name="connsiteY179" fmla="*/ 2108134 h 2251389"/>
              <a:gd name="connsiteX180" fmla="*/ 508046 w 10915134"/>
              <a:gd name="connsiteY180" fmla="*/ 2109851 h 2251389"/>
              <a:gd name="connsiteX181" fmla="*/ 408793 w 10915134"/>
              <a:gd name="connsiteY181" fmla="*/ 2105335 h 2251389"/>
              <a:gd name="connsiteX182" fmla="*/ 259142 w 10915134"/>
              <a:gd name="connsiteY182" fmla="*/ 2115883 h 2251389"/>
              <a:gd name="connsiteX183" fmla="*/ 91266 w 10915134"/>
              <a:gd name="connsiteY183" fmla="*/ 2135533 h 2251389"/>
              <a:gd name="connsiteX184" fmla="*/ 12251 w 10915134"/>
              <a:gd name="connsiteY184" fmla="*/ 2121489 h 2251389"/>
              <a:gd name="connsiteX185" fmla="*/ 0 w 10915134"/>
              <a:gd name="connsiteY185" fmla="*/ 2122164 h 2251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0915134" h="2251389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172BFF1-D730-9613-42D3-8F0E0BED7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609600"/>
            <a:ext cx="5915197" cy="1330519"/>
          </a:xfrm>
        </p:spPr>
        <p:txBody>
          <a:bodyPr>
            <a:normAutofit/>
          </a:bodyPr>
          <a:lstStyle/>
          <a:p>
            <a:r>
              <a:rPr lang="it-IT" dirty="0"/>
              <a:t>Perché Abstract Factory?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B9FD11D-7561-43C8-BE54-00D7DCF0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5390" y="5800298"/>
            <a:ext cx="5736610" cy="1057702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4114838 w 5741575"/>
              <a:gd name="connsiteY74" fmla="*/ 238165 h 955271"/>
              <a:gd name="connsiteX75" fmla="*/ 4271023 w 5741575"/>
              <a:gd name="connsiteY75" fmla="*/ 241959 h 955271"/>
              <a:gd name="connsiteX76" fmla="*/ 4367397 w 5741575"/>
              <a:gd name="connsiteY76" fmla="*/ 271442 h 955271"/>
              <a:gd name="connsiteX77" fmla="*/ 4495366 w 5741575"/>
              <a:gd name="connsiteY77" fmla="*/ 271618 h 955271"/>
              <a:gd name="connsiteX78" fmla="*/ 4517347 w 5741575"/>
              <a:gd name="connsiteY78" fmla="*/ 275639 h 955271"/>
              <a:gd name="connsiteX79" fmla="*/ 4546116 w 5741575"/>
              <a:gd name="connsiteY79" fmla="*/ 268568 h 955271"/>
              <a:gd name="connsiteX80" fmla="*/ 4661259 w 5741575"/>
              <a:gd name="connsiteY80" fmla="*/ 238966 h 955271"/>
              <a:gd name="connsiteX81" fmla="*/ 4750403 w 5741575"/>
              <a:gd name="connsiteY81" fmla="*/ 204364 h 955271"/>
              <a:gd name="connsiteX82" fmla="*/ 4867614 w 5741575"/>
              <a:gd name="connsiteY82" fmla="*/ 208668 h 955271"/>
              <a:gd name="connsiteX83" fmla="*/ 4937036 w 5741575"/>
              <a:gd name="connsiteY83" fmla="*/ 195446 h 955271"/>
              <a:gd name="connsiteX84" fmla="*/ 5047626 w 5741575"/>
              <a:gd name="connsiteY84" fmla="*/ 149604 h 955271"/>
              <a:gd name="connsiteX85" fmla="*/ 5200247 w 5741575"/>
              <a:gd name="connsiteY85" fmla="*/ 142695 h 955271"/>
              <a:gd name="connsiteX86" fmla="*/ 5235691 w 5741575"/>
              <a:gd name="connsiteY86" fmla="*/ 173330 h 955271"/>
              <a:gd name="connsiteX87" fmla="*/ 5280133 w 5741575"/>
              <a:gd name="connsiteY87" fmla="*/ 189342 h 955271"/>
              <a:gd name="connsiteX88" fmla="*/ 5291963 w 5741575"/>
              <a:gd name="connsiteY88" fmla="*/ 139446 h 955271"/>
              <a:gd name="connsiteX89" fmla="*/ 5418472 w 5741575"/>
              <a:gd name="connsiteY89" fmla="*/ 89163 h 955271"/>
              <a:gd name="connsiteX90" fmla="*/ 5482354 w 5741575"/>
              <a:gd name="connsiteY90" fmla="*/ 69470 h 955271"/>
              <a:gd name="connsiteX91" fmla="*/ 5583280 w 5741575"/>
              <a:gd name="connsiteY91" fmla="*/ 49787 h 955271"/>
              <a:gd name="connsiteX92" fmla="*/ 5613766 w 5741575"/>
              <a:gd name="connsiteY92" fmla="*/ 41855 h 955271"/>
              <a:gd name="connsiteX93" fmla="*/ 5684952 w 5741575"/>
              <a:gd name="connsiteY93" fmla="*/ 26088 h 955271"/>
              <a:gd name="connsiteX94" fmla="*/ 5741575 w 5741575"/>
              <a:gd name="connsiteY9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873778 w 5741575"/>
              <a:gd name="connsiteY38" fmla="*/ 530130 h 955271"/>
              <a:gd name="connsiteX39" fmla="*/ 1988411 w 5741575"/>
              <a:gd name="connsiteY39" fmla="*/ 491599 h 955271"/>
              <a:gd name="connsiteX40" fmla="*/ 2085507 w 5741575"/>
              <a:gd name="connsiteY40" fmla="*/ 498527 h 955271"/>
              <a:gd name="connsiteX41" fmla="*/ 2090767 w 5741575"/>
              <a:gd name="connsiteY41" fmla="*/ 490616 h 955271"/>
              <a:gd name="connsiteX42" fmla="*/ 2151143 w 5741575"/>
              <a:gd name="connsiteY42" fmla="*/ 478332 h 955271"/>
              <a:gd name="connsiteX43" fmla="*/ 2378710 w 5741575"/>
              <a:gd name="connsiteY43" fmla="*/ 477570 h 955271"/>
              <a:gd name="connsiteX44" fmla="*/ 2496256 w 5741575"/>
              <a:gd name="connsiteY44" fmla="*/ 452396 h 955271"/>
              <a:gd name="connsiteX45" fmla="*/ 2535387 w 5741575"/>
              <a:gd name="connsiteY45" fmla="*/ 436645 h 955271"/>
              <a:gd name="connsiteX46" fmla="*/ 2601109 w 5741575"/>
              <a:gd name="connsiteY46" fmla="*/ 410678 h 955271"/>
              <a:gd name="connsiteX47" fmla="*/ 2643855 w 5741575"/>
              <a:gd name="connsiteY47" fmla="*/ 374482 h 955271"/>
              <a:gd name="connsiteX48" fmla="*/ 2657726 w 5741575"/>
              <a:gd name="connsiteY48" fmla="*/ 365841 h 955271"/>
              <a:gd name="connsiteX49" fmla="*/ 2687125 w 5741575"/>
              <a:gd name="connsiteY49" fmla="*/ 366820 h 955271"/>
              <a:gd name="connsiteX50" fmla="*/ 2697479 w 5741575"/>
              <a:gd name="connsiteY50" fmla="*/ 361430 h 955271"/>
              <a:gd name="connsiteX51" fmla="*/ 2701547 w 5741575"/>
              <a:gd name="connsiteY51" fmla="*/ 361545 h 955271"/>
              <a:gd name="connsiteX52" fmla="*/ 2711054 w 5741575"/>
              <a:gd name="connsiteY52" fmla="*/ 360597 h 955271"/>
              <a:gd name="connsiteX53" fmla="*/ 2710438 w 5741575"/>
              <a:gd name="connsiteY53" fmla="*/ 366958 h 955271"/>
              <a:gd name="connsiteX54" fmla="*/ 2722936 w 5741575"/>
              <a:gd name="connsiteY54" fmla="*/ 377633 h 955271"/>
              <a:gd name="connsiteX55" fmla="*/ 2777227 w 5741575"/>
              <a:gd name="connsiteY55" fmla="*/ 368972 h 955271"/>
              <a:gd name="connsiteX56" fmla="*/ 2779510 w 5741575"/>
              <a:gd name="connsiteY56" fmla="*/ 361652 h 955271"/>
              <a:gd name="connsiteX57" fmla="*/ 2786278 w 5741575"/>
              <a:gd name="connsiteY57" fmla="*/ 359869 h 955271"/>
              <a:gd name="connsiteX58" fmla="*/ 2792101 w 5741575"/>
              <a:gd name="connsiteY58" fmla="*/ 365927 h 955271"/>
              <a:gd name="connsiteX59" fmla="*/ 2885545 w 5741575"/>
              <a:gd name="connsiteY59" fmla="*/ 372818 h 955271"/>
              <a:gd name="connsiteX60" fmla="*/ 3009558 w 5741575"/>
              <a:gd name="connsiteY60" fmla="*/ 370573 h 955271"/>
              <a:gd name="connsiteX61" fmla="*/ 3095010 w 5741575"/>
              <a:gd name="connsiteY61" fmla="*/ 332454 h 955271"/>
              <a:gd name="connsiteX62" fmla="*/ 3103742 w 5741575"/>
              <a:gd name="connsiteY62" fmla="*/ 337974 h 955271"/>
              <a:gd name="connsiteX63" fmla="*/ 3165093 w 5741575"/>
              <a:gd name="connsiteY63" fmla="*/ 329459 h 955271"/>
              <a:gd name="connsiteX64" fmla="*/ 3373785 w 5741575"/>
              <a:gd name="connsiteY64" fmla="*/ 255680 h 955271"/>
              <a:gd name="connsiteX65" fmla="*/ 3493851 w 5741575"/>
              <a:gd name="connsiteY65" fmla="*/ 240255 h 955271"/>
              <a:gd name="connsiteX66" fmla="*/ 3537470 w 5741575"/>
              <a:gd name="connsiteY66" fmla="*/ 241867 h 955271"/>
              <a:gd name="connsiteX67" fmla="*/ 3610489 w 5741575"/>
              <a:gd name="connsiteY67" fmla="*/ 244128 h 955271"/>
              <a:gd name="connsiteX68" fmla="*/ 3667539 w 5741575"/>
              <a:gd name="connsiteY68" fmla="*/ 263271 h 955271"/>
              <a:gd name="connsiteX69" fmla="*/ 3727614 w 5741575"/>
              <a:gd name="connsiteY69" fmla="*/ 258245 h 955271"/>
              <a:gd name="connsiteX70" fmla="*/ 3738369 w 5741575"/>
              <a:gd name="connsiteY70" fmla="*/ 234506 h 955271"/>
              <a:gd name="connsiteX71" fmla="*/ 3803670 w 5741575"/>
              <a:gd name="connsiteY71" fmla="*/ 236457 h 955271"/>
              <a:gd name="connsiteX72" fmla="*/ 3903080 w 5741575"/>
              <a:gd name="connsiteY72" fmla="*/ 241890 h 955271"/>
              <a:gd name="connsiteX73" fmla="*/ 4114838 w 5741575"/>
              <a:gd name="connsiteY73" fmla="*/ 238165 h 955271"/>
              <a:gd name="connsiteX74" fmla="*/ 4271023 w 5741575"/>
              <a:gd name="connsiteY74" fmla="*/ 241959 h 955271"/>
              <a:gd name="connsiteX75" fmla="*/ 4367397 w 5741575"/>
              <a:gd name="connsiteY75" fmla="*/ 271442 h 955271"/>
              <a:gd name="connsiteX76" fmla="*/ 4495366 w 5741575"/>
              <a:gd name="connsiteY76" fmla="*/ 271618 h 955271"/>
              <a:gd name="connsiteX77" fmla="*/ 4517347 w 5741575"/>
              <a:gd name="connsiteY77" fmla="*/ 275639 h 955271"/>
              <a:gd name="connsiteX78" fmla="*/ 4546116 w 5741575"/>
              <a:gd name="connsiteY78" fmla="*/ 268568 h 955271"/>
              <a:gd name="connsiteX79" fmla="*/ 4661259 w 5741575"/>
              <a:gd name="connsiteY79" fmla="*/ 238966 h 955271"/>
              <a:gd name="connsiteX80" fmla="*/ 4750403 w 5741575"/>
              <a:gd name="connsiteY80" fmla="*/ 204364 h 955271"/>
              <a:gd name="connsiteX81" fmla="*/ 4867614 w 5741575"/>
              <a:gd name="connsiteY81" fmla="*/ 208668 h 955271"/>
              <a:gd name="connsiteX82" fmla="*/ 4937036 w 5741575"/>
              <a:gd name="connsiteY82" fmla="*/ 195446 h 955271"/>
              <a:gd name="connsiteX83" fmla="*/ 5047626 w 5741575"/>
              <a:gd name="connsiteY83" fmla="*/ 149604 h 955271"/>
              <a:gd name="connsiteX84" fmla="*/ 5200247 w 5741575"/>
              <a:gd name="connsiteY84" fmla="*/ 142695 h 955271"/>
              <a:gd name="connsiteX85" fmla="*/ 5235691 w 5741575"/>
              <a:gd name="connsiteY85" fmla="*/ 173330 h 955271"/>
              <a:gd name="connsiteX86" fmla="*/ 5280133 w 5741575"/>
              <a:gd name="connsiteY86" fmla="*/ 189342 h 955271"/>
              <a:gd name="connsiteX87" fmla="*/ 5291963 w 5741575"/>
              <a:gd name="connsiteY87" fmla="*/ 139446 h 955271"/>
              <a:gd name="connsiteX88" fmla="*/ 5418472 w 5741575"/>
              <a:gd name="connsiteY88" fmla="*/ 89163 h 955271"/>
              <a:gd name="connsiteX89" fmla="*/ 5482354 w 5741575"/>
              <a:gd name="connsiteY89" fmla="*/ 69470 h 955271"/>
              <a:gd name="connsiteX90" fmla="*/ 5583280 w 5741575"/>
              <a:gd name="connsiteY90" fmla="*/ 49787 h 955271"/>
              <a:gd name="connsiteX91" fmla="*/ 5613766 w 5741575"/>
              <a:gd name="connsiteY91" fmla="*/ 41855 h 955271"/>
              <a:gd name="connsiteX92" fmla="*/ 5684952 w 5741575"/>
              <a:gd name="connsiteY92" fmla="*/ 26088 h 955271"/>
              <a:gd name="connsiteX93" fmla="*/ 5741575 w 5741575"/>
              <a:gd name="connsiteY9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84157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306299 w 5741575"/>
              <a:gd name="connsiteY16" fmla="*/ 873609 h 955271"/>
              <a:gd name="connsiteX17" fmla="*/ 331571 w 5741575"/>
              <a:gd name="connsiteY17" fmla="*/ 869866 h 955271"/>
              <a:gd name="connsiteX18" fmla="*/ 384157 w 5741575"/>
              <a:gd name="connsiteY18" fmla="*/ 867971 h 955271"/>
              <a:gd name="connsiteX19" fmla="*/ 477637 w 5741575"/>
              <a:gd name="connsiteY19" fmla="*/ 870334 h 955271"/>
              <a:gd name="connsiteX20" fmla="*/ 570239 w 5741575"/>
              <a:gd name="connsiteY20" fmla="*/ 829596 h 955271"/>
              <a:gd name="connsiteX21" fmla="*/ 787156 w 5741575"/>
              <a:gd name="connsiteY21" fmla="*/ 838447 h 955271"/>
              <a:gd name="connsiteX22" fmla="*/ 948872 w 5741575"/>
              <a:gd name="connsiteY22" fmla="*/ 772201 h 955271"/>
              <a:gd name="connsiteX23" fmla="*/ 1127089 w 5741575"/>
              <a:gd name="connsiteY23" fmla="*/ 746926 h 955271"/>
              <a:gd name="connsiteX24" fmla="*/ 1220426 w 5741575"/>
              <a:gd name="connsiteY24" fmla="*/ 721810 h 955271"/>
              <a:gd name="connsiteX25" fmla="*/ 1306771 w 5741575"/>
              <a:gd name="connsiteY25" fmla="*/ 717936 h 955271"/>
              <a:gd name="connsiteX26" fmla="*/ 1374314 w 5741575"/>
              <a:gd name="connsiteY26" fmla="*/ 688815 h 955271"/>
              <a:gd name="connsiteX27" fmla="*/ 1378034 w 5741575"/>
              <a:gd name="connsiteY27" fmla="*/ 685842 h 955271"/>
              <a:gd name="connsiteX28" fmla="*/ 1395604 w 5741575"/>
              <a:gd name="connsiteY28" fmla="*/ 680460 h 955271"/>
              <a:gd name="connsiteX29" fmla="*/ 1397206 w 5741575"/>
              <a:gd name="connsiteY29" fmla="*/ 670793 h 955271"/>
              <a:gd name="connsiteX30" fmla="*/ 1421250 w 5741575"/>
              <a:gd name="connsiteY30" fmla="*/ 656855 h 955271"/>
              <a:gd name="connsiteX31" fmla="*/ 1454524 w 5741575"/>
              <a:gd name="connsiteY31" fmla="*/ 649224 h 955271"/>
              <a:gd name="connsiteX32" fmla="*/ 1616217 w 5741575"/>
              <a:gd name="connsiteY32" fmla="*/ 622107 h 955271"/>
              <a:gd name="connsiteX33" fmla="*/ 1710928 w 5741575"/>
              <a:gd name="connsiteY33" fmla="*/ 600666 h 955271"/>
              <a:gd name="connsiteX34" fmla="*/ 1743718 w 5741575"/>
              <a:gd name="connsiteY34" fmla="*/ 584327 h 955271"/>
              <a:gd name="connsiteX35" fmla="*/ 1873778 w 5741575"/>
              <a:gd name="connsiteY35" fmla="*/ 530130 h 955271"/>
              <a:gd name="connsiteX36" fmla="*/ 1988411 w 5741575"/>
              <a:gd name="connsiteY36" fmla="*/ 491599 h 955271"/>
              <a:gd name="connsiteX37" fmla="*/ 2085507 w 5741575"/>
              <a:gd name="connsiteY37" fmla="*/ 498527 h 955271"/>
              <a:gd name="connsiteX38" fmla="*/ 2090767 w 5741575"/>
              <a:gd name="connsiteY38" fmla="*/ 490616 h 955271"/>
              <a:gd name="connsiteX39" fmla="*/ 2151143 w 5741575"/>
              <a:gd name="connsiteY39" fmla="*/ 478332 h 955271"/>
              <a:gd name="connsiteX40" fmla="*/ 2378710 w 5741575"/>
              <a:gd name="connsiteY40" fmla="*/ 477570 h 955271"/>
              <a:gd name="connsiteX41" fmla="*/ 2496256 w 5741575"/>
              <a:gd name="connsiteY41" fmla="*/ 452396 h 955271"/>
              <a:gd name="connsiteX42" fmla="*/ 2535387 w 5741575"/>
              <a:gd name="connsiteY42" fmla="*/ 436645 h 955271"/>
              <a:gd name="connsiteX43" fmla="*/ 2601109 w 5741575"/>
              <a:gd name="connsiteY43" fmla="*/ 410678 h 955271"/>
              <a:gd name="connsiteX44" fmla="*/ 2643855 w 5741575"/>
              <a:gd name="connsiteY44" fmla="*/ 374482 h 955271"/>
              <a:gd name="connsiteX45" fmla="*/ 2657726 w 5741575"/>
              <a:gd name="connsiteY45" fmla="*/ 365841 h 955271"/>
              <a:gd name="connsiteX46" fmla="*/ 2687125 w 5741575"/>
              <a:gd name="connsiteY46" fmla="*/ 366820 h 955271"/>
              <a:gd name="connsiteX47" fmla="*/ 2697479 w 5741575"/>
              <a:gd name="connsiteY47" fmla="*/ 361430 h 955271"/>
              <a:gd name="connsiteX48" fmla="*/ 2701547 w 5741575"/>
              <a:gd name="connsiteY48" fmla="*/ 361545 h 955271"/>
              <a:gd name="connsiteX49" fmla="*/ 2711054 w 5741575"/>
              <a:gd name="connsiteY49" fmla="*/ 360597 h 955271"/>
              <a:gd name="connsiteX50" fmla="*/ 2710438 w 5741575"/>
              <a:gd name="connsiteY50" fmla="*/ 366958 h 955271"/>
              <a:gd name="connsiteX51" fmla="*/ 2722936 w 5741575"/>
              <a:gd name="connsiteY51" fmla="*/ 377633 h 955271"/>
              <a:gd name="connsiteX52" fmla="*/ 2777227 w 5741575"/>
              <a:gd name="connsiteY52" fmla="*/ 368972 h 955271"/>
              <a:gd name="connsiteX53" fmla="*/ 2779510 w 5741575"/>
              <a:gd name="connsiteY53" fmla="*/ 361652 h 955271"/>
              <a:gd name="connsiteX54" fmla="*/ 2786278 w 5741575"/>
              <a:gd name="connsiteY54" fmla="*/ 359869 h 955271"/>
              <a:gd name="connsiteX55" fmla="*/ 2792101 w 5741575"/>
              <a:gd name="connsiteY55" fmla="*/ 365927 h 955271"/>
              <a:gd name="connsiteX56" fmla="*/ 2885545 w 5741575"/>
              <a:gd name="connsiteY56" fmla="*/ 372818 h 955271"/>
              <a:gd name="connsiteX57" fmla="*/ 3009558 w 5741575"/>
              <a:gd name="connsiteY57" fmla="*/ 370573 h 955271"/>
              <a:gd name="connsiteX58" fmla="*/ 3095010 w 5741575"/>
              <a:gd name="connsiteY58" fmla="*/ 332454 h 955271"/>
              <a:gd name="connsiteX59" fmla="*/ 3103742 w 5741575"/>
              <a:gd name="connsiteY59" fmla="*/ 337974 h 955271"/>
              <a:gd name="connsiteX60" fmla="*/ 3165093 w 5741575"/>
              <a:gd name="connsiteY60" fmla="*/ 329459 h 955271"/>
              <a:gd name="connsiteX61" fmla="*/ 3373785 w 5741575"/>
              <a:gd name="connsiteY61" fmla="*/ 255680 h 955271"/>
              <a:gd name="connsiteX62" fmla="*/ 3493851 w 5741575"/>
              <a:gd name="connsiteY62" fmla="*/ 240255 h 955271"/>
              <a:gd name="connsiteX63" fmla="*/ 3537470 w 5741575"/>
              <a:gd name="connsiteY63" fmla="*/ 241867 h 955271"/>
              <a:gd name="connsiteX64" fmla="*/ 3610489 w 5741575"/>
              <a:gd name="connsiteY64" fmla="*/ 244128 h 955271"/>
              <a:gd name="connsiteX65" fmla="*/ 3667539 w 5741575"/>
              <a:gd name="connsiteY65" fmla="*/ 263271 h 955271"/>
              <a:gd name="connsiteX66" fmla="*/ 3727614 w 5741575"/>
              <a:gd name="connsiteY66" fmla="*/ 258245 h 955271"/>
              <a:gd name="connsiteX67" fmla="*/ 3738369 w 5741575"/>
              <a:gd name="connsiteY67" fmla="*/ 234506 h 955271"/>
              <a:gd name="connsiteX68" fmla="*/ 3803670 w 5741575"/>
              <a:gd name="connsiteY68" fmla="*/ 236457 h 955271"/>
              <a:gd name="connsiteX69" fmla="*/ 3903080 w 5741575"/>
              <a:gd name="connsiteY69" fmla="*/ 241890 h 955271"/>
              <a:gd name="connsiteX70" fmla="*/ 4114838 w 5741575"/>
              <a:gd name="connsiteY70" fmla="*/ 238165 h 955271"/>
              <a:gd name="connsiteX71" fmla="*/ 4271023 w 5741575"/>
              <a:gd name="connsiteY71" fmla="*/ 241959 h 955271"/>
              <a:gd name="connsiteX72" fmla="*/ 4367397 w 5741575"/>
              <a:gd name="connsiteY72" fmla="*/ 271442 h 955271"/>
              <a:gd name="connsiteX73" fmla="*/ 4495366 w 5741575"/>
              <a:gd name="connsiteY73" fmla="*/ 271618 h 955271"/>
              <a:gd name="connsiteX74" fmla="*/ 4517347 w 5741575"/>
              <a:gd name="connsiteY74" fmla="*/ 275639 h 955271"/>
              <a:gd name="connsiteX75" fmla="*/ 4546116 w 5741575"/>
              <a:gd name="connsiteY75" fmla="*/ 268568 h 955271"/>
              <a:gd name="connsiteX76" fmla="*/ 4661259 w 5741575"/>
              <a:gd name="connsiteY76" fmla="*/ 238966 h 955271"/>
              <a:gd name="connsiteX77" fmla="*/ 4750403 w 5741575"/>
              <a:gd name="connsiteY77" fmla="*/ 204364 h 955271"/>
              <a:gd name="connsiteX78" fmla="*/ 4867614 w 5741575"/>
              <a:gd name="connsiteY78" fmla="*/ 208668 h 955271"/>
              <a:gd name="connsiteX79" fmla="*/ 4937036 w 5741575"/>
              <a:gd name="connsiteY79" fmla="*/ 195446 h 955271"/>
              <a:gd name="connsiteX80" fmla="*/ 5047626 w 5741575"/>
              <a:gd name="connsiteY80" fmla="*/ 149604 h 955271"/>
              <a:gd name="connsiteX81" fmla="*/ 5200247 w 5741575"/>
              <a:gd name="connsiteY81" fmla="*/ 142695 h 955271"/>
              <a:gd name="connsiteX82" fmla="*/ 5235691 w 5741575"/>
              <a:gd name="connsiteY82" fmla="*/ 173330 h 955271"/>
              <a:gd name="connsiteX83" fmla="*/ 5280133 w 5741575"/>
              <a:gd name="connsiteY83" fmla="*/ 189342 h 955271"/>
              <a:gd name="connsiteX84" fmla="*/ 5291963 w 5741575"/>
              <a:gd name="connsiteY84" fmla="*/ 139446 h 955271"/>
              <a:gd name="connsiteX85" fmla="*/ 5418472 w 5741575"/>
              <a:gd name="connsiteY85" fmla="*/ 89163 h 955271"/>
              <a:gd name="connsiteX86" fmla="*/ 5482354 w 5741575"/>
              <a:gd name="connsiteY86" fmla="*/ 69470 h 955271"/>
              <a:gd name="connsiteX87" fmla="*/ 5583280 w 5741575"/>
              <a:gd name="connsiteY87" fmla="*/ 49787 h 955271"/>
              <a:gd name="connsiteX88" fmla="*/ 5613766 w 5741575"/>
              <a:gd name="connsiteY88" fmla="*/ 41855 h 955271"/>
              <a:gd name="connsiteX89" fmla="*/ 5684952 w 5741575"/>
              <a:gd name="connsiteY89" fmla="*/ 26088 h 955271"/>
              <a:gd name="connsiteX90" fmla="*/ 5741575 w 5741575"/>
              <a:gd name="connsiteY9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22923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41364 w 5741575"/>
              <a:gd name="connsiteY28" fmla="*/ 661393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94753 w 5741575"/>
              <a:gd name="connsiteY28" fmla="*/ 644686 h 955271"/>
              <a:gd name="connsiteX29" fmla="*/ 1616217 w 5741575"/>
              <a:gd name="connsiteY29" fmla="*/ 622107 h 955271"/>
              <a:gd name="connsiteX30" fmla="*/ 1710928 w 5741575"/>
              <a:gd name="connsiteY30" fmla="*/ 600666 h 955271"/>
              <a:gd name="connsiteX31" fmla="*/ 1743718 w 5741575"/>
              <a:gd name="connsiteY31" fmla="*/ 584327 h 955271"/>
              <a:gd name="connsiteX32" fmla="*/ 1873778 w 5741575"/>
              <a:gd name="connsiteY32" fmla="*/ 530130 h 955271"/>
              <a:gd name="connsiteX33" fmla="*/ 1988411 w 5741575"/>
              <a:gd name="connsiteY33" fmla="*/ 491599 h 955271"/>
              <a:gd name="connsiteX34" fmla="*/ 2085507 w 5741575"/>
              <a:gd name="connsiteY34" fmla="*/ 498527 h 955271"/>
              <a:gd name="connsiteX35" fmla="*/ 2090767 w 5741575"/>
              <a:gd name="connsiteY35" fmla="*/ 490616 h 955271"/>
              <a:gd name="connsiteX36" fmla="*/ 2151143 w 5741575"/>
              <a:gd name="connsiteY36" fmla="*/ 478332 h 955271"/>
              <a:gd name="connsiteX37" fmla="*/ 2378710 w 5741575"/>
              <a:gd name="connsiteY37" fmla="*/ 477570 h 955271"/>
              <a:gd name="connsiteX38" fmla="*/ 2496256 w 5741575"/>
              <a:gd name="connsiteY38" fmla="*/ 452396 h 955271"/>
              <a:gd name="connsiteX39" fmla="*/ 2535387 w 5741575"/>
              <a:gd name="connsiteY39" fmla="*/ 436645 h 955271"/>
              <a:gd name="connsiteX40" fmla="*/ 2601109 w 5741575"/>
              <a:gd name="connsiteY40" fmla="*/ 410678 h 955271"/>
              <a:gd name="connsiteX41" fmla="*/ 2643855 w 5741575"/>
              <a:gd name="connsiteY41" fmla="*/ 374482 h 955271"/>
              <a:gd name="connsiteX42" fmla="*/ 2657726 w 5741575"/>
              <a:gd name="connsiteY42" fmla="*/ 365841 h 955271"/>
              <a:gd name="connsiteX43" fmla="*/ 2687125 w 5741575"/>
              <a:gd name="connsiteY43" fmla="*/ 366820 h 955271"/>
              <a:gd name="connsiteX44" fmla="*/ 2697479 w 5741575"/>
              <a:gd name="connsiteY44" fmla="*/ 361430 h 955271"/>
              <a:gd name="connsiteX45" fmla="*/ 2701547 w 5741575"/>
              <a:gd name="connsiteY45" fmla="*/ 361545 h 955271"/>
              <a:gd name="connsiteX46" fmla="*/ 2711054 w 5741575"/>
              <a:gd name="connsiteY46" fmla="*/ 360597 h 955271"/>
              <a:gd name="connsiteX47" fmla="*/ 2710438 w 5741575"/>
              <a:gd name="connsiteY47" fmla="*/ 366958 h 955271"/>
              <a:gd name="connsiteX48" fmla="*/ 2722936 w 5741575"/>
              <a:gd name="connsiteY48" fmla="*/ 377633 h 955271"/>
              <a:gd name="connsiteX49" fmla="*/ 2777227 w 5741575"/>
              <a:gd name="connsiteY49" fmla="*/ 368972 h 955271"/>
              <a:gd name="connsiteX50" fmla="*/ 2779510 w 5741575"/>
              <a:gd name="connsiteY50" fmla="*/ 361652 h 955271"/>
              <a:gd name="connsiteX51" fmla="*/ 2786278 w 5741575"/>
              <a:gd name="connsiteY51" fmla="*/ 359869 h 955271"/>
              <a:gd name="connsiteX52" fmla="*/ 2792101 w 5741575"/>
              <a:gd name="connsiteY52" fmla="*/ 365927 h 955271"/>
              <a:gd name="connsiteX53" fmla="*/ 2885545 w 5741575"/>
              <a:gd name="connsiteY53" fmla="*/ 372818 h 955271"/>
              <a:gd name="connsiteX54" fmla="*/ 3009558 w 5741575"/>
              <a:gd name="connsiteY54" fmla="*/ 370573 h 955271"/>
              <a:gd name="connsiteX55" fmla="*/ 3095010 w 5741575"/>
              <a:gd name="connsiteY55" fmla="*/ 332454 h 955271"/>
              <a:gd name="connsiteX56" fmla="*/ 3103742 w 5741575"/>
              <a:gd name="connsiteY56" fmla="*/ 337974 h 955271"/>
              <a:gd name="connsiteX57" fmla="*/ 3165093 w 5741575"/>
              <a:gd name="connsiteY57" fmla="*/ 329459 h 955271"/>
              <a:gd name="connsiteX58" fmla="*/ 3373785 w 5741575"/>
              <a:gd name="connsiteY58" fmla="*/ 255680 h 955271"/>
              <a:gd name="connsiteX59" fmla="*/ 3493851 w 5741575"/>
              <a:gd name="connsiteY59" fmla="*/ 240255 h 955271"/>
              <a:gd name="connsiteX60" fmla="*/ 3537470 w 5741575"/>
              <a:gd name="connsiteY60" fmla="*/ 241867 h 955271"/>
              <a:gd name="connsiteX61" fmla="*/ 3610489 w 5741575"/>
              <a:gd name="connsiteY61" fmla="*/ 244128 h 955271"/>
              <a:gd name="connsiteX62" fmla="*/ 3667539 w 5741575"/>
              <a:gd name="connsiteY62" fmla="*/ 263271 h 955271"/>
              <a:gd name="connsiteX63" fmla="*/ 3727614 w 5741575"/>
              <a:gd name="connsiteY63" fmla="*/ 258245 h 955271"/>
              <a:gd name="connsiteX64" fmla="*/ 3738369 w 5741575"/>
              <a:gd name="connsiteY64" fmla="*/ 234506 h 955271"/>
              <a:gd name="connsiteX65" fmla="*/ 3803670 w 5741575"/>
              <a:gd name="connsiteY65" fmla="*/ 236457 h 955271"/>
              <a:gd name="connsiteX66" fmla="*/ 3903080 w 5741575"/>
              <a:gd name="connsiteY66" fmla="*/ 241890 h 955271"/>
              <a:gd name="connsiteX67" fmla="*/ 4114838 w 5741575"/>
              <a:gd name="connsiteY67" fmla="*/ 238165 h 955271"/>
              <a:gd name="connsiteX68" fmla="*/ 4271023 w 5741575"/>
              <a:gd name="connsiteY68" fmla="*/ 241959 h 955271"/>
              <a:gd name="connsiteX69" fmla="*/ 4367397 w 5741575"/>
              <a:gd name="connsiteY69" fmla="*/ 271442 h 955271"/>
              <a:gd name="connsiteX70" fmla="*/ 4495366 w 5741575"/>
              <a:gd name="connsiteY70" fmla="*/ 271618 h 955271"/>
              <a:gd name="connsiteX71" fmla="*/ 4517347 w 5741575"/>
              <a:gd name="connsiteY71" fmla="*/ 275639 h 955271"/>
              <a:gd name="connsiteX72" fmla="*/ 4546116 w 5741575"/>
              <a:gd name="connsiteY72" fmla="*/ 268568 h 955271"/>
              <a:gd name="connsiteX73" fmla="*/ 4661259 w 5741575"/>
              <a:gd name="connsiteY73" fmla="*/ 238966 h 955271"/>
              <a:gd name="connsiteX74" fmla="*/ 4750403 w 5741575"/>
              <a:gd name="connsiteY74" fmla="*/ 204364 h 955271"/>
              <a:gd name="connsiteX75" fmla="*/ 4867614 w 5741575"/>
              <a:gd name="connsiteY75" fmla="*/ 208668 h 955271"/>
              <a:gd name="connsiteX76" fmla="*/ 4937036 w 5741575"/>
              <a:gd name="connsiteY76" fmla="*/ 195446 h 955271"/>
              <a:gd name="connsiteX77" fmla="*/ 5047626 w 5741575"/>
              <a:gd name="connsiteY77" fmla="*/ 149604 h 955271"/>
              <a:gd name="connsiteX78" fmla="*/ 5200247 w 5741575"/>
              <a:gd name="connsiteY78" fmla="*/ 142695 h 955271"/>
              <a:gd name="connsiteX79" fmla="*/ 5235691 w 5741575"/>
              <a:gd name="connsiteY79" fmla="*/ 173330 h 955271"/>
              <a:gd name="connsiteX80" fmla="*/ 5280133 w 5741575"/>
              <a:gd name="connsiteY80" fmla="*/ 189342 h 955271"/>
              <a:gd name="connsiteX81" fmla="*/ 5291963 w 5741575"/>
              <a:gd name="connsiteY81" fmla="*/ 139446 h 955271"/>
              <a:gd name="connsiteX82" fmla="*/ 5418472 w 5741575"/>
              <a:gd name="connsiteY82" fmla="*/ 89163 h 955271"/>
              <a:gd name="connsiteX83" fmla="*/ 5482354 w 5741575"/>
              <a:gd name="connsiteY83" fmla="*/ 69470 h 955271"/>
              <a:gd name="connsiteX84" fmla="*/ 5583280 w 5741575"/>
              <a:gd name="connsiteY84" fmla="*/ 49787 h 955271"/>
              <a:gd name="connsiteX85" fmla="*/ 5613766 w 5741575"/>
              <a:gd name="connsiteY85" fmla="*/ 41855 h 955271"/>
              <a:gd name="connsiteX86" fmla="*/ 5684952 w 5741575"/>
              <a:gd name="connsiteY86" fmla="*/ 26088 h 955271"/>
              <a:gd name="connsiteX87" fmla="*/ 5741575 w 5741575"/>
              <a:gd name="connsiteY8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306771 w 5741575"/>
              <a:gd name="connsiteY22" fmla="*/ 717936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11050 w 5741575"/>
              <a:gd name="connsiteY47" fmla="*/ 358572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792101 w 5741575"/>
              <a:gd name="connsiteY49" fmla="*/ 365927 h 955271"/>
              <a:gd name="connsiteX50" fmla="*/ 2885545 w 5741575"/>
              <a:gd name="connsiteY50" fmla="*/ 372818 h 955271"/>
              <a:gd name="connsiteX51" fmla="*/ 3009558 w 5741575"/>
              <a:gd name="connsiteY51" fmla="*/ 370573 h 955271"/>
              <a:gd name="connsiteX52" fmla="*/ 3095010 w 5741575"/>
              <a:gd name="connsiteY52" fmla="*/ 332454 h 955271"/>
              <a:gd name="connsiteX53" fmla="*/ 3103742 w 5741575"/>
              <a:gd name="connsiteY53" fmla="*/ 337974 h 955271"/>
              <a:gd name="connsiteX54" fmla="*/ 3165093 w 5741575"/>
              <a:gd name="connsiteY54" fmla="*/ 329459 h 955271"/>
              <a:gd name="connsiteX55" fmla="*/ 3373785 w 5741575"/>
              <a:gd name="connsiteY55" fmla="*/ 255680 h 955271"/>
              <a:gd name="connsiteX56" fmla="*/ 3493851 w 5741575"/>
              <a:gd name="connsiteY56" fmla="*/ 240255 h 955271"/>
              <a:gd name="connsiteX57" fmla="*/ 3537470 w 5741575"/>
              <a:gd name="connsiteY57" fmla="*/ 241867 h 955271"/>
              <a:gd name="connsiteX58" fmla="*/ 3610489 w 5741575"/>
              <a:gd name="connsiteY58" fmla="*/ 244128 h 955271"/>
              <a:gd name="connsiteX59" fmla="*/ 3667539 w 5741575"/>
              <a:gd name="connsiteY59" fmla="*/ 263271 h 955271"/>
              <a:gd name="connsiteX60" fmla="*/ 3727614 w 5741575"/>
              <a:gd name="connsiteY60" fmla="*/ 258245 h 955271"/>
              <a:gd name="connsiteX61" fmla="*/ 3738369 w 5741575"/>
              <a:gd name="connsiteY61" fmla="*/ 234506 h 955271"/>
              <a:gd name="connsiteX62" fmla="*/ 3803670 w 5741575"/>
              <a:gd name="connsiteY62" fmla="*/ 236457 h 955271"/>
              <a:gd name="connsiteX63" fmla="*/ 3903080 w 5741575"/>
              <a:gd name="connsiteY63" fmla="*/ 241890 h 955271"/>
              <a:gd name="connsiteX64" fmla="*/ 4114838 w 5741575"/>
              <a:gd name="connsiteY64" fmla="*/ 238165 h 955271"/>
              <a:gd name="connsiteX65" fmla="*/ 4271023 w 5741575"/>
              <a:gd name="connsiteY65" fmla="*/ 241959 h 955271"/>
              <a:gd name="connsiteX66" fmla="*/ 4367397 w 5741575"/>
              <a:gd name="connsiteY66" fmla="*/ 271442 h 955271"/>
              <a:gd name="connsiteX67" fmla="*/ 4495366 w 5741575"/>
              <a:gd name="connsiteY67" fmla="*/ 271618 h 955271"/>
              <a:gd name="connsiteX68" fmla="*/ 4517347 w 5741575"/>
              <a:gd name="connsiteY68" fmla="*/ 275639 h 955271"/>
              <a:gd name="connsiteX69" fmla="*/ 4546116 w 5741575"/>
              <a:gd name="connsiteY69" fmla="*/ 268568 h 955271"/>
              <a:gd name="connsiteX70" fmla="*/ 4661259 w 5741575"/>
              <a:gd name="connsiteY70" fmla="*/ 238966 h 955271"/>
              <a:gd name="connsiteX71" fmla="*/ 4750403 w 5741575"/>
              <a:gd name="connsiteY71" fmla="*/ 204364 h 955271"/>
              <a:gd name="connsiteX72" fmla="*/ 4867614 w 5741575"/>
              <a:gd name="connsiteY72" fmla="*/ 208668 h 955271"/>
              <a:gd name="connsiteX73" fmla="*/ 4937036 w 5741575"/>
              <a:gd name="connsiteY73" fmla="*/ 195446 h 955271"/>
              <a:gd name="connsiteX74" fmla="*/ 5047626 w 5741575"/>
              <a:gd name="connsiteY74" fmla="*/ 149604 h 955271"/>
              <a:gd name="connsiteX75" fmla="*/ 5200247 w 5741575"/>
              <a:gd name="connsiteY75" fmla="*/ 142695 h 955271"/>
              <a:gd name="connsiteX76" fmla="*/ 5235691 w 5741575"/>
              <a:gd name="connsiteY76" fmla="*/ 173330 h 955271"/>
              <a:gd name="connsiteX77" fmla="*/ 5280133 w 5741575"/>
              <a:gd name="connsiteY77" fmla="*/ 189342 h 955271"/>
              <a:gd name="connsiteX78" fmla="*/ 5291963 w 5741575"/>
              <a:gd name="connsiteY78" fmla="*/ 139446 h 955271"/>
              <a:gd name="connsiteX79" fmla="*/ 5418472 w 5741575"/>
              <a:gd name="connsiteY79" fmla="*/ 89163 h 955271"/>
              <a:gd name="connsiteX80" fmla="*/ 5482354 w 5741575"/>
              <a:gd name="connsiteY80" fmla="*/ 69470 h 955271"/>
              <a:gd name="connsiteX81" fmla="*/ 5583280 w 5741575"/>
              <a:gd name="connsiteY81" fmla="*/ 49787 h 955271"/>
              <a:gd name="connsiteX82" fmla="*/ 5613766 w 5741575"/>
              <a:gd name="connsiteY82" fmla="*/ 41855 h 955271"/>
              <a:gd name="connsiteX83" fmla="*/ 5684952 w 5741575"/>
              <a:gd name="connsiteY83" fmla="*/ 26088 h 955271"/>
              <a:gd name="connsiteX84" fmla="*/ 5741575 w 5741575"/>
              <a:gd name="connsiteY8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885545 w 5741575"/>
              <a:gd name="connsiteY49" fmla="*/ 372818 h 955271"/>
              <a:gd name="connsiteX50" fmla="*/ 3009558 w 5741575"/>
              <a:gd name="connsiteY50" fmla="*/ 370573 h 955271"/>
              <a:gd name="connsiteX51" fmla="*/ 3095010 w 5741575"/>
              <a:gd name="connsiteY51" fmla="*/ 332454 h 955271"/>
              <a:gd name="connsiteX52" fmla="*/ 3103742 w 5741575"/>
              <a:gd name="connsiteY52" fmla="*/ 337974 h 955271"/>
              <a:gd name="connsiteX53" fmla="*/ 3165093 w 5741575"/>
              <a:gd name="connsiteY53" fmla="*/ 329459 h 955271"/>
              <a:gd name="connsiteX54" fmla="*/ 3373785 w 5741575"/>
              <a:gd name="connsiteY54" fmla="*/ 255680 h 955271"/>
              <a:gd name="connsiteX55" fmla="*/ 3493851 w 5741575"/>
              <a:gd name="connsiteY55" fmla="*/ 240255 h 955271"/>
              <a:gd name="connsiteX56" fmla="*/ 3537470 w 5741575"/>
              <a:gd name="connsiteY56" fmla="*/ 241867 h 955271"/>
              <a:gd name="connsiteX57" fmla="*/ 3610489 w 5741575"/>
              <a:gd name="connsiteY57" fmla="*/ 244128 h 955271"/>
              <a:gd name="connsiteX58" fmla="*/ 3667539 w 5741575"/>
              <a:gd name="connsiteY58" fmla="*/ 263271 h 955271"/>
              <a:gd name="connsiteX59" fmla="*/ 3727614 w 5741575"/>
              <a:gd name="connsiteY59" fmla="*/ 258245 h 955271"/>
              <a:gd name="connsiteX60" fmla="*/ 3738369 w 5741575"/>
              <a:gd name="connsiteY60" fmla="*/ 234506 h 955271"/>
              <a:gd name="connsiteX61" fmla="*/ 3803670 w 5741575"/>
              <a:gd name="connsiteY61" fmla="*/ 236457 h 955271"/>
              <a:gd name="connsiteX62" fmla="*/ 3903080 w 5741575"/>
              <a:gd name="connsiteY62" fmla="*/ 241890 h 955271"/>
              <a:gd name="connsiteX63" fmla="*/ 4114838 w 5741575"/>
              <a:gd name="connsiteY63" fmla="*/ 238165 h 955271"/>
              <a:gd name="connsiteX64" fmla="*/ 4271023 w 5741575"/>
              <a:gd name="connsiteY64" fmla="*/ 241959 h 955271"/>
              <a:gd name="connsiteX65" fmla="*/ 4367397 w 5741575"/>
              <a:gd name="connsiteY65" fmla="*/ 271442 h 955271"/>
              <a:gd name="connsiteX66" fmla="*/ 4495366 w 5741575"/>
              <a:gd name="connsiteY66" fmla="*/ 271618 h 955271"/>
              <a:gd name="connsiteX67" fmla="*/ 4517347 w 5741575"/>
              <a:gd name="connsiteY67" fmla="*/ 275639 h 955271"/>
              <a:gd name="connsiteX68" fmla="*/ 4546116 w 5741575"/>
              <a:gd name="connsiteY68" fmla="*/ 268568 h 955271"/>
              <a:gd name="connsiteX69" fmla="*/ 4661259 w 5741575"/>
              <a:gd name="connsiteY69" fmla="*/ 238966 h 955271"/>
              <a:gd name="connsiteX70" fmla="*/ 4750403 w 5741575"/>
              <a:gd name="connsiteY70" fmla="*/ 204364 h 955271"/>
              <a:gd name="connsiteX71" fmla="*/ 4867614 w 5741575"/>
              <a:gd name="connsiteY71" fmla="*/ 208668 h 955271"/>
              <a:gd name="connsiteX72" fmla="*/ 4937036 w 5741575"/>
              <a:gd name="connsiteY72" fmla="*/ 195446 h 955271"/>
              <a:gd name="connsiteX73" fmla="*/ 5047626 w 5741575"/>
              <a:gd name="connsiteY73" fmla="*/ 149604 h 955271"/>
              <a:gd name="connsiteX74" fmla="*/ 5200247 w 5741575"/>
              <a:gd name="connsiteY74" fmla="*/ 142695 h 955271"/>
              <a:gd name="connsiteX75" fmla="*/ 5235691 w 5741575"/>
              <a:gd name="connsiteY75" fmla="*/ 173330 h 955271"/>
              <a:gd name="connsiteX76" fmla="*/ 5280133 w 5741575"/>
              <a:gd name="connsiteY76" fmla="*/ 189342 h 955271"/>
              <a:gd name="connsiteX77" fmla="*/ 5291963 w 5741575"/>
              <a:gd name="connsiteY77" fmla="*/ 139446 h 955271"/>
              <a:gd name="connsiteX78" fmla="*/ 5418472 w 5741575"/>
              <a:gd name="connsiteY78" fmla="*/ 89163 h 955271"/>
              <a:gd name="connsiteX79" fmla="*/ 5482354 w 5741575"/>
              <a:gd name="connsiteY79" fmla="*/ 69470 h 955271"/>
              <a:gd name="connsiteX80" fmla="*/ 5583280 w 5741575"/>
              <a:gd name="connsiteY80" fmla="*/ 49787 h 955271"/>
              <a:gd name="connsiteX81" fmla="*/ 5613766 w 5741575"/>
              <a:gd name="connsiteY81" fmla="*/ 41855 h 955271"/>
              <a:gd name="connsiteX82" fmla="*/ 5684952 w 5741575"/>
              <a:gd name="connsiteY82" fmla="*/ 26088 h 955271"/>
              <a:gd name="connsiteX83" fmla="*/ 5741575 w 5741575"/>
              <a:gd name="connsiteY8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824768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91963 w 5741575"/>
              <a:gd name="connsiteY74" fmla="*/ 139446 h 955271"/>
              <a:gd name="connsiteX75" fmla="*/ 5418472 w 5741575"/>
              <a:gd name="connsiteY75" fmla="*/ 89163 h 955271"/>
              <a:gd name="connsiteX76" fmla="*/ 5482354 w 5741575"/>
              <a:gd name="connsiteY76" fmla="*/ 69470 h 955271"/>
              <a:gd name="connsiteX77" fmla="*/ 5583280 w 5741575"/>
              <a:gd name="connsiteY77" fmla="*/ 49787 h 955271"/>
              <a:gd name="connsiteX78" fmla="*/ 5613766 w 5741575"/>
              <a:gd name="connsiteY78" fmla="*/ 41855 h 955271"/>
              <a:gd name="connsiteX79" fmla="*/ 5684952 w 5741575"/>
              <a:gd name="connsiteY79" fmla="*/ 26088 h 955271"/>
              <a:gd name="connsiteX80" fmla="*/ 5741575 w 5741575"/>
              <a:gd name="connsiteY8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48998 w 5741575"/>
              <a:gd name="connsiteY50" fmla="*/ 315286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77227 w 5741575"/>
              <a:gd name="connsiteY44" fmla="*/ 368972 h 955271"/>
              <a:gd name="connsiteX45" fmla="*/ 2824768 w 5741575"/>
              <a:gd name="connsiteY45" fmla="*/ 361652 h 955271"/>
              <a:gd name="connsiteX46" fmla="*/ 2885545 w 5741575"/>
              <a:gd name="connsiteY46" fmla="*/ 372818 h 955271"/>
              <a:gd name="connsiteX47" fmla="*/ 3009558 w 5741575"/>
              <a:gd name="connsiteY47" fmla="*/ 370573 h 955271"/>
              <a:gd name="connsiteX48" fmla="*/ 3095010 w 5741575"/>
              <a:gd name="connsiteY48" fmla="*/ 332454 h 955271"/>
              <a:gd name="connsiteX49" fmla="*/ 3148998 w 5741575"/>
              <a:gd name="connsiteY49" fmla="*/ 315286 h 955271"/>
              <a:gd name="connsiteX50" fmla="*/ 3195264 w 5741575"/>
              <a:gd name="connsiteY50" fmla="*/ 293158 h 955271"/>
              <a:gd name="connsiteX51" fmla="*/ 3373785 w 5741575"/>
              <a:gd name="connsiteY51" fmla="*/ 255680 h 955271"/>
              <a:gd name="connsiteX52" fmla="*/ 3493851 w 5741575"/>
              <a:gd name="connsiteY52" fmla="*/ 240255 h 955271"/>
              <a:gd name="connsiteX53" fmla="*/ 3537470 w 5741575"/>
              <a:gd name="connsiteY53" fmla="*/ 241867 h 955271"/>
              <a:gd name="connsiteX54" fmla="*/ 3610489 w 5741575"/>
              <a:gd name="connsiteY54" fmla="*/ 244128 h 955271"/>
              <a:gd name="connsiteX55" fmla="*/ 3667539 w 5741575"/>
              <a:gd name="connsiteY55" fmla="*/ 263271 h 955271"/>
              <a:gd name="connsiteX56" fmla="*/ 3727614 w 5741575"/>
              <a:gd name="connsiteY56" fmla="*/ 258245 h 955271"/>
              <a:gd name="connsiteX57" fmla="*/ 3738369 w 5741575"/>
              <a:gd name="connsiteY57" fmla="*/ 234506 h 955271"/>
              <a:gd name="connsiteX58" fmla="*/ 3803670 w 5741575"/>
              <a:gd name="connsiteY58" fmla="*/ 236457 h 955271"/>
              <a:gd name="connsiteX59" fmla="*/ 3903080 w 5741575"/>
              <a:gd name="connsiteY59" fmla="*/ 241890 h 955271"/>
              <a:gd name="connsiteX60" fmla="*/ 4114838 w 5741575"/>
              <a:gd name="connsiteY60" fmla="*/ 238165 h 955271"/>
              <a:gd name="connsiteX61" fmla="*/ 4271023 w 5741575"/>
              <a:gd name="connsiteY61" fmla="*/ 241959 h 955271"/>
              <a:gd name="connsiteX62" fmla="*/ 4367397 w 5741575"/>
              <a:gd name="connsiteY62" fmla="*/ 271442 h 955271"/>
              <a:gd name="connsiteX63" fmla="*/ 4495366 w 5741575"/>
              <a:gd name="connsiteY63" fmla="*/ 271618 h 955271"/>
              <a:gd name="connsiteX64" fmla="*/ 4517347 w 5741575"/>
              <a:gd name="connsiteY64" fmla="*/ 275639 h 955271"/>
              <a:gd name="connsiteX65" fmla="*/ 4546116 w 5741575"/>
              <a:gd name="connsiteY65" fmla="*/ 268568 h 955271"/>
              <a:gd name="connsiteX66" fmla="*/ 4661259 w 5741575"/>
              <a:gd name="connsiteY66" fmla="*/ 238966 h 955271"/>
              <a:gd name="connsiteX67" fmla="*/ 4750403 w 5741575"/>
              <a:gd name="connsiteY67" fmla="*/ 204364 h 955271"/>
              <a:gd name="connsiteX68" fmla="*/ 4867614 w 5741575"/>
              <a:gd name="connsiteY68" fmla="*/ 208668 h 955271"/>
              <a:gd name="connsiteX69" fmla="*/ 4937036 w 5741575"/>
              <a:gd name="connsiteY69" fmla="*/ 195446 h 955271"/>
              <a:gd name="connsiteX70" fmla="*/ 5067740 w 5741575"/>
              <a:gd name="connsiteY70" fmla="*/ 172293 h 955271"/>
              <a:gd name="connsiteX71" fmla="*/ 5200247 w 5741575"/>
              <a:gd name="connsiteY71" fmla="*/ 142695 h 955271"/>
              <a:gd name="connsiteX72" fmla="*/ 5291963 w 5741575"/>
              <a:gd name="connsiteY72" fmla="*/ 139446 h 955271"/>
              <a:gd name="connsiteX73" fmla="*/ 5418472 w 5741575"/>
              <a:gd name="connsiteY73" fmla="*/ 89163 h 955271"/>
              <a:gd name="connsiteX74" fmla="*/ 5482354 w 5741575"/>
              <a:gd name="connsiteY74" fmla="*/ 69470 h 955271"/>
              <a:gd name="connsiteX75" fmla="*/ 5583280 w 5741575"/>
              <a:gd name="connsiteY75" fmla="*/ 49787 h 955271"/>
              <a:gd name="connsiteX76" fmla="*/ 5613766 w 5741575"/>
              <a:gd name="connsiteY76" fmla="*/ 41855 h 955271"/>
              <a:gd name="connsiteX77" fmla="*/ 5684952 w 5741575"/>
              <a:gd name="connsiteY77" fmla="*/ 26088 h 955271"/>
              <a:gd name="connsiteX78" fmla="*/ 5741575 w 5741575"/>
              <a:gd name="connsiteY7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02777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48468F-34FD-318C-7481-995ADC614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7" y="2549718"/>
            <a:ext cx="5747857" cy="35529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 user story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implementata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l’</a:t>
            </a:r>
            <a:r>
              <a:rPr lang="en-US" b="1" dirty="0" err="1"/>
              <a:t>Abstract</a:t>
            </a:r>
            <a:r>
              <a:rPr lang="en-US" b="1" dirty="0"/>
              <a:t> Factory </a:t>
            </a:r>
            <a:r>
              <a:rPr lang="en-US" dirty="0"/>
              <a:t>per </a:t>
            </a:r>
            <a:r>
              <a:rPr lang="en-US" dirty="0" err="1"/>
              <a:t>gestire</a:t>
            </a:r>
            <a:r>
              <a:rPr lang="en-US" dirty="0"/>
              <a:t> la </a:t>
            </a:r>
            <a:r>
              <a:rPr lang="en-US" dirty="0" err="1"/>
              <a:t>creazione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personaggi</a:t>
            </a:r>
            <a:r>
              <a:rPr lang="en-US" dirty="0"/>
              <a:t> di </a:t>
            </a:r>
            <a:r>
              <a:rPr lang="en-US" dirty="0" err="1"/>
              <a:t>gioco</a:t>
            </a:r>
            <a:r>
              <a:rPr lang="en-US" dirty="0"/>
              <a:t> in modo </a:t>
            </a:r>
            <a:r>
              <a:rPr lang="en-US" dirty="0" err="1"/>
              <a:t>flessibile</a:t>
            </a:r>
            <a:r>
              <a:rPr lang="en-US" dirty="0"/>
              <a:t> e </a:t>
            </a:r>
            <a:r>
              <a:rPr lang="en-US" dirty="0" err="1"/>
              <a:t>disaccoppiato</a:t>
            </a:r>
            <a:r>
              <a:rPr lang="en-US" dirty="0"/>
              <a:t> </a:t>
            </a:r>
            <a:r>
              <a:rPr lang="en-US" dirty="0" err="1"/>
              <a:t>quindi</a:t>
            </a:r>
            <a:r>
              <a:rPr lang="en-US" dirty="0"/>
              <a:t>, </a:t>
            </a:r>
            <a:r>
              <a:rPr lang="en-US" dirty="0" err="1"/>
              <a:t>dato</a:t>
            </a:r>
            <a:r>
              <a:rPr lang="en-US" dirty="0"/>
              <a:t> un Job, il Sistema </a:t>
            </a:r>
            <a:r>
              <a:rPr lang="en-US" dirty="0" err="1"/>
              <a:t>crea</a:t>
            </a:r>
            <a:r>
              <a:rPr lang="en-US" dirty="0"/>
              <a:t> Player ed Enemy </a:t>
            </a:r>
            <a:r>
              <a:rPr lang="en-US" dirty="0" err="1"/>
              <a:t>coerenti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loro senza </a:t>
            </a:r>
            <a:r>
              <a:rPr lang="en-US" dirty="0" err="1"/>
              <a:t>che</a:t>
            </a:r>
            <a:r>
              <a:rPr lang="en-US" dirty="0"/>
              <a:t> il </a:t>
            </a:r>
            <a:r>
              <a:rPr lang="en-US" b="1" dirty="0" err="1"/>
              <a:t>GameController</a:t>
            </a:r>
            <a:r>
              <a:rPr lang="en-US" b="1" dirty="0"/>
              <a:t> </a:t>
            </a:r>
            <a:r>
              <a:rPr lang="en-US" dirty="0"/>
              <a:t>ne </a:t>
            </a:r>
            <a:r>
              <a:rPr lang="en-US" dirty="0" err="1"/>
              <a:t>conosca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dettagli</a:t>
            </a:r>
            <a:r>
              <a:rPr lang="en-US" dirty="0"/>
              <a:t> di </a:t>
            </a:r>
            <a:r>
              <a:rPr lang="en-US" dirty="0" err="1"/>
              <a:t>implementazione</a:t>
            </a:r>
            <a:endParaRPr lang="en-US" dirty="0"/>
          </a:p>
          <a:p>
            <a:pPr marL="0" indent="0">
              <a:buNone/>
            </a:pPr>
            <a:endParaRPr lang="it-IT" sz="20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FFEA99-E831-4C3B-8D16-0EA4AB33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7B3F348E-5D80-7FBE-1EBE-BD2BA690A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322" y="771383"/>
            <a:ext cx="3612107" cy="531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53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ABD1-E0E7-96E4-CEB3-A87CE52D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49C010-C0B6-7888-D3C9-35E21BC21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noProof="0" dirty="0"/>
              <a:t>US14-Fighting </a:t>
            </a:r>
            <a:r>
              <a:rPr lang="it-IT" sz="4000" noProof="0" dirty="0" err="1"/>
              <a:t>Enemies</a:t>
            </a:r>
            <a:endParaRPr lang="it-IT" sz="4000" noProof="0" dirty="0"/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62622F58-8D71-7F67-8CDA-03E58C505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3312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8914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CD8CCC5-B55C-B7FF-2201-841E99B97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it-IT" dirty="0"/>
              <a:t>Perché Observer?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Segnaposto contenuto 4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B90B5862-6A52-2FFF-E25C-23CBE848E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701903"/>
            <a:ext cx="4777381" cy="328444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77A804-9CB6-48A1-4F53-653E61DFF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 user story è </a:t>
            </a:r>
            <a:r>
              <a:rPr lang="en-US" dirty="0" err="1"/>
              <a:t>implementata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il pattern </a:t>
            </a:r>
            <a:r>
              <a:rPr lang="en-US" b="1" dirty="0"/>
              <a:t>Observer </a:t>
            </a:r>
            <a:r>
              <a:rPr lang="en-US" dirty="0" err="1"/>
              <a:t>poiché</a:t>
            </a:r>
            <a:r>
              <a:rPr lang="en-US" dirty="0"/>
              <a:t> lo </a:t>
            </a:r>
            <a:r>
              <a:rPr lang="en-US" dirty="0" err="1"/>
              <a:t>stato</a:t>
            </a:r>
            <a:r>
              <a:rPr lang="en-US" dirty="0"/>
              <a:t> della </a:t>
            </a:r>
            <a:r>
              <a:rPr lang="en-US" dirty="0" err="1"/>
              <a:t>battaglia</a:t>
            </a:r>
            <a:r>
              <a:rPr lang="en-US" dirty="0"/>
              <a:t> varia </a:t>
            </a:r>
            <a:r>
              <a:rPr lang="en-US" dirty="0" err="1"/>
              <a:t>nel</a:t>
            </a:r>
            <a:r>
              <a:rPr lang="en-US" dirty="0"/>
              <a:t> tempo e la view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aggiornata</a:t>
            </a:r>
            <a:r>
              <a:rPr lang="en-US" dirty="0"/>
              <a:t> </a:t>
            </a:r>
            <a:r>
              <a:rPr lang="en-US" dirty="0" err="1"/>
              <a:t>automaticamente</a:t>
            </a:r>
            <a:r>
              <a:rPr lang="en-US" dirty="0"/>
              <a:t> in </a:t>
            </a:r>
            <a:r>
              <a:rPr lang="en-US" dirty="0" err="1"/>
              <a:t>seguito</a:t>
            </a:r>
            <a:r>
              <a:rPr lang="en-US" dirty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29965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1377</Words>
  <Application>Microsoft Office PowerPoint</Application>
  <PresentationFormat>Widescreen</PresentationFormat>
  <Paragraphs>75</Paragraphs>
  <Slides>23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Tema di Office</vt:lpstr>
      <vt:lpstr>TEAM 2</vt:lpstr>
      <vt:lpstr>Trama</vt:lpstr>
      <vt:lpstr>MVC Architecture</vt:lpstr>
      <vt:lpstr>Presentazione standard di PowerPoint</vt:lpstr>
      <vt:lpstr>View</vt:lpstr>
      <vt:lpstr>Controller</vt:lpstr>
      <vt:lpstr>User Story 1: Game Launch</vt:lpstr>
      <vt:lpstr>Presentazione standard di PowerPoint</vt:lpstr>
      <vt:lpstr>User Story 3: Start game</vt:lpstr>
      <vt:lpstr>Presentazione standard di PowerPoint</vt:lpstr>
      <vt:lpstr>User Story 13: Exploration Movement</vt:lpstr>
      <vt:lpstr>User Story 14: Fighting Enemies</vt:lpstr>
      <vt:lpstr>Presentazione standard di PowerPoint</vt:lpstr>
      <vt:lpstr>User Story 15: Damage, effect &amp; healing calculation </vt:lpstr>
      <vt:lpstr>Presentazione standard di PowerPoint</vt:lpstr>
      <vt:lpstr>User Story 16: Turn based battles</vt:lpstr>
      <vt:lpstr>Presentazione standard di PowerPoint</vt:lpstr>
      <vt:lpstr>User Story 21: Map</vt:lpstr>
      <vt:lpstr>Presentazione standard di PowerPoint</vt:lpstr>
      <vt:lpstr>User Story 4:Choose character job</vt:lpstr>
      <vt:lpstr>Perché Abstract Factory?</vt:lpstr>
      <vt:lpstr>US14-Fighting Enemies</vt:lpstr>
      <vt:lpstr>Perché Observer?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 FILICICCHIA</dc:creator>
  <cp:lastModifiedBy>GIULIA FILICICCHIA</cp:lastModifiedBy>
  <cp:revision>8</cp:revision>
  <dcterms:created xsi:type="dcterms:W3CDTF">2025-12-01T14:20:48Z</dcterms:created>
  <dcterms:modified xsi:type="dcterms:W3CDTF">2026-01-07T10:25:01Z</dcterms:modified>
</cp:coreProperties>
</file>