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3" r:id="rId21"/>
    <p:sldId id="290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1" r:id="rId33"/>
    <p:sldId id="292" r:id="rId3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87242-DA9F-4025-94DB-BFB2745B9DCD}" v="43" dt="2026-01-14T14:12:53.5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LIA FILICICCHIA" userId="cb9b82e9-d681-4fbd-94e0-dca89213e694" providerId="ADAL" clId="{ECC296A0-5B09-42BE-8914-9A97CBE11E9B}"/>
    <pc:docChg chg="undo custSel modSld">
      <pc:chgData name="GIULIA FILICICCHIA" userId="cb9b82e9-d681-4fbd-94e0-dca89213e694" providerId="ADAL" clId="{ECC296A0-5B09-42BE-8914-9A97CBE11E9B}" dt="2026-01-14T14:22:42.822" v="218" actId="14100"/>
      <pc:docMkLst>
        <pc:docMk/>
      </pc:docMkLst>
      <pc:sldChg chg="modSp mod">
        <pc:chgData name="GIULIA FILICICCHIA" userId="cb9b82e9-d681-4fbd-94e0-dca89213e694" providerId="ADAL" clId="{ECC296A0-5B09-42BE-8914-9A97CBE11E9B}" dt="2026-01-14T14:22:42.822" v="218" actId="14100"/>
        <pc:sldMkLst>
          <pc:docMk/>
          <pc:sldMk cId="3106707397" sldId="284"/>
        </pc:sldMkLst>
        <pc:spChg chg="mod">
          <ac:chgData name="GIULIA FILICICCHIA" userId="cb9b82e9-d681-4fbd-94e0-dca89213e694" providerId="ADAL" clId="{ECC296A0-5B09-42BE-8914-9A97CBE11E9B}" dt="2026-01-14T14:22:42.822" v="218" actId="14100"/>
          <ac:spMkLst>
            <pc:docMk/>
            <pc:sldMk cId="3106707397" sldId="284"/>
            <ac:spMk id="2" creationId="{473625D0-6DAF-31EA-D1DD-3D1A69DABD7E}"/>
          </ac:spMkLst>
        </pc:spChg>
      </pc:sldChg>
      <pc:sldChg chg="addSp delSp modSp mod">
        <pc:chgData name="GIULIA FILICICCHIA" userId="cb9b82e9-d681-4fbd-94e0-dca89213e694" providerId="ADAL" clId="{ECC296A0-5B09-42BE-8914-9A97CBE11E9B}" dt="2026-01-14T14:22:10.507" v="183" actId="20577"/>
        <pc:sldMkLst>
          <pc:docMk/>
          <pc:sldMk cId="982228660" sldId="285"/>
        </pc:sldMkLst>
        <pc:spChg chg="del mod">
          <ac:chgData name="GIULIA FILICICCHIA" userId="cb9b82e9-d681-4fbd-94e0-dca89213e694" providerId="ADAL" clId="{ECC296A0-5B09-42BE-8914-9A97CBE11E9B}" dt="2026-01-14T14:14:04.671" v="171" actId="478"/>
          <ac:spMkLst>
            <pc:docMk/>
            <pc:sldMk cId="982228660" sldId="285"/>
            <ac:spMk id="2" creationId="{30AE4EB8-EA48-18FD-81FB-73AF1B34D01A}"/>
          </ac:spMkLst>
        </pc:spChg>
        <pc:spChg chg="mod">
          <ac:chgData name="GIULIA FILICICCHIA" userId="cb9b82e9-d681-4fbd-94e0-dca89213e694" providerId="ADAL" clId="{ECC296A0-5B09-42BE-8914-9A97CBE11E9B}" dt="2026-01-14T14:22:10.507" v="183" actId="20577"/>
          <ac:spMkLst>
            <pc:docMk/>
            <pc:sldMk cId="982228660" sldId="285"/>
            <ac:spMk id="9" creationId="{6D80CBB4-53A1-F4B5-CAF4-3176658E3479}"/>
          </ac:spMkLst>
        </pc:spChg>
        <pc:spChg chg="del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25" creationId="{9A724DBA-D2D9-471E-8ED7-2015DDD950DF}"/>
          </ac:spMkLst>
        </pc:spChg>
        <pc:spChg chg="del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27" creationId="{08980754-6F4B-43C9-B9BE-127B6BED6586}"/>
          </ac:spMkLst>
        </pc:spChg>
        <pc:spChg chg="del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29" creationId="{2C1BBA94-3F40-40AA-8BB9-E69E25E537C1}"/>
          </ac:spMkLst>
        </pc:spChg>
        <pc:spChg chg="del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31" creationId="{169CC832-2974-4E8D-90ED-3E2941BA7336}"/>
          </ac:spMkLst>
        </pc:spChg>
        <pc:spChg chg="del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33" creationId="{55222F96-971A-4F90-B841-6BAB416C7AC1}"/>
          </ac:spMkLst>
        </pc:spChg>
        <pc:spChg chg="add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38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40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14T14:14:09.298" v="172" actId="26606"/>
          <ac:spMkLst>
            <pc:docMk/>
            <pc:sldMk cId="982228660" sldId="285"/>
            <ac:spMk id="42" creationId="{0007FE00-9498-4706-B255-6437B0252C02}"/>
          </ac:spMkLst>
        </pc:spChg>
        <pc:picChg chg="mod">
          <ac:chgData name="GIULIA FILICICCHIA" userId="cb9b82e9-d681-4fbd-94e0-dca89213e694" providerId="ADAL" clId="{ECC296A0-5B09-42BE-8914-9A97CBE11E9B}" dt="2026-01-14T14:14:09.298" v="172" actId="26606"/>
          <ac:picMkLst>
            <pc:docMk/>
            <pc:sldMk cId="982228660" sldId="285"/>
            <ac:picMk id="5" creationId="{4E4D28EE-02E4-49D6-E9D8-1FC2CBBEC9A1}"/>
          </ac:picMkLst>
        </pc:picChg>
      </pc:sldChg>
      <pc:sldChg chg="addSp delSp modSp mod">
        <pc:chgData name="GIULIA FILICICCHIA" userId="cb9b82e9-d681-4fbd-94e0-dca89213e694" providerId="ADAL" clId="{ECC296A0-5B09-42BE-8914-9A97CBE11E9B}" dt="2026-01-13T14:42:55.528" v="8" actId="26606"/>
        <pc:sldMkLst>
          <pc:docMk/>
          <pc:sldMk cId="4242059840" sldId="292"/>
        </pc:sldMkLst>
        <pc:spChg chg="mod or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9" creationId="{270DB975-713B-2D11-A72E-EF68303373B9}"/>
          </ac:spMkLst>
        </pc:spChg>
        <pc:spChg chg="add del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12" creationId="{0E3596DD-156A-473E-9BB3-C6A29F7574E9}"/>
          </ac:spMkLst>
        </pc:spChg>
        <pc:spChg chg="add del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14" creationId="{2C46C4D6-C474-4E92-B52E-944C1118F7B6}"/>
          </ac:spMkLst>
        </pc:spChg>
        <pc:spChg chg="add del">
          <ac:chgData name="GIULIA FILICICCHIA" userId="cb9b82e9-d681-4fbd-94e0-dca89213e694" providerId="ADAL" clId="{ECC296A0-5B09-42BE-8914-9A97CBE11E9B}" dt="2026-01-13T14:42:55.512" v="7" actId="26606"/>
          <ac:spMkLst>
            <pc:docMk/>
            <pc:sldMk cId="4242059840" sldId="292"/>
            <ac:spMk id="19" creationId="{0E3596DD-156A-473E-9BB3-C6A29F7574E9}"/>
          </ac:spMkLst>
        </pc:spChg>
        <pc:spChg chg="add del">
          <ac:chgData name="GIULIA FILICICCHIA" userId="cb9b82e9-d681-4fbd-94e0-dca89213e694" providerId="ADAL" clId="{ECC296A0-5B09-42BE-8914-9A97CBE11E9B}" dt="2026-01-13T14:42:55.512" v="7" actId="26606"/>
          <ac:spMkLst>
            <pc:docMk/>
            <pc:sldMk cId="4242059840" sldId="292"/>
            <ac:spMk id="21" creationId="{2C46C4D6-C474-4E92-B52E-944C1118F7B6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3" creationId="{0007FE00-9498-4706-B255-6437B0252C02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4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5" creationId="{59383CF9-23B5-4335-9B21-1791C4CF1C75}"/>
          </ac:spMkLst>
        </pc:spChg>
        <pc:picChg chg="mod">
          <ac:chgData name="GIULIA FILICICCHIA" userId="cb9b82e9-d681-4fbd-94e0-dca89213e694" providerId="ADAL" clId="{ECC296A0-5B09-42BE-8914-9A97CBE11E9B}" dt="2026-01-13T14:42:55.528" v="8" actId="26606"/>
          <ac:picMkLst>
            <pc:docMk/>
            <pc:sldMk cId="4242059840" sldId="292"/>
            <ac:picMk id="5" creationId="{B3F9794F-3C7B-F269-80DF-72D2D5C8F49E}"/>
          </ac:picMkLst>
        </pc:picChg>
      </pc:sldChg>
      <pc:sldChg chg="modSp mod">
        <pc:chgData name="GIULIA FILICICCHIA" userId="cb9b82e9-d681-4fbd-94e0-dca89213e694" providerId="ADAL" clId="{ECC296A0-5B09-42BE-8914-9A97CBE11E9B}" dt="2026-01-14T11:00:01.583" v="160" actId="113"/>
        <pc:sldMkLst>
          <pc:docMk/>
          <pc:sldMk cId="2319297546" sldId="293"/>
        </pc:sldMkLst>
        <pc:spChg chg="mod">
          <ac:chgData name="GIULIA FILICICCHIA" userId="cb9b82e9-d681-4fbd-94e0-dca89213e694" providerId="ADAL" clId="{ECC296A0-5B09-42BE-8914-9A97CBE11E9B}" dt="2026-01-14T11:00:01.583" v="160" actId="113"/>
          <ac:spMkLst>
            <pc:docMk/>
            <pc:sldMk cId="2319297546" sldId="293"/>
            <ac:spMk id="13" creationId="{25198A5F-9277-95CD-7C25-65243AF83D0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2E-200B-6A02-49F5-D7CE9A42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2F8DEC0-A555-D710-CA95-5572840D4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61CE1A-B8A6-45CC-A1AE-0F2DCB62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8F8222-2E9E-6026-2657-571FE73C9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6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27871F6-5228-AB41-39F7-74E16A61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" y="574431"/>
            <a:ext cx="6728541" cy="526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EDE30-5785-EADE-CE57-784CC0C7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F2329128-55BA-8D31-A820-03D962E65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C50695FB-B6AE-C41A-0939-9594A9AC5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DBAE1A83-2E02-7C43-B24A-FA3CEF52C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539C7B1-7D0A-4255-CE49-EC2CD771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0206BF-9123-38FC-F106-048F95768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3F8536-69D8-6880-BAA9-214489134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198A5F-9277-95CD-7C25-65243AF83D0A}"/>
              </a:ext>
            </a:extLst>
          </p:cNvPr>
          <p:cNvSpPr txBox="1"/>
          <p:nvPr/>
        </p:nvSpPr>
        <p:spPr>
          <a:xfrm>
            <a:off x="6758529" y="112956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Il design pattern </a:t>
            </a:r>
            <a:r>
              <a:rPr lang="it-IT" b="1" dirty="0"/>
              <a:t>Adapter</a:t>
            </a:r>
            <a:r>
              <a:rPr lang="it-IT" dirty="0"/>
              <a:t> permette di convertire la risorsa testuale "</a:t>
            </a:r>
            <a:r>
              <a:rPr lang="it-IT" dirty="0" err="1"/>
              <a:t>moves.json</a:t>
            </a:r>
            <a:r>
              <a:rPr lang="it-IT" dirty="0"/>
              <a:t>" in una List&lt;</a:t>
            </a:r>
            <a:r>
              <a:rPr lang="it-IT" dirty="0" err="1"/>
              <a:t>Move</a:t>
            </a:r>
            <a:r>
              <a:rPr lang="it-IT" dirty="0"/>
              <a:t>&gt; tramite la classe </a:t>
            </a:r>
            <a:r>
              <a:rPr lang="it-IT" dirty="0" err="1"/>
              <a:t>MoveReader</a:t>
            </a:r>
            <a:r>
              <a:rPr lang="it-IT" dirty="0"/>
              <a:t> senza che il consumatore della List&lt;</a:t>
            </a:r>
            <a:r>
              <a:rPr lang="it-IT" dirty="0" err="1"/>
              <a:t>Move</a:t>
            </a:r>
            <a:r>
              <a:rPr lang="it-IT" dirty="0"/>
              <a:t>&gt; </a:t>
            </a:r>
            <a:br>
              <a:rPr lang="it-IT" dirty="0"/>
            </a:br>
            <a:r>
              <a:rPr lang="it-IT" dirty="0"/>
              <a:t>(</a:t>
            </a:r>
            <a:r>
              <a:rPr lang="it-IT" dirty="0" err="1"/>
              <a:t>MoveRegistry</a:t>
            </a:r>
            <a:r>
              <a:rPr lang="it-IT" dirty="0"/>
              <a:t>) ne conosca i dettagli implementativi.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Abbiamo scelto di rappresentare </a:t>
            </a:r>
            <a:r>
              <a:rPr lang="it-IT" dirty="0" err="1"/>
              <a:t>MoveRegistry</a:t>
            </a:r>
            <a:r>
              <a:rPr lang="it-IT" dirty="0"/>
              <a:t> con un </a:t>
            </a:r>
            <a:r>
              <a:rPr lang="it-IT" b="1" dirty="0"/>
              <a:t>Singleton </a:t>
            </a:r>
            <a:r>
              <a:rPr lang="it-IT" dirty="0"/>
              <a:t>perché esso rappresenta un database di mosse che mappa una </a:t>
            </a:r>
            <a:r>
              <a:rPr lang="it-IT" i="1" dirty="0"/>
              <a:t>String</a:t>
            </a:r>
            <a:r>
              <a:rPr lang="it-IT" dirty="0"/>
              <a:t> alla rispettiva </a:t>
            </a:r>
            <a:r>
              <a:rPr lang="it-IT" i="1" dirty="0" err="1"/>
              <a:t>ActionStrategy</a:t>
            </a:r>
            <a:r>
              <a:rPr lang="it-IT" dirty="0"/>
              <a:t>, contenendo dunque un database di </a:t>
            </a:r>
            <a:r>
              <a:rPr lang="it-IT" i="1" dirty="0" err="1"/>
              <a:t>Move</a:t>
            </a:r>
            <a:r>
              <a:rPr lang="it-IT" dirty="0"/>
              <a:t> con le rispettive caratteristiche di esecuzione.</a:t>
            </a:r>
            <a:br>
              <a:rPr lang="it-IT" dirty="0">
                <a:solidFill>
                  <a:schemeClr val="tx2"/>
                </a:solidFill>
              </a:rPr>
            </a:br>
            <a:br>
              <a:rPr lang="it-IT" dirty="0"/>
            </a:br>
            <a:endParaRPr lang="it-IT" dirty="0">
              <a:solidFill>
                <a:schemeClr val="tx2"/>
              </a:solidFill>
            </a:endParaRP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9C4CE2B1-C621-F195-D978-AFCB2DA88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" y="607532"/>
            <a:ext cx="6728540" cy="53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97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>
                <a:solidFill>
                  <a:schemeClr val="bg1">
                    <a:lumMod val="95000"/>
                    <a:lumOff val="5000"/>
                  </a:schemeClr>
                </a:solidFill>
              </a:rPr>
              <a:t>Second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9" y="675564"/>
            <a:ext cx="4698072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17-18</a:t>
            </a:r>
            <a:r>
              <a:rPr lang="it-IT" noProof="0" dirty="0"/>
              <a:t>:Select </a:t>
            </a:r>
            <a:r>
              <a:rPr lang="it-IT" dirty="0"/>
              <a:t>New </a:t>
            </a:r>
            <a:r>
              <a:rPr lang="it-IT" dirty="0" err="1"/>
              <a:t>Ability</a:t>
            </a:r>
            <a:r>
              <a:rPr lang="it-IT" dirty="0"/>
              <a:t>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704691"/>
            <a:ext cx="4777381" cy="5278874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628843"/>
            <a:ext cx="5458838" cy="41925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400" dirty="0"/>
              <a:t>Le US sono implementate all’interno dello stesso contesto architetturale della US Combat System, riutilizzando il pattern Strategy. L’evoluzione del personaggio avviene tramite l’introduzione del metodo </a:t>
            </a:r>
            <a:r>
              <a:rPr lang="it-IT" sz="2400" b="1" dirty="0" err="1"/>
              <a:t>learnMove</a:t>
            </a:r>
            <a:r>
              <a:rPr lang="it-IT" sz="2400" b="1" dirty="0"/>
              <a:t>(</a:t>
            </a:r>
            <a:r>
              <a:rPr lang="it-IT" sz="2400" b="1" dirty="0" err="1"/>
              <a:t>Move</a:t>
            </a:r>
            <a:r>
              <a:rPr lang="it-IT" sz="2400" b="1" dirty="0"/>
              <a:t> </a:t>
            </a:r>
            <a:r>
              <a:rPr lang="it-IT" sz="2400" b="1" dirty="0" err="1"/>
              <a:t>move</a:t>
            </a:r>
            <a:r>
              <a:rPr lang="it-IT" sz="2400" b="1" dirty="0"/>
              <a:t>) </a:t>
            </a:r>
            <a:r>
              <a:rPr lang="it-IT" sz="2400" dirty="0"/>
              <a:t>nella classe player, che consente di apprendere dinamicamente nuove mosse durante il gioco. Le nuove mosse vengono integrate nell’insieme delle strategie disponibili, senza richiedere modifiche alle classi esistenti.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8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5" name="Arc 20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30" y="511293"/>
            <a:ext cx="4631685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disposti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struttura</a:t>
            </a:r>
            <a:r>
              <a:rPr lang="en-US" dirty="0"/>
              <a:t> a </a:t>
            </a:r>
            <a:r>
              <a:rPr lang="en-US" dirty="0" err="1"/>
              <a:t>grafo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risorsa</a:t>
            </a:r>
            <a:r>
              <a:rPr lang="en-US" dirty="0"/>
              <a:t> </a:t>
            </a:r>
            <a:r>
              <a:rPr lang="en-US" dirty="0" err="1"/>
              <a:t>testuale</a:t>
            </a:r>
            <a:r>
              <a:rPr lang="en-US" dirty="0"/>
              <a:t> "</a:t>
            </a:r>
            <a:r>
              <a:rPr lang="en-US" dirty="0" err="1"/>
              <a:t>dialogues.json</a:t>
            </a:r>
            <a:r>
              <a:rPr lang="en-US" dirty="0"/>
              <a:t>".</a:t>
            </a:r>
            <a:br>
              <a:rPr lang="en-US" dirty="0"/>
            </a:br>
            <a:r>
              <a:rPr lang="en-US" dirty="0"/>
              <a:t>Data la </a:t>
            </a:r>
            <a:r>
              <a:rPr lang="en-US" dirty="0" err="1"/>
              <a:t>complessità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foglia</a:t>
            </a:r>
            <a:r>
              <a:rPr lang="en-US" dirty="0"/>
              <a:t> del </a:t>
            </a:r>
            <a:r>
              <a:rPr lang="en-US" dirty="0" err="1"/>
              <a:t>grafo</a:t>
            </a:r>
            <a:r>
              <a:rPr lang="en-US" dirty="0"/>
              <a:t> (uno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appunto</a:t>
            </a:r>
            <a:r>
              <a:rPr lang="en-US" dirty="0"/>
              <a:t>) </a:t>
            </a:r>
            <a:r>
              <a:rPr lang="en-US" dirty="0" err="1"/>
              <a:t>utilizziamo</a:t>
            </a:r>
            <a:r>
              <a:rPr lang="en-US" dirty="0"/>
              <a:t> il design pattern </a:t>
            </a:r>
            <a:r>
              <a:rPr lang="en-US" b="1" dirty="0"/>
              <a:t>Builder </a:t>
            </a:r>
            <a:r>
              <a:rPr lang="en-US" dirty="0"/>
              <a:t>per </a:t>
            </a:r>
            <a:r>
              <a:rPr lang="en-US" dirty="0" err="1"/>
              <a:t>istanziare</a:t>
            </a:r>
            <a:r>
              <a:rPr lang="en-US" dirty="0"/>
              <a:t> </a:t>
            </a:r>
            <a:r>
              <a:rPr lang="en-US" dirty="0" err="1"/>
              <a:t>agevolmente</a:t>
            </a:r>
            <a:r>
              <a:rPr lang="en-US" dirty="0"/>
              <a:t> un </a:t>
            </a:r>
            <a:r>
              <a:rPr lang="en-US" dirty="0" err="1"/>
              <a:t>oggetto</a:t>
            </a:r>
            <a:r>
              <a:rPr lang="en-US" dirty="0"/>
              <a:t> di </a:t>
            </a:r>
            <a:r>
              <a:rPr lang="en-US" dirty="0" err="1"/>
              <a:t>tipo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1825</Words>
  <Application>Microsoft Office PowerPoint</Application>
  <PresentationFormat>Widescreen</PresentationFormat>
  <Paragraphs>98</Paragraphs>
  <Slides>33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Presentazione standard di PowerPoint</vt:lpstr>
      <vt:lpstr>Second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17-18:Select New Ability &amp; Character Evolution </vt:lpstr>
      <vt:lpstr>Presentazione standard di PowerPoint</vt:lpstr>
      <vt:lpstr>User Story 9:Manual save into slot</vt:lpstr>
      <vt:lpstr>Perché Memento?</vt:lpstr>
      <vt:lpstr>User Story 10: Story choices influences future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105</cp:revision>
  <dcterms:created xsi:type="dcterms:W3CDTF">2025-12-01T14:20:48Z</dcterms:created>
  <dcterms:modified xsi:type="dcterms:W3CDTF">2026-01-14T14:22:49Z</dcterms:modified>
</cp:coreProperties>
</file>