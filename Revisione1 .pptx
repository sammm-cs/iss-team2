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7" r:id="rId4"/>
    <p:sldId id="270" r:id="rId5"/>
    <p:sldId id="271" r:id="rId6"/>
    <p:sldId id="272" r:id="rId7"/>
    <p:sldId id="273" r:id="rId8"/>
    <p:sldId id="258" r:id="rId9"/>
    <p:sldId id="259" r:id="rId10"/>
    <p:sldId id="265" r:id="rId11"/>
    <p:sldId id="261" r:id="rId12"/>
    <p:sldId id="260" r:id="rId13"/>
    <p:sldId id="266" r:id="rId14"/>
    <p:sldId id="262" r:id="rId15"/>
    <p:sldId id="267" r:id="rId16"/>
    <p:sldId id="263" r:id="rId17"/>
    <p:sldId id="264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754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STO BAIAMONTE" userId="S::giusto.baiamonte@you.unipa.it::32b71377-abd2-4a36-b39d-29c4c9220657" providerId="AD" clId="Web-{D9C4F180-07F4-1ECC-CBF6-3C8A55AD8332}"/>
    <pc:docChg chg="modSld">
      <pc:chgData name="GIUSTO BAIAMONTE" userId="S::giusto.baiamonte@you.unipa.it::32b71377-abd2-4a36-b39d-29c4c9220657" providerId="AD" clId="Web-{D9C4F180-07F4-1ECC-CBF6-3C8A55AD8332}" dt="2025-12-10T11:02:52.474" v="343" actId="20577"/>
      <pc:docMkLst>
        <pc:docMk/>
      </pc:docMkLst>
      <pc:sldChg chg="modSp">
        <pc:chgData name="GIUSTO BAIAMONTE" userId="S::giusto.baiamonte@you.unipa.it::32b71377-abd2-4a36-b39d-29c4c9220657" providerId="AD" clId="Web-{D9C4F180-07F4-1ECC-CBF6-3C8A55AD8332}" dt="2025-12-10T11:01:37.537" v="334" actId="20577"/>
        <pc:sldMkLst>
          <pc:docMk/>
          <pc:sldMk cId="2801757028" sldId="264"/>
        </pc:sldMkLst>
        <pc:spChg chg="mod">
          <ac:chgData name="GIUSTO BAIAMONTE" userId="S::giusto.baiamonte@you.unipa.it::32b71377-abd2-4a36-b39d-29c4c9220657" providerId="AD" clId="Web-{D9C4F180-07F4-1ECC-CBF6-3C8A55AD8332}" dt="2025-12-10T11:01:37.537" v="334" actId="20577"/>
          <ac:spMkLst>
            <pc:docMk/>
            <pc:sldMk cId="2801757028" sldId="264"/>
            <ac:spMk id="13" creationId="{A4BDCFA3-5510-69D4-023C-A4A14115FDE1}"/>
          </ac:spMkLst>
        </pc:spChg>
      </pc:sldChg>
      <pc:sldChg chg="modSp">
        <pc:chgData name="GIUSTO BAIAMONTE" userId="S::giusto.baiamonte@you.unipa.it::32b71377-abd2-4a36-b39d-29c4c9220657" providerId="AD" clId="Web-{D9C4F180-07F4-1ECC-CBF6-3C8A55AD8332}" dt="2025-12-10T11:02:52.474" v="343" actId="20577"/>
        <pc:sldMkLst>
          <pc:docMk/>
          <pc:sldMk cId="574727215" sldId="265"/>
        </pc:sldMkLst>
        <pc:spChg chg="mod">
          <ac:chgData name="GIUSTO BAIAMONTE" userId="S::giusto.baiamonte@you.unipa.it::32b71377-abd2-4a36-b39d-29c4c9220657" providerId="AD" clId="Web-{D9C4F180-07F4-1ECC-CBF6-3C8A55AD8332}" dt="2025-12-10T11:02:52.474" v="343" actId="20577"/>
          <ac:spMkLst>
            <pc:docMk/>
            <pc:sldMk cId="574727215" sldId="265"/>
            <ac:spMk id="3" creationId="{EF7FC097-400F-C120-6F47-005979D6F772}"/>
          </ac:spMkLst>
        </pc:spChg>
      </pc:sldChg>
    </pc:docChg>
  </pc:docChgLst>
  <pc:docChgLst>
    <pc:chgData name="GIULIA FILICICCHIA" userId="cb9b82e9-d681-4fbd-94e0-dca89213e694" providerId="ADAL" clId="{ECC296A0-5B09-42BE-8914-9A97CBE11E9B}"/>
    <pc:docChg chg="undo custSel addSld delSld modSld sldOrd">
      <pc:chgData name="GIULIA FILICICCHIA" userId="cb9b82e9-d681-4fbd-94e0-dca89213e694" providerId="ADAL" clId="{ECC296A0-5B09-42BE-8914-9A97CBE11E9B}" dt="2025-12-16T17:11:01.651" v="1591" actId="1076"/>
      <pc:docMkLst>
        <pc:docMk/>
      </pc:docMkLst>
      <pc:sldChg chg="modSp mod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216691077" sldId="256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216691077" sldId="256"/>
            <ac:spMk id="2" creationId="{88E0D271-B939-4DB1-E37B-BE452D465D8F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216691077" sldId="256"/>
            <ac:spMk id="3" creationId="{E58F2C36-8BDD-1EF6-0BDE-F45396511308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57463500" sldId="257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2" creationId="{095CA465-4898-DB8A-02FF-263F69BD9B74}"/>
          </ac:spMkLst>
        </pc:spChg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6" creationId="{5FD5BC69-C8C9-DD64-9E1E-B5CA9725C43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38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0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2" creationId="{0007FE00-9498-4706-B255-6437B0252C02}"/>
          </ac:spMkLst>
        </pc:spChg>
        <pc:picChg chg="add mod">
          <ac:chgData name="GIULIA FILICICCHIA" userId="cb9b82e9-d681-4fbd-94e0-dca89213e694" providerId="ADAL" clId="{ECC296A0-5B09-42BE-8914-9A97CBE11E9B}" dt="2025-12-07T11:00:12.755" v="1099" actId="26606"/>
          <ac:picMkLst>
            <pc:docMk/>
            <pc:sldMk cId="857463500" sldId="257"/>
            <ac:picMk id="1026" creationId="{A2BF8A7C-8F29-EC8F-3109-4F9F353438C4}"/>
          </ac:picMkLst>
        </pc:picChg>
      </pc:sldChg>
      <pc:sldChg chg="addSp delSp modSp new add del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43470188" sldId="258"/>
        </pc:sldMkLst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49" creationId="{B08F4235-59C9-7B9D-A235-989DE1BA8A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4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6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8" creationId="{0007FE00-9498-4706-B255-6437B0252C02}"/>
          </ac:spMkLst>
        </pc:spChg>
        <pc:picChg chg="add mod">
          <ac:chgData name="GIULIA FILICICCHIA" userId="cb9b82e9-d681-4fbd-94e0-dca89213e694" providerId="ADAL" clId="{ECC296A0-5B09-42BE-8914-9A97CBE11E9B}" dt="2025-12-07T15:03:21.204" v="1565" actId="26606"/>
          <ac:picMkLst>
            <pc:docMk/>
            <pc:sldMk cId="843470188" sldId="258"/>
            <ac:picMk id="5" creationId="{F04A9699-8EA8-B71D-05A7-EA3FA61BDD1B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640467276" sldId="259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" creationId="{A5FB940C-1B7E-9608-13CD-6297D1DB22D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9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0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1" creationId="{F21E0C27-19E6-45DC-B154-4934802074DC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2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5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6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8" creationId="{1D7CE92F-1DE7-4252-A62C-77ACF8CF268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1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2" creationId="{6EAAA1B9-2DDB-49C9-A037-A523D2F13C15}"/>
          </ac:spMkLst>
        </pc:spChg>
        <pc:grpChg chg="add">
          <ac:chgData name="GIULIA FILICICCHIA" userId="cb9b82e9-d681-4fbd-94e0-dca89213e694" providerId="ADAL" clId="{ECC296A0-5B09-42BE-8914-9A97CBE11E9B}" dt="2025-12-02T17:41:18.794" v="732" actId="26606"/>
          <ac:grpSpMkLst>
            <pc:docMk/>
            <pc:sldMk cId="1640467276" sldId="259"/>
            <ac:grpSpMk id="28" creationId="{B441F8D5-EBCE-4FB9-91A9-3425971C1F99}"/>
          </ac:grpSpMkLst>
        </pc:grpChg>
        <pc:grpChg chg="add">
          <ac:chgData name="GIULIA FILICICCHIA" userId="cb9b82e9-d681-4fbd-94e0-dca89213e694" providerId="ADAL" clId="{ECC296A0-5B09-42BE-8914-9A97CBE11E9B}" dt="2025-12-02T17:41:18.794" v="732" actId="26606"/>
          <ac:grpSpMkLst>
            <pc:docMk/>
            <pc:sldMk cId="1640467276" sldId="259"/>
            <ac:grpSpMk id="34" creationId="{08701F99-7E4C-4B92-A4B5-307CDFB7A4DE}"/>
          </ac:grpSpMkLst>
        </pc:grpChg>
        <pc:graphicFrameChg chg="add">
          <ac:chgData name="GIULIA FILICICCHIA" userId="cb9b82e9-d681-4fbd-94e0-dca89213e694" providerId="ADAL" clId="{ECC296A0-5B09-42BE-8914-9A97CBE11E9B}" dt="2025-12-02T17:41:18.794" v="732" actId="26606"/>
          <ac:graphicFrameMkLst>
            <pc:docMk/>
            <pc:sldMk cId="1640467276" sldId="259"/>
            <ac:graphicFrameMk id="43" creationId="{169C2347-1E39-EA13-2ED1-B4BEAD46B9FA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129327914" sldId="260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2" creationId="{FBAE4FCD-EA86-320F-42E2-DD8B633F0A0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2" creationId="{BACC6370-2D7E-4714-9D71-7542949D7D5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4" creationId="{F68B3F68-107C-434F-AA38-110D5EA91B8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6" creationId="{AAD0DBB9-1A4B-4391-81D4-CB19F9AB918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8" creationId="{063BBA22-50EA-4C4D-BE05-F1CE4E63AA56}"/>
          </ac:spMkLst>
        </pc:spChg>
        <pc:graphicFrameChg chg="add mo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3129327914" sldId="260"/>
            <ac:graphicFrameMk id="7" creationId="{BED156A3-D3F8-6959-00A8-8A84C798DBE5}"/>
          </ac:graphicFrameMkLst>
        </pc:graphicFrameChg>
      </pc:sldChg>
      <pc:sldChg chg="addSp delSp modSp new mod ord setBg">
        <pc:chgData name="GIULIA FILICICCHIA" userId="cb9b82e9-d681-4fbd-94e0-dca89213e694" providerId="ADAL" clId="{ECC296A0-5B09-42BE-8914-9A97CBE11E9B}" dt="2025-12-16T17:08:06.493" v="1579" actId="26606"/>
        <pc:sldMkLst>
          <pc:docMk/>
          <pc:sldMk cId="3449824908" sldId="261"/>
        </pc:sldMkLst>
        <pc:spChg chg="mo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" creationId="{EE3AF927-B7A3-3DD5-813A-E8DAE7ABB352}"/>
          </ac:spMkLst>
        </pc:spChg>
        <pc:spChg chg="add del mo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3" creationId="{70607F9C-BB35-EA95-8FB8-E395FEBFABDF}"/>
          </ac:spMkLst>
        </pc:spChg>
        <pc:spChg chg="add del">
          <ac:chgData name="GIULIA FILICICCHIA" userId="cb9b82e9-d681-4fbd-94e0-dca89213e694" providerId="ADAL" clId="{ECC296A0-5B09-42BE-8914-9A97CBE11E9B}" dt="2025-12-16T17:07:05.284" v="1576" actId="26606"/>
          <ac:spMkLst>
            <pc:docMk/>
            <pc:sldMk cId="3449824908" sldId="261"/>
            <ac:spMk id="9" creationId="{C0763A76-9F1C-4FC5-82B7-DD475DA461B2}"/>
          </ac:spMkLst>
        </pc:spChg>
        <pc:spChg chg="add del">
          <ac:chgData name="GIULIA FILICICCHIA" userId="cb9b82e9-d681-4fbd-94e0-dca89213e694" providerId="ADAL" clId="{ECC296A0-5B09-42BE-8914-9A97CBE11E9B}" dt="2025-12-16T17:07:05.284" v="1576" actId="26606"/>
          <ac:spMkLst>
            <pc:docMk/>
            <pc:sldMk cId="3449824908" sldId="261"/>
            <ac:spMk id="11" creationId="{E81BF4F6-F2CF-4984-9D14-D6966D92F99F}"/>
          </ac:spMkLst>
        </pc:spChg>
        <pc:spChg chg="add del">
          <ac:chgData name="GIULIA FILICICCHIA" userId="cb9b82e9-d681-4fbd-94e0-dca89213e694" providerId="ADAL" clId="{ECC296A0-5B09-42BE-8914-9A97CBE11E9B}" dt="2025-12-16T17:08:06.473" v="1578" actId="26606"/>
          <ac:spMkLst>
            <pc:docMk/>
            <pc:sldMk cId="3449824908" sldId="261"/>
            <ac:spMk id="13" creationId="{9DECDBF4-02B6-4BB4-B65B-B8107AD6A9E8}"/>
          </ac:spMkLst>
        </pc:spChg>
        <pc:spChg chg="add del">
          <ac:chgData name="GIULIA FILICICCHIA" userId="cb9b82e9-d681-4fbd-94e0-dca89213e694" providerId="ADAL" clId="{ECC296A0-5B09-42BE-8914-9A97CBE11E9B}" dt="2025-12-16T17:08:06.473" v="1578" actId="26606"/>
          <ac:spMkLst>
            <pc:docMk/>
            <pc:sldMk cId="3449824908" sldId="261"/>
            <ac:spMk id="14" creationId="{53B021B3-DE93-4AB7-8A18-CF5F1CED88B8}"/>
          </ac:spMkLst>
        </pc:spChg>
        <pc:spChg chg="add del">
          <ac:chgData name="GIULIA FILICICCHIA" userId="cb9b82e9-d681-4fbd-94e0-dca89213e694" providerId="ADAL" clId="{ECC296A0-5B09-42BE-8914-9A97CBE11E9B}" dt="2025-12-16T17:08:06.473" v="1578" actId="26606"/>
          <ac:spMkLst>
            <pc:docMk/>
            <pc:sldMk cId="3449824908" sldId="261"/>
            <ac:spMk id="15" creationId="{52D502E5-F6B4-4D58-B4AE-FC466FF15EE8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8" creationId="{C0763A76-9F1C-4FC5-82B7-DD475DA461B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9" creationId="{E81BF4F6-F2CF-4984-9D14-D6966D92F99F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0" creationId="{70607F9C-BB35-EA95-8FB8-E395FEBFABDF}"/>
          </ac:spMkLst>
        </pc:spChg>
        <pc:graphicFrameChg chg="add del">
          <ac:chgData name="GIULIA FILICICCHIA" userId="cb9b82e9-d681-4fbd-94e0-dca89213e694" providerId="ADAL" clId="{ECC296A0-5B09-42BE-8914-9A97CBE11E9B}" dt="2025-12-16T17:08:06.473" v="1578" actId="26606"/>
          <ac:graphicFrameMkLst>
            <pc:docMk/>
            <pc:sldMk cId="3449824908" sldId="261"/>
            <ac:graphicFrameMk id="16" creationId="{C2F17F2A-1FF9-FE60-6DBA-B9B81610FBC9}"/>
          </ac:graphicFrameMkLst>
        </pc:graphicFrameChg>
        <pc:picChg chg="add del">
          <ac:chgData name="GIULIA FILICICCHIA" userId="cb9b82e9-d681-4fbd-94e0-dca89213e694" providerId="ADAL" clId="{ECC296A0-5B09-42BE-8914-9A97CBE11E9B}" dt="2025-12-16T17:07:05.284" v="1576" actId="26606"/>
          <ac:picMkLst>
            <pc:docMk/>
            <pc:sldMk cId="3449824908" sldId="261"/>
            <ac:picMk id="5" creationId="{8EA8557E-F36F-9D12-EC50-C589C7D576EF}"/>
          </ac:picMkLst>
        </pc:picChg>
        <pc:picChg chg="add">
          <ac:chgData name="GIULIA FILICICCHIA" userId="cb9b82e9-d681-4fbd-94e0-dca89213e694" providerId="ADAL" clId="{ECC296A0-5B09-42BE-8914-9A97CBE11E9B}" dt="2025-12-16T17:08:06.493" v="1579" actId="26606"/>
          <ac:picMkLst>
            <pc:docMk/>
            <pc:sldMk cId="3449824908" sldId="261"/>
            <ac:picMk id="21" creationId="{8EA8557E-F36F-9D12-EC50-C589C7D576EF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21716074" sldId="262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" creationId="{92D85722-1F1D-306C-359A-608C4881483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0" creationId="{C5278130-DFE0-457B-8698-88DF69019DDE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2" creationId="{2F99531B-1681-4D6E-BECB-18325B33A618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4" creationId="{20344094-430A-400B-804B-910E696A1A90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6" creationId="{453C67DF-7782-4E57-AB9B-F1B4811AD8FE}"/>
          </ac:spMkLst>
        </pc:spChg>
        <pc:graphicFrameChg chg="ad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2521716074" sldId="262"/>
            <ac:graphicFrameMk id="16" creationId="{CA8C4A48-9E5A-3736-8CA9-0DEB8312F6E2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64812291" sldId="26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2" creationId="{328D9045-53DE-0906-86CA-5DB608744E34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5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6" creationId="{6EAAA1B9-2DDB-49C9-A037-A523D2F13C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8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9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1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3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4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5" creationId="{59C1AA9D-3FCF-4B84-94D1-51F0E15171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6" creationId="{1D7CE92F-1DE7-4252-A62C-77ACF8CF2682}"/>
          </ac:spMkLst>
        </pc:spChg>
        <pc:grpChg chg="add">
          <ac:chgData name="GIULIA FILICICCHIA" userId="cb9b82e9-d681-4fbd-94e0-dca89213e694" providerId="ADAL" clId="{ECC296A0-5B09-42BE-8914-9A97CBE11E9B}" dt="2025-12-02T17:44:24.304" v="807" actId="26606"/>
          <ac:grpSpMkLst>
            <pc:docMk/>
            <pc:sldMk cId="3364812291" sldId="263"/>
            <ac:grpSpMk id="47" creationId="{B441F8D5-EBCE-4FB9-91A9-3425971C1F99}"/>
          </ac:grpSpMkLst>
        </pc:grpChg>
        <pc:grpChg chg="add">
          <ac:chgData name="GIULIA FILICICCHIA" userId="cb9b82e9-d681-4fbd-94e0-dca89213e694" providerId="ADAL" clId="{ECC296A0-5B09-42BE-8914-9A97CBE11E9B}" dt="2025-12-02T17:44:24.304" v="807" actId="26606"/>
          <ac:grpSpMkLst>
            <pc:docMk/>
            <pc:sldMk cId="3364812291" sldId="263"/>
            <ac:grpSpMk id="52" creationId="{08701F99-7E4C-4B92-A4B5-307CDFB7A4DE}"/>
          </ac:grpSpMkLst>
        </pc:grpChg>
        <pc:graphicFrameChg chg="add">
          <ac:chgData name="GIULIA FILICICCHIA" userId="cb9b82e9-d681-4fbd-94e0-dca89213e694" providerId="ADAL" clId="{ECC296A0-5B09-42BE-8914-9A97CBE11E9B}" dt="2025-12-02T17:44:24.304" v="807" actId="26606"/>
          <ac:graphicFrameMkLst>
            <pc:docMk/>
            <pc:sldMk cId="3364812291" sldId="263"/>
            <ac:graphicFrameMk id="57" creationId="{D5059199-566D-3995-1ABC-7E97541A47A9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5-12-16T17:11:01.651" v="1591" actId="1076"/>
        <pc:sldMkLst>
          <pc:docMk/>
          <pc:sldMk cId="2801757028" sldId="264"/>
        </pc:sldMkLst>
        <pc:spChg chg="add mod ord">
          <ac:chgData name="GIULIA FILICICCHIA" userId="cb9b82e9-d681-4fbd-94e0-dca89213e694" providerId="ADAL" clId="{ECC296A0-5B09-42BE-8914-9A97CBE11E9B}" dt="2025-12-16T17:11:01.651" v="1591" actId="1076"/>
          <ac:spMkLst>
            <pc:docMk/>
            <pc:sldMk cId="2801757028" sldId="264"/>
            <ac:spMk id="13" creationId="{A4BDCFA3-5510-69D4-023C-A4A14115FDE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0" creationId="{4532450F-A219-4BF5-88FA-A47084237C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1" creationId="{035AC662-4000-411A-9E33-6A4B6C0FCB8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2" creationId="{D01D44A9-1D51-461B-A228-06F6C500B0B9}"/>
          </ac:spMkLst>
        </pc:spChg>
        <pc:spChg chg="add del mod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57" creationId="{A440A548-C0D4-4418-940E-EDC2F1D9A599}"/>
          </ac:spMkLst>
        </pc:spChg>
        <pc:spChg chg="add del mod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58" creationId="{E708B267-8CD2-4684-A57B-9F1070769203}"/>
          </ac:spMkLst>
        </pc:spChg>
        <pc:spChg chg="add del">
          <ac:chgData name="GIULIA FILICICCHIA" userId="cb9b82e9-d681-4fbd-94e0-dca89213e694" providerId="ADAL" clId="{ECC296A0-5B09-42BE-8914-9A97CBE11E9B}" dt="2025-12-16T17:10:04.820" v="1583" actId="26606"/>
          <ac:spMkLst>
            <pc:docMk/>
            <pc:sldMk cId="2801757028" sldId="264"/>
            <ac:spMk id="64" creationId="{C0763A76-9F1C-4FC5-82B7-DD475DA461B2}"/>
          </ac:spMkLst>
        </pc:spChg>
        <pc:spChg chg="add del">
          <ac:chgData name="GIULIA FILICICCHIA" userId="cb9b82e9-d681-4fbd-94e0-dca89213e694" providerId="ADAL" clId="{ECC296A0-5B09-42BE-8914-9A97CBE11E9B}" dt="2025-12-16T17:10:04.820" v="1583" actId="26606"/>
          <ac:spMkLst>
            <pc:docMk/>
            <pc:sldMk cId="2801757028" sldId="264"/>
            <ac:spMk id="66" creationId="{E81BF4F6-F2CF-4984-9D14-D6966D92F99F}"/>
          </ac:spMkLst>
        </pc:spChg>
        <pc:spChg chg="add del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69" creationId="{0D7B6173-1D58-48E2-83CF-37350F315F75}"/>
          </ac:spMkLst>
        </pc:spChg>
        <pc:spChg chg="add del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70" creationId="{21BDEC81-16A7-4451-B893-C15000083B77}"/>
          </ac:spMkLst>
        </pc:spChg>
        <pc:spChg chg="add del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71" creationId="{02EBFA83-D4DB-4CA0-B229-9E44634D7FE9}"/>
          </ac:spMkLst>
        </pc:spChg>
        <pc:spChg chg="add del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72" creationId="{26A515A1-4D80-430E-BE0A-71A290516A82}"/>
          </ac:spMkLst>
        </pc:spChg>
        <pc:grpChg chg="add del">
          <ac:chgData name="GIULIA FILICICCHIA" userId="cb9b82e9-d681-4fbd-94e0-dca89213e694" providerId="ADAL" clId="{ECC296A0-5B09-42BE-8914-9A97CBE11E9B}" dt="2025-12-16T17:10:48.659" v="1587" actId="26606"/>
          <ac:grpSpMkLst>
            <pc:docMk/>
            <pc:sldMk cId="2801757028" sldId="264"/>
            <ac:grpSpMk id="59" creationId="{41E5AB36-9328-47E9-95AD-E38AC1C0E18D}"/>
          </ac:grpSpMkLst>
        </pc:grpChg>
        <pc:picChg chg="add mod ord">
          <ac:chgData name="GIULIA FILICICCHIA" userId="cb9b82e9-d681-4fbd-94e0-dca89213e694" providerId="ADAL" clId="{ECC296A0-5B09-42BE-8914-9A97CBE11E9B}" dt="2025-12-16T17:10:48.659" v="1587" actId="26606"/>
          <ac:picMkLst>
            <pc:docMk/>
            <pc:sldMk cId="2801757028" sldId="264"/>
            <ac:picMk id="12" creationId="{10185C6D-BC19-220F-46B3-30A53850F957}"/>
          </ac:picMkLst>
        </pc:picChg>
        <pc:picChg chg="add del">
          <ac:chgData name="GIULIA FILICICCHIA" userId="cb9b82e9-d681-4fbd-94e0-dca89213e694" providerId="ADAL" clId="{ECC296A0-5B09-42BE-8914-9A97CBE11E9B}" dt="2025-12-16T17:10:48.659" v="1587" actId="26606"/>
          <ac:picMkLst>
            <pc:docMk/>
            <pc:sldMk cId="2801757028" sldId="264"/>
            <ac:picMk id="68" creationId="{B0DAC8FB-A162-44E3-A606-C855A03A5B09}"/>
          </ac:picMkLst>
        </pc:picChg>
      </pc:sldChg>
      <pc:sldChg chg="addSp delSp modSp new mod or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74727215" sldId="265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" creationId="{EF7FC097-400F-C120-6F47-005979D6F77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5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7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0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1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2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3" creationId="{A66409EC-9CC3-482A-A4A5-54ED092B3F22}"/>
          </ac:spMkLst>
        </pc:spChg>
        <pc:grpChg chg="add">
          <ac:chgData name="GIULIA FILICICCHIA" userId="cb9b82e9-d681-4fbd-94e0-dca89213e694" providerId="ADAL" clId="{ECC296A0-5B09-42BE-8914-9A97CBE11E9B}" dt="2025-12-02T17:42:55.481" v="778" actId="26606"/>
          <ac:grpSpMkLst>
            <pc:docMk/>
            <pc:sldMk cId="574727215" sldId="265"/>
            <ac:grpSpMk id="29" creationId="{DD354807-230F-4402-B1B9-F733A8F1F190}"/>
          </ac:grpSpMkLst>
        </pc:grpChg>
        <pc:picChg chg="add mod">
          <ac:chgData name="GIULIA FILICICCHIA" userId="cb9b82e9-d681-4fbd-94e0-dca89213e694" providerId="ADAL" clId="{ECC296A0-5B09-42BE-8914-9A97CBE11E9B}" dt="2025-12-07T11:29:55.471" v="1478" actId="1076"/>
          <ac:picMkLst>
            <pc:docMk/>
            <pc:sldMk cId="574727215" sldId="265"/>
            <ac:picMk id="4" creationId="{32E0C66B-EC88-B831-887F-AFD9EE54864A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777663531" sldId="266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3" creationId="{3F0E8975-FF12-8495-2317-E2B869E9BC9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0" creationId="{10B4520A-996E-330C-99DA-69CA4D89E9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1" creationId="{EC8FA945-E356-695F-18D6-CAD4EF34FE4A}"/>
          </ac:spMkLst>
        </pc:spChg>
        <pc:grpChg chg="add">
          <ac:chgData name="GIULIA FILICICCHIA" userId="cb9b82e9-d681-4fbd-94e0-dca89213e694" providerId="ADAL" clId="{ECC296A0-5B09-42BE-8914-9A97CBE11E9B}" dt="2025-12-07T11:32:03.229" v="1483" actId="26606"/>
          <ac:grpSpMkLst>
            <pc:docMk/>
            <pc:sldMk cId="3777663531" sldId="266"/>
            <ac:grpSpMk id="9" creationId="{6258F736-B256-8039-9DC6-F4E49A5C5AD5}"/>
          </ac:grpSpMkLst>
        </pc:grpChg>
        <pc:picChg chg="add mod">
          <ac:chgData name="GIULIA FILICICCHIA" userId="cb9b82e9-d681-4fbd-94e0-dca89213e694" providerId="ADAL" clId="{ECC296A0-5B09-42BE-8914-9A97CBE11E9B}" dt="2025-12-07T11:32:03.229" v="1483" actId="26606"/>
          <ac:picMkLst>
            <pc:docMk/>
            <pc:sldMk cId="3777663531" sldId="266"/>
            <ac:picMk id="4" creationId="{EA2825FC-405B-4B74-0505-9580B77FD34F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358167487" sldId="267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5" creationId="{F795F97C-D43F-25C3-4F5E-6754BD37571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0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2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5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6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7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8" creationId="{A66409EC-9CC3-482A-A4A5-54ED092B3F22}"/>
          </ac:spMkLst>
        </pc:spChg>
        <pc:grpChg chg="add">
          <ac:chgData name="GIULIA FILICICCHIA" userId="cb9b82e9-d681-4fbd-94e0-dca89213e694" providerId="ADAL" clId="{ECC296A0-5B09-42BE-8914-9A97CBE11E9B}" dt="2025-12-02T17:54:14.853" v="1003" actId="26606"/>
          <ac:grpSpMkLst>
            <pc:docMk/>
            <pc:sldMk cId="1358167487" sldId="267"/>
            <ac:grpSpMk id="14" creationId="{DD354807-230F-4402-B1B9-F733A8F1F190}"/>
          </ac:grpSpMkLst>
        </pc:grpChg>
        <pc:picChg chg="add mod ord">
          <ac:chgData name="GIULIA FILICICCHIA" userId="cb9b82e9-d681-4fbd-94e0-dca89213e694" providerId="ADAL" clId="{ECC296A0-5B09-42BE-8914-9A97CBE11E9B}" dt="2025-12-02T17:54:31.615" v="1010" actId="14100"/>
          <ac:picMkLst>
            <pc:docMk/>
            <pc:sldMk cId="1358167487" sldId="267"/>
            <ac:picMk id="4" creationId="{6F17C86B-2BF2-C674-4049-5E1EABA65EA9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57934565" sldId="268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" creationId="{0933491F-98E5-24C3-A743-60F6E477D351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3" creationId="{D4937BE4-B0F0-DD02-D912-0268C5AA85A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8" creationId="{5C5E9365-DB86-5CFD-9484-A41F2759E94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1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4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5" creationId="{6AA40418-2F7D-4A2A-84C0-1A72B0307C6A}"/>
          </ac:spMkLst>
        </pc:spChg>
        <pc:grpChg chg="add">
          <ac:chgData name="GIULIA FILICICCHIA" userId="cb9b82e9-d681-4fbd-94e0-dca89213e694" providerId="ADAL" clId="{ECC296A0-5B09-42BE-8914-9A97CBE11E9B}" dt="2025-12-07T15:00:02.751" v="1502" actId="26606"/>
          <ac:grpSpMkLst>
            <pc:docMk/>
            <pc:sldMk cId="3357934565" sldId="268"/>
            <ac:grpSpMk id="23" creationId="{37EA779C-87BF-454F-919D-A3DA98FD8A79}"/>
          </ac:grpSpMkLst>
        </pc:grpChg>
        <pc:picChg chg="add mod">
          <ac:chgData name="GIULIA FILICICCHIA" userId="cb9b82e9-d681-4fbd-94e0-dca89213e694" providerId="ADAL" clId="{ECC296A0-5B09-42BE-8914-9A97CBE11E9B}" dt="2025-12-07T15:00:02.751" v="1502" actId="26606"/>
          <ac:picMkLst>
            <pc:docMk/>
            <pc:sldMk cId="3357934565" sldId="268"/>
            <ac:picMk id="7" creationId="{7A57C9AA-6D4D-B0CF-21FD-3BAF39BD5442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067559529" sldId="270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8" creationId="{9122E3C9-9AFD-E936-BB93-C08EC65009FC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41" creationId="{95199994-21AE-49A2-BA0D-12E295989A9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42" creationId="{A2C34835-4F79-4934-B151-D68E79764C72}"/>
          </ac:spMkLst>
        </pc:spChg>
        <pc:picChg chg="add mod ord">
          <ac:chgData name="GIULIA FILICICCHIA" userId="cb9b82e9-d681-4fbd-94e0-dca89213e694" providerId="ADAL" clId="{ECC296A0-5B09-42BE-8914-9A97CBE11E9B}" dt="2025-12-07T11:15:28.301" v="1329" actId="26606"/>
          <ac:picMkLst>
            <pc:docMk/>
            <pc:sldMk cId="1067559529" sldId="270"/>
            <ac:picMk id="4" creationId="{7B618E09-2946-157A-3002-973929BDC9F8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41158878" sldId="271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15" creationId="{3B94AEE3-36EC-F0A3-4168-CEBD5A78E5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26" creationId="{2B0BFD1F-F9F0-6C85-B2F2-56AF6D75401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4" creationId="{C0763A76-9F1C-4FC5-82B7-DD475DA461B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5" creationId="{E81BF4F6-F2CF-4984-9D14-D6966D92F99F}"/>
          </ac:spMkLst>
        </pc:spChg>
        <pc:picChg chg="add mod ord">
          <ac:chgData name="GIULIA FILICICCHIA" userId="cb9b82e9-d681-4fbd-94e0-dca89213e694" providerId="ADAL" clId="{ECC296A0-5B09-42BE-8914-9A97CBE11E9B}" dt="2025-12-07T11:22:24.338" v="1385" actId="26606"/>
          <ac:picMkLst>
            <pc:docMk/>
            <pc:sldMk cId="2541158878" sldId="271"/>
            <ac:picMk id="30" creationId="{72E1180B-DC65-62BE-DCB4-FF7A45F12430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90419596" sldId="272"/>
        </pc:sldMkLst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2" creationId="{9D73445A-EF6D-860D-B339-892CF21E8D8D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3" creationId="{1F15B267-E634-0AC5-888F-FED8052DB74C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2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5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6" creationId="{6AA40418-2F7D-4A2A-84C0-1A72B0307C6A}"/>
          </ac:spMkLst>
        </pc:spChg>
        <pc:grpChg chg="add">
          <ac:chgData name="GIULIA FILICICCHIA" userId="cb9b82e9-d681-4fbd-94e0-dca89213e694" providerId="ADAL" clId="{ECC296A0-5B09-42BE-8914-9A97CBE11E9B}" dt="2025-12-07T11:25:51.099" v="1413" actId="26606"/>
          <ac:grpSpMkLst>
            <pc:docMk/>
            <pc:sldMk cId="190419596" sldId="272"/>
            <ac:grpSpMk id="54" creationId="{37EA779C-87BF-454F-919D-A3DA98FD8A79}"/>
          </ac:grpSpMkLst>
        </pc:grpChg>
        <pc:picChg chg="add">
          <ac:chgData name="GIULIA FILICICCHIA" userId="cb9b82e9-d681-4fbd-94e0-dca89213e694" providerId="ADAL" clId="{ECC296A0-5B09-42BE-8914-9A97CBE11E9B}" dt="2025-12-07T11:25:51.099" v="1413" actId="26606"/>
          <ac:picMkLst>
            <pc:docMk/>
            <pc:sldMk cId="190419596" sldId="272"/>
            <ac:picMk id="48" creationId="{5682FAB9-08F9-45D1-9B79-0C88A63A521F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34403575" sldId="27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" creationId="{2E199178-BFAD-B3DE-D4E5-C92746270BEA}"/>
          </ac:spMkLst>
        </pc:spChg>
        <pc:spChg chg="add">
          <ac:chgData name="GIULIA FILICICCHIA" userId="cb9b82e9-d681-4fbd-94e0-dca89213e694" providerId="ADAL" clId="{ECC296A0-5B09-42BE-8914-9A97CBE11E9B}" dt="2025-12-07T15:02:04.667" v="1531" actId="26606"/>
          <ac:spMkLst>
            <pc:docMk/>
            <pc:sldMk cId="534403575" sldId="273"/>
            <ac:spMk id="9" creationId="{0C541B88-1AE9-40C3-AFD5-967787C1979F}"/>
          </ac:spMkLst>
        </pc:spChg>
        <pc:spChg chg="add">
          <ac:chgData name="GIULIA FILICICCHIA" userId="cb9b82e9-d681-4fbd-94e0-dca89213e694" providerId="ADAL" clId="{ECC296A0-5B09-42BE-8914-9A97CBE11E9B}" dt="2025-12-07T15:02:04.667" v="1531" actId="26606"/>
          <ac:spMkLst>
            <pc:docMk/>
            <pc:sldMk cId="534403575" sldId="273"/>
            <ac:spMk id="11" creationId="{E5F17139-31EE-46AC-B04F-DBBD852DD6C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4" creationId="{C6754E2F-F56E-4BA3-99DD-8EBF110E3437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7" creationId="{89D16701-DA76-4F72-BB63-E2C3FFBDFE0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9" creationId="{1CC28BE1-9DC6-43FE-9582-39F091098D7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2" creationId="{B31DFBFA-CF4D-4940-9086-26F83E5C6BB2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3" creationId="{27854033-BD20-4C77-8C5B-048F4B3BDD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5" creationId="{F00DF1C9-6952-4704-B8B3-95406E18E4C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6" creationId="{B34783FD-297C-40D2-964B-DBAE4DE2835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0" creationId="{5B44DAF8-5073-441A-82E1-180385D35F2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2" creationId="{86059ECF-0D50-48AD-B67A-645EC29D3366}"/>
          </ac:spMkLst>
        </pc:spChg>
        <pc:grpChg chg="add">
          <ac:chgData name="GIULIA FILICICCHIA" userId="cb9b82e9-d681-4fbd-94e0-dca89213e694" providerId="ADAL" clId="{ECC296A0-5B09-42BE-8914-9A97CBE11E9B}" dt="2025-12-07T15:02:04.667" v="1531" actId="26606"/>
          <ac:grpSpMkLst>
            <pc:docMk/>
            <pc:sldMk cId="534403575" sldId="273"/>
            <ac:grpSpMk id="13" creationId="{7CF625D3-71A3-4F30-A096-8EF334E959D0}"/>
          </ac:grpSpMkLst>
        </pc:grpChg>
        <pc:grpChg chg="add">
          <ac:chgData name="GIULIA FILICICCHIA" userId="cb9b82e9-d681-4fbd-94e0-dca89213e694" providerId="ADAL" clId="{ECC296A0-5B09-42BE-8914-9A97CBE11E9B}" dt="2025-12-07T15:02:04.667" v="1531" actId="26606"/>
          <ac:grpSpMkLst>
            <pc:docMk/>
            <pc:sldMk cId="534403575" sldId="273"/>
            <ac:grpSpMk id="21" creationId="{AF9AF3F3-CE0C-4125-BDD7-346487FA0B40}"/>
          </ac:grpSpMkLst>
        </pc:grpChg>
        <pc:graphicFrameChg chg="add">
          <ac:chgData name="GIULIA FILICICCHIA" userId="cb9b82e9-d681-4fbd-94e0-dca89213e694" providerId="ADAL" clId="{ECC296A0-5B09-42BE-8914-9A97CBE11E9B}" dt="2025-12-07T15:02:04.667" v="1531" actId="26606"/>
          <ac:graphicFrameMkLst>
            <pc:docMk/>
            <pc:sldMk cId="534403575" sldId="273"/>
            <ac:graphicFrameMk id="5" creationId="{332A182A-E0DB-1A01-C2BF-5D73F1BDD8D6}"/>
          </ac:graphicFrameMkLst>
        </pc:graphicFrameChg>
      </pc:sldChg>
    </pc:docChg>
  </pc:docChgLst>
  <pc:docChgLst>
    <pc:chgData name="GIUSTO BAIAMONTE" userId="S::giusto.baiamonte@you.unipa.it::32b71377-abd2-4a36-b39d-29c4c9220657" providerId="AD" clId="Web-{2A52C688-E0CF-BF74-C1A0-B96BEA26F18F}"/>
    <pc:docChg chg="modSld">
      <pc:chgData name="GIUSTO BAIAMONTE" userId="S::giusto.baiamonte@you.unipa.it::32b71377-abd2-4a36-b39d-29c4c9220657" providerId="AD" clId="Web-{2A52C688-E0CF-BF74-C1A0-B96BEA26F18F}" dt="2025-12-10T11:08:34.009" v="35" actId="20577"/>
      <pc:docMkLst>
        <pc:docMk/>
      </pc:docMkLst>
      <pc:sldChg chg="modSp">
        <pc:chgData name="GIUSTO BAIAMONTE" userId="S::giusto.baiamonte@you.unipa.it::32b71377-abd2-4a36-b39d-29c4c9220657" providerId="AD" clId="Web-{2A52C688-E0CF-BF74-C1A0-B96BEA26F18F}" dt="2025-12-10T11:07:12.429" v="22" actId="20577"/>
        <pc:sldMkLst>
          <pc:docMk/>
          <pc:sldMk cId="3777663531" sldId="266"/>
        </pc:sldMkLst>
        <pc:spChg chg="mod">
          <ac:chgData name="GIUSTO BAIAMONTE" userId="S::giusto.baiamonte@you.unipa.it::32b71377-abd2-4a36-b39d-29c4c9220657" providerId="AD" clId="Web-{2A52C688-E0CF-BF74-C1A0-B96BEA26F18F}" dt="2025-12-10T11:07:12.429" v="22" actId="20577"/>
          <ac:spMkLst>
            <pc:docMk/>
            <pc:sldMk cId="3777663531" sldId="266"/>
            <ac:spMk id="3" creationId="{3F0E8975-FF12-8495-2317-E2B869E9BC95}"/>
          </ac:spMkLst>
        </pc:spChg>
      </pc:sldChg>
      <pc:sldChg chg="modSp">
        <pc:chgData name="GIUSTO BAIAMONTE" userId="S::giusto.baiamonte@you.unipa.it::32b71377-abd2-4a36-b39d-29c4c9220657" providerId="AD" clId="Web-{2A52C688-E0CF-BF74-C1A0-B96BEA26F18F}" dt="2025-12-10T11:08:34.009" v="35" actId="20577"/>
        <pc:sldMkLst>
          <pc:docMk/>
          <pc:sldMk cId="1358167487" sldId="267"/>
        </pc:sldMkLst>
        <pc:spChg chg="mod">
          <ac:chgData name="GIUSTO BAIAMONTE" userId="S::giusto.baiamonte@you.unipa.it::32b71377-abd2-4a36-b39d-29c4c9220657" providerId="AD" clId="Web-{2A52C688-E0CF-BF74-C1A0-B96BEA26F18F}" dt="2025-12-10T11:08:34.009" v="35" actId="20577"/>
          <ac:spMkLst>
            <pc:docMk/>
            <pc:sldMk cId="1358167487" sldId="267"/>
            <ac:spMk id="5" creationId="{F795F97C-D43F-25C3-4F5E-6754BD37571A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16/12/2025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TEAM 2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58F2C36-8BDD-1EF6-0BDE-F45396511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RPG Project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31">
            <a:extLst>
              <a:ext uri="{FF2B5EF4-FFF2-40B4-BE49-F238E27FC236}">
                <a16:creationId xmlns:a16="http://schemas.microsoft.com/office/drawing/2014/main" id="{95199994-21AE-49A2-BA0D-12E295989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pic>
        <p:nvPicPr>
          <p:cNvPr id="4" name="Segnaposto contenuto 4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7B618E09-2946-157A-3002-973929BDC9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747662"/>
            <a:ext cx="5440195" cy="5249787"/>
          </a:xfrm>
          <a:custGeom>
            <a:avLst/>
            <a:gdLst/>
            <a:ahLst/>
            <a:cxnLst/>
            <a:rect l="l" t="t" r="r" b="b"/>
            <a:pathLst>
              <a:path w="4643496" h="5550370">
                <a:moveTo>
                  <a:pt x="81586" y="0"/>
                </a:moveTo>
                <a:lnTo>
                  <a:pt x="4561910" y="0"/>
                </a:lnTo>
                <a:cubicBezTo>
                  <a:pt x="4606969" y="0"/>
                  <a:pt x="4643496" y="36527"/>
                  <a:pt x="4643496" y="81586"/>
                </a:cubicBezTo>
                <a:lnTo>
                  <a:pt x="4643496" y="5468784"/>
                </a:lnTo>
                <a:cubicBezTo>
                  <a:pt x="4643496" y="5513843"/>
                  <a:pt x="4606969" y="5550370"/>
                  <a:pt x="4561910" y="5550370"/>
                </a:cubicBezTo>
                <a:lnTo>
                  <a:pt x="81586" y="5550370"/>
                </a:lnTo>
                <a:cubicBezTo>
                  <a:pt x="36527" y="5550370"/>
                  <a:pt x="0" y="5513843"/>
                  <a:pt x="0" y="5468784"/>
                </a:cubicBezTo>
                <a:lnTo>
                  <a:pt x="0" y="81586"/>
                </a:lnTo>
                <a:cubicBezTo>
                  <a:pt x="0" y="36527"/>
                  <a:pt x="36527" y="0"/>
                  <a:pt x="81586" y="0"/>
                </a:cubicBezTo>
                <a:close/>
              </a:path>
            </a:pathLst>
          </a:custGeom>
        </p:spPr>
      </p:pic>
      <p:sp>
        <p:nvSpPr>
          <p:cNvPr id="42" name="Arc 33">
            <a:extLst>
              <a:ext uri="{FF2B5EF4-FFF2-40B4-BE49-F238E27FC236}">
                <a16:creationId xmlns:a16="http://schemas.microsoft.com/office/drawing/2014/main" id="{A2C34835-4F79-4934-B151-D68E79764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7002" y="1178101"/>
            <a:ext cx="5017046" cy="438890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it-IT" b="1" noProof="0" dirty="0"/>
              <a:t>Model</a:t>
            </a:r>
          </a:p>
          <a:p>
            <a:pPr marL="0" indent="0">
              <a:buNone/>
            </a:pPr>
            <a:r>
              <a:rPr lang="it-IT" noProof="0" dirty="0"/>
              <a:t>Contiene </a:t>
            </a:r>
            <a:r>
              <a:rPr lang="it-IT" b="1" noProof="0" dirty="0"/>
              <a:t>la logica del gioco</a:t>
            </a:r>
            <a:r>
              <a:rPr lang="it-IT" noProof="0" dirty="0"/>
              <a:t> e i </a:t>
            </a:r>
            <a:r>
              <a:rPr lang="it-IT" b="1" noProof="0" dirty="0"/>
              <a:t>dati.</a:t>
            </a: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Esempi: Statistiche del personaggio (HP, mana, livello, Inventario, nemici e oggetti)</a:t>
            </a:r>
          </a:p>
          <a:p>
            <a:pPr marL="0" indent="0">
              <a:buNone/>
            </a:pPr>
            <a:r>
              <a:rPr lang="it-IT" b="1" noProof="0" dirty="0"/>
              <a:t>Non sa nulla di come il gioco viene mostrato a schermo</a:t>
            </a:r>
            <a:endParaRPr lang="it-IT" noProof="0" dirty="0"/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12" name="Segnaposto contenuto 11">
            <a:extLst>
              <a:ext uri="{FF2B5EF4-FFF2-40B4-BE49-F238E27FC236}">
                <a16:creationId xmlns:a16="http://schemas.microsoft.com/office/drawing/2014/main" id="{10185C6D-BC19-220F-46B3-30A53850F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354" y="1481328"/>
            <a:ext cx="6128439" cy="4186223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1136</Words>
  <Application>Microsoft Office PowerPoint</Application>
  <PresentationFormat>Widescreen</PresentationFormat>
  <Paragraphs>57</Paragraphs>
  <Slides>17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Tema di Office</vt:lpstr>
      <vt:lpstr>TEAM 2</vt:lpstr>
      <vt:lpstr>Trama</vt:lpstr>
      <vt:lpstr>MVC Architecture</vt:lpstr>
      <vt:lpstr>Presentazione standard di PowerPoint</vt:lpstr>
      <vt:lpstr>View</vt:lpstr>
      <vt:lpstr>Controller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8</cp:revision>
  <dcterms:created xsi:type="dcterms:W3CDTF">2025-12-01T14:20:48Z</dcterms:created>
  <dcterms:modified xsi:type="dcterms:W3CDTF">2025-12-16T17:11:05Z</dcterms:modified>
</cp:coreProperties>
</file>