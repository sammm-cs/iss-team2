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88" r:id="rId3"/>
    <p:sldId id="268" r:id="rId4"/>
    <p:sldId id="257" r:id="rId5"/>
    <p:sldId id="270" r:id="rId6"/>
    <p:sldId id="271" r:id="rId7"/>
    <p:sldId id="272" r:id="rId8"/>
    <p:sldId id="289" r:id="rId9"/>
    <p:sldId id="273" r:id="rId10"/>
    <p:sldId id="258" r:id="rId11"/>
    <p:sldId id="259" r:id="rId12"/>
    <p:sldId id="265" r:id="rId13"/>
    <p:sldId id="261" r:id="rId14"/>
    <p:sldId id="260" r:id="rId15"/>
    <p:sldId id="266" r:id="rId16"/>
    <p:sldId id="262" r:id="rId17"/>
    <p:sldId id="267" r:id="rId18"/>
    <p:sldId id="263" r:id="rId19"/>
    <p:sldId id="264" r:id="rId20"/>
    <p:sldId id="293" r:id="rId21"/>
    <p:sldId id="290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91" r:id="rId33"/>
    <p:sldId id="292" r:id="rId3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7BDD47-18D7-7065-F2A0-0E6FFB60B541}" v="864" dt="2026-01-13T12:33:59.746"/>
    <p1510:client id="{95D87242-DA9F-4025-94DB-BFB2745B9DCD}" v="42" dt="2026-01-13T09:09:57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ULIA FILICICCHIA" userId="cb9b82e9-d681-4fbd-94e0-dca89213e694" providerId="ADAL" clId="{ECC296A0-5B09-42BE-8914-9A97CBE11E9B}"/>
    <pc:docChg chg="undo custSel modSld">
      <pc:chgData name="GIULIA FILICICCHIA" userId="cb9b82e9-d681-4fbd-94e0-dca89213e694" providerId="ADAL" clId="{ECC296A0-5B09-42BE-8914-9A97CBE11E9B}" dt="2026-01-13T16:21:25.529" v="152" actId="20577"/>
      <pc:docMkLst>
        <pc:docMk/>
      </pc:docMkLst>
      <pc:sldChg chg="modSp mod">
        <pc:chgData name="GIULIA FILICICCHIA" userId="cb9b82e9-d681-4fbd-94e0-dca89213e694" providerId="ADAL" clId="{ECC296A0-5B09-42BE-8914-9A97CBE11E9B}" dt="2026-01-13T16:21:25.529" v="152" actId="20577"/>
        <pc:sldMkLst>
          <pc:docMk/>
          <pc:sldMk cId="982228660" sldId="285"/>
        </pc:sldMkLst>
        <pc:spChg chg="mod">
          <ac:chgData name="GIULIA FILICICCHIA" userId="cb9b82e9-d681-4fbd-94e0-dca89213e694" providerId="ADAL" clId="{ECC296A0-5B09-42BE-8914-9A97CBE11E9B}" dt="2026-01-13T16:21:25.529" v="152" actId="20577"/>
          <ac:spMkLst>
            <pc:docMk/>
            <pc:sldMk cId="982228660" sldId="285"/>
            <ac:spMk id="9" creationId="{6D80CBB4-53A1-F4B5-CAF4-3176658E3479}"/>
          </ac:spMkLst>
        </pc:spChg>
      </pc:sldChg>
      <pc:sldChg chg="addSp delSp modSp mod">
        <pc:chgData name="GIULIA FILICICCHIA" userId="cb9b82e9-d681-4fbd-94e0-dca89213e694" providerId="ADAL" clId="{ECC296A0-5B09-42BE-8914-9A97CBE11E9B}" dt="2026-01-13T14:42:55.528" v="8" actId="26606"/>
        <pc:sldMkLst>
          <pc:docMk/>
          <pc:sldMk cId="4242059840" sldId="292"/>
        </pc:sldMkLst>
        <pc:spChg chg="mod ord">
          <ac:chgData name="GIULIA FILICICCHIA" userId="cb9b82e9-d681-4fbd-94e0-dca89213e694" providerId="ADAL" clId="{ECC296A0-5B09-42BE-8914-9A97CBE11E9B}" dt="2026-01-13T14:42:55.528" v="8" actId="26606"/>
          <ac:spMkLst>
            <pc:docMk/>
            <pc:sldMk cId="4242059840" sldId="292"/>
            <ac:spMk id="9" creationId="{270DB975-713B-2D11-A72E-EF68303373B9}"/>
          </ac:spMkLst>
        </pc:spChg>
        <pc:spChg chg="add del">
          <ac:chgData name="GIULIA FILICICCHIA" userId="cb9b82e9-d681-4fbd-94e0-dca89213e694" providerId="ADAL" clId="{ECC296A0-5B09-42BE-8914-9A97CBE11E9B}" dt="2026-01-13T14:42:55.528" v="8" actId="26606"/>
          <ac:spMkLst>
            <pc:docMk/>
            <pc:sldMk cId="4242059840" sldId="292"/>
            <ac:spMk id="12" creationId="{0E3596DD-156A-473E-9BB3-C6A29F7574E9}"/>
          </ac:spMkLst>
        </pc:spChg>
        <pc:spChg chg="add del">
          <ac:chgData name="GIULIA FILICICCHIA" userId="cb9b82e9-d681-4fbd-94e0-dca89213e694" providerId="ADAL" clId="{ECC296A0-5B09-42BE-8914-9A97CBE11E9B}" dt="2026-01-13T14:42:55.528" v="8" actId="26606"/>
          <ac:spMkLst>
            <pc:docMk/>
            <pc:sldMk cId="4242059840" sldId="292"/>
            <ac:spMk id="14" creationId="{2C46C4D6-C474-4E92-B52E-944C1118F7B6}"/>
          </ac:spMkLst>
        </pc:spChg>
        <pc:spChg chg="add del">
          <ac:chgData name="GIULIA FILICICCHIA" userId="cb9b82e9-d681-4fbd-94e0-dca89213e694" providerId="ADAL" clId="{ECC296A0-5B09-42BE-8914-9A97CBE11E9B}" dt="2026-01-13T14:42:55.512" v="7" actId="26606"/>
          <ac:spMkLst>
            <pc:docMk/>
            <pc:sldMk cId="4242059840" sldId="292"/>
            <ac:spMk id="19" creationId="{0E3596DD-156A-473E-9BB3-C6A29F7574E9}"/>
          </ac:spMkLst>
        </pc:spChg>
        <pc:spChg chg="add del">
          <ac:chgData name="GIULIA FILICICCHIA" userId="cb9b82e9-d681-4fbd-94e0-dca89213e694" providerId="ADAL" clId="{ECC296A0-5B09-42BE-8914-9A97CBE11E9B}" dt="2026-01-13T14:42:55.512" v="7" actId="26606"/>
          <ac:spMkLst>
            <pc:docMk/>
            <pc:sldMk cId="4242059840" sldId="292"/>
            <ac:spMk id="21" creationId="{2C46C4D6-C474-4E92-B52E-944C1118F7B6}"/>
          </ac:spMkLst>
        </pc:spChg>
        <pc:spChg chg="add">
          <ac:chgData name="GIULIA FILICICCHIA" userId="cb9b82e9-d681-4fbd-94e0-dca89213e694" providerId="ADAL" clId="{ECC296A0-5B09-42BE-8914-9A97CBE11E9B}" dt="2026-01-13T14:42:55.528" v="8" actId="26606"/>
          <ac:spMkLst>
            <pc:docMk/>
            <pc:sldMk cId="4242059840" sldId="292"/>
            <ac:spMk id="23" creationId="{0007FE00-9498-4706-B255-6437B0252C02}"/>
          </ac:spMkLst>
        </pc:spChg>
        <pc:spChg chg="add">
          <ac:chgData name="GIULIA FILICICCHIA" userId="cb9b82e9-d681-4fbd-94e0-dca89213e694" providerId="ADAL" clId="{ECC296A0-5B09-42BE-8914-9A97CBE11E9B}" dt="2026-01-13T14:42:55.528" v="8" actId="26606"/>
          <ac:spMkLst>
            <pc:docMk/>
            <pc:sldMk cId="4242059840" sldId="292"/>
            <ac:spMk id="24" creationId="{2EB492CD-616E-47F8-933B-5E2D952A0593}"/>
          </ac:spMkLst>
        </pc:spChg>
        <pc:spChg chg="add">
          <ac:chgData name="GIULIA FILICICCHIA" userId="cb9b82e9-d681-4fbd-94e0-dca89213e694" providerId="ADAL" clId="{ECC296A0-5B09-42BE-8914-9A97CBE11E9B}" dt="2026-01-13T14:42:55.528" v="8" actId="26606"/>
          <ac:spMkLst>
            <pc:docMk/>
            <pc:sldMk cId="4242059840" sldId="292"/>
            <ac:spMk id="25" creationId="{59383CF9-23B5-4335-9B21-1791C4CF1C75}"/>
          </ac:spMkLst>
        </pc:spChg>
        <pc:picChg chg="mod">
          <ac:chgData name="GIULIA FILICICCHIA" userId="cb9b82e9-d681-4fbd-94e0-dca89213e694" providerId="ADAL" clId="{ECC296A0-5B09-42BE-8914-9A97CBE11E9B}" dt="2026-01-13T14:42:55.528" v="8" actId="26606"/>
          <ac:picMkLst>
            <pc:docMk/>
            <pc:sldMk cId="4242059840" sldId="292"/>
            <ac:picMk id="5" creationId="{B3F9794F-3C7B-F269-80DF-72D2D5C8F49E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6D5EA1-92A0-4C04-85F7-02B0A140CCD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C77409D-2A45-4747-80F5-4F09D17D165A}">
      <dgm:prSet/>
      <dgm:spPr/>
      <dgm:t>
        <a:bodyPr/>
        <a:lstStyle/>
        <a:p>
          <a:r>
            <a:rPr lang="it-IT" noProof="0" dirty="0" err="1"/>
            <a:t>As</a:t>
          </a:r>
          <a:r>
            <a:rPr lang="it-IT" noProof="0" dirty="0"/>
            <a:t> a player, I </a:t>
          </a:r>
          <a:r>
            <a:rPr lang="it-IT" noProof="0" dirty="0" err="1"/>
            <a:t>want</a:t>
          </a:r>
          <a:r>
            <a:rPr lang="it-IT" noProof="0" dirty="0"/>
            <a:t> to </a:t>
          </a:r>
          <a:r>
            <a:rPr lang="it-IT" noProof="0" dirty="0" err="1"/>
            <a:t>launch</a:t>
          </a:r>
          <a:r>
            <a:rPr lang="it-IT" noProof="0" dirty="0"/>
            <a:t> the game and access the </a:t>
          </a:r>
          <a:r>
            <a:rPr lang="it-IT" noProof="0" dirty="0" err="1"/>
            <a:t>main</a:t>
          </a:r>
          <a:r>
            <a:rPr lang="it-IT" noProof="0" dirty="0"/>
            <a:t> menu, so </a:t>
          </a:r>
          <a:r>
            <a:rPr lang="it-IT" noProof="0" dirty="0" err="1"/>
            <a:t>that</a:t>
          </a:r>
          <a:r>
            <a:rPr lang="it-IT" noProof="0" dirty="0"/>
            <a:t> I can </a:t>
          </a:r>
          <a:r>
            <a:rPr lang="it-IT" noProof="0" dirty="0" err="1"/>
            <a:t>choose</a:t>
          </a:r>
          <a:r>
            <a:rPr lang="it-IT" noProof="0" dirty="0"/>
            <a:t> to start, continue, or </a:t>
          </a:r>
          <a:r>
            <a:rPr lang="it-IT" noProof="0" dirty="0" err="1"/>
            <a:t>configure</a:t>
          </a:r>
          <a:r>
            <a:rPr lang="it-IT" noProof="0" dirty="0"/>
            <a:t> </a:t>
          </a:r>
          <a:r>
            <a:rPr lang="it-IT" noProof="0" dirty="0" err="1"/>
            <a:t>my</a:t>
          </a:r>
          <a:r>
            <a:rPr lang="it-IT" noProof="0" dirty="0"/>
            <a:t> game.</a:t>
          </a:r>
        </a:p>
      </dgm:t>
    </dgm:pt>
    <dgm:pt modelId="{84874FA6-4B72-4F28-821B-1B0AEB01210F}" type="parTrans" cxnId="{D7C55F6B-D9DE-42DE-8647-4F200CAAAF11}">
      <dgm:prSet/>
      <dgm:spPr/>
      <dgm:t>
        <a:bodyPr/>
        <a:lstStyle/>
        <a:p>
          <a:endParaRPr lang="en-US"/>
        </a:p>
      </dgm:t>
    </dgm:pt>
    <dgm:pt modelId="{6F59D428-A053-4877-A579-3999D53F9383}" type="sibTrans" cxnId="{D7C55F6B-D9DE-42DE-8647-4F200CAAAF11}">
      <dgm:prSet/>
      <dgm:spPr/>
      <dgm:t>
        <a:bodyPr/>
        <a:lstStyle/>
        <a:p>
          <a:endParaRPr lang="en-US"/>
        </a:p>
      </dgm:t>
    </dgm:pt>
    <dgm:pt modelId="{1C5448A4-01BE-4DA0-8921-7DAB86F14B62}">
      <dgm:prSet/>
      <dgm:spPr/>
      <dgm:t>
        <a:bodyPr/>
        <a:lstStyle/>
        <a:p>
          <a:r>
            <a:rPr lang="it-IT" noProof="0" dirty="0" err="1"/>
            <a:t>Acceptance</a:t>
          </a:r>
          <a:r>
            <a:rPr lang="it-IT" noProof="0" dirty="0"/>
            <a:t> </a:t>
          </a:r>
          <a:r>
            <a:rPr lang="it-IT" noProof="0" dirty="0" err="1"/>
            <a:t>criteria</a:t>
          </a:r>
          <a:r>
            <a:rPr lang="it-IT" noProof="0" dirty="0"/>
            <a:t>: the game </a:t>
          </a:r>
          <a:r>
            <a:rPr lang="it-IT" noProof="0" dirty="0" err="1"/>
            <a:t>launches</a:t>
          </a:r>
          <a:r>
            <a:rPr lang="it-IT" noProof="0" dirty="0"/>
            <a:t> and the </a:t>
          </a:r>
          <a:r>
            <a:rPr lang="it-IT" noProof="0" dirty="0" err="1"/>
            <a:t>main</a:t>
          </a:r>
          <a:r>
            <a:rPr lang="it-IT" noProof="0" dirty="0"/>
            <a:t> menu </a:t>
          </a:r>
          <a:r>
            <a:rPr lang="it-IT" noProof="0" dirty="0" err="1"/>
            <a:t>is</a:t>
          </a:r>
          <a:r>
            <a:rPr lang="it-IT" noProof="0" dirty="0"/>
            <a:t> </a:t>
          </a:r>
          <a:r>
            <a:rPr lang="it-IT" noProof="0" dirty="0" err="1"/>
            <a:t>showed</a:t>
          </a:r>
          <a:r>
            <a:rPr lang="it-IT" noProof="0" dirty="0"/>
            <a:t>.</a:t>
          </a:r>
        </a:p>
      </dgm:t>
    </dgm:pt>
    <dgm:pt modelId="{ACB1A1F1-CB3D-4B92-B436-390BE660AEA9}" type="parTrans" cxnId="{836F3560-3CCF-4C70-A779-665C8AFD5D70}">
      <dgm:prSet/>
      <dgm:spPr/>
      <dgm:t>
        <a:bodyPr/>
        <a:lstStyle/>
        <a:p>
          <a:endParaRPr lang="en-US"/>
        </a:p>
      </dgm:t>
    </dgm:pt>
    <dgm:pt modelId="{969F6EAE-D01A-429E-ACE7-A207A8EA9503}" type="sibTrans" cxnId="{836F3560-3CCF-4C70-A779-665C8AFD5D70}">
      <dgm:prSet/>
      <dgm:spPr/>
      <dgm:t>
        <a:bodyPr/>
        <a:lstStyle/>
        <a:p>
          <a:endParaRPr lang="en-US"/>
        </a:p>
      </dgm:t>
    </dgm:pt>
    <dgm:pt modelId="{065D15A9-D6A6-4C6B-82EC-6B9572E12772}">
      <dgm:prSet/>
      <dgm:spPr/>
      <dgm:t>
        <a:bodyPr/>
        <a:lstStyle/>
        <a:p>
          <a:r>
            <a:rPr lang="it-IT" noProof="0" dirty="0"/>
            <a:t>Pattern: Singleton</a:t>
          </a:r>
        </a:p>
      </dgm:t>
    </dgm:pt>
    <dgm:pt modelId="{9A8DF52F-B4F4-4E4A-9A5F-06D323C91966}" type="parTrans" cxnId="{5DC5F5AD-1C4E-4565-8547-2F59A97FDBCB}">
      <dgm:prSet/>
      <dgm:spPr/>
      <dgm:t>
        <a:bodyPr/>
        <a:lstStyle/>
        <a:p>
          <a:endParaRPr lang="en-US"/>
        </a:p>
      </dgm:t>
    </dgm:pt>
    <dgm:pt modelId="{E64E4DC4-712F-430B-AFE3-A3AB2B15D6D8}" type="sibTrans" cxnId="{5DC5F5AD-1C4E-4565-8547-2F59A97FDBCB}">
      <dgm:prSet/>
      <dgm:spPr/>
      <dgm:t>
        <a:bodyPr/>
        <a:lstStyle/>
        <a:p>
          <a:endParaRPr lang="en-US"/>
        </a:p>
      </dgm:t>
    </dgm:pt>
    <dgm:pt modelId="{88657575-595B-481C-9CC8-6862E9E5FB86}" type="pres">
      <dgm:prSet presAssocID="{946D5EA1-92A0-4C04-85F7-02B0A140CCDA}" presName="root" presStyleCnt="0">
        <dgm:presLayoutVars>
          <dgm:dir/>
          <dgm:resizeHandles val="exact"/>
        </dgm:presLayoutVars>
      </dgm:prSet>
      <dgm:spPr/>
    </dgm:pt>
    <dgm:pt modelId="{4BA2CD32-1C44-4773-81A7-C0D4E61A5AB7}" type="pres">
      <dgm:prSet presAssocID="{9C77409D-2A45-4747-80F5-4F09D17D165A}" presName="compNode" presStyleCnt="0"/>
      <dgm:spPr/>
    </dgm:pt>
    <dgm:pt modelId="{6FDB1E62-1B90-4700-89FA-10C01D129410}" type="pres">
      <dgm:prSet presAssocID="{9C77409D-2A45-4747-80F5-4F09D17D165A}" presName="bgRect" presStyleLbl="bgShp" presStyleIdx="0" presStyleCnt="3"/>
      <dgm:spPr/>
    </dgm:pt>
    <dgm:pt modelId="{A6AC1CE1-F139-45AE-9F5D-FDEBBDE6CBBE}" type="pres">
      <dgm:prSet presAssocID="{9C77409D-2A45-4747-80F5-4F09D17D165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 di giochi"/>
        </a:ext>
      </dgm:extLst>
    </dgm:pt>
    <dgm:pt modelId="{DDDAE86C-A01C-4A66-9E51-49C9C02DECED}" type="pres">
      <dgm:prSet presAssocID="{9C77409D-2A45-4747-80F5-4F09D17D165A}" presName="spaceRect" presStyleCnt="0"/>
      <dgm:spPr/>
    </dgm:pt>
    <dgm:pt modelId="{99B845FB-01CC-4EB6-92E4-8480887060B0}" type="pres">
      <dgm:prSet presAssocID="{9C77409D-2A45-4747-80F5-4F09D17D165A}" presName="parTx" presStyleLbl="revTx" presStyleIdx="0" presStyleCnt="3">
        <dgm:presLayoutVars>
          <dgm:chMax val="0"/>
          <dgm:chPref val="0"/>
        </dgm:presLayoutVars>
      </dgm:prSet>
      <dgm:spPr/>
    </dgm:pt>
    <dgm:pt modelId="{F6CD65D6-94E3-4B7C-ADDB-6B1CC9B32BAF}" type="pres">
      <dgm:prSet presAssocID="{6F59D428-A053-4877-A579-3999D53F9383}" presName="sibTrans" presStyleCnt="0"/>
      <dgm:spPr/>
    </dgm:pt>
    <dgm:pt modelId="{63B75DB3-5E78-47C9-A211-A507B8AB567C}" type="pres">
      <dgm:prSet presAssocID="{1C5448A4-01BE-4DA0-8921-7DAB86F14B62}" presName="compNode" presStyleCnt="0"/>
      <dgm:spPr/>
    </dgm:pt>
    <dgm:pt modelId="{0C439C05-E3DA-4022-BC99-642E8E3EE121}" type="pres">
      <dgm:prSet presAssocID="{1C5448A4-01BE-4DA0-8921-7DAB86F14B62}" presName="bgRect" presStyleLbl="bgShp" presStyleIdx="1" presStyleCnt="3"/>
      <dgm:spPr/>
    </dgm:pt>
    <dgm:pt modelId="{E0B68A32-64BA-4C70-A040-1835F6AF5808}" type="pres">
      <dgm:prSet presAssocID="{1C5448A4-01BE-4DA0-8921-7DAB86F14B6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do"/>
        </a:ext>
      </dgm:extLst>
    </dgm:pt>
    <dgm:pt modelId="{C628E848-6154-4057-BAE6-5FEC041E8992}" type="pres">
      <dgm:prSet presAssocID="{1C5448A4-01BE-4DA0-8921-7DAB86F14B62}" presName="spaceRect" presStyleCnt="0"/>
      <dgm:spPr/>
    </dgm:pt>
    <dgm:pt modelId="{65DD3097-3472-41AD-A195-4BC459963CDF}" type="pres">
      <dgm:prSet presAssocID="{1C5448A4-01BE-4DA0-8921-7DAB86F14B62}" presName="parTx" presStyleLbl="revTx" presStyleIdx="1" presStyleCnt="3">
        <dgm:presLayoutVars>
          <dgm:chMax val="0"/>
          <dgm:chPref val="0"/>
        </dgm:presLayoutVars>
      </dgm:prSet>
      <dgm:spPr/>
    </dgm:pt>
    <dgm:pt modelId="{0B4A8BDD-AFFD-43A1-BF7A-1227EB35EB97}" type="pres">
      <dgm:prSet presAssocID="{969F6EAE-D01A-429E-ACE7-A207A8EA9503}" presName="sibTrans" presStyleCnt="0"/>
      <dgm:spPr/>
    </dgm:pt>
    <dgm:pt modelId="{7CC717E7-44A6-4168-A3B6-BB0D56CC22DC}" type="pres">
      <dgm:prSet presAssocID="{065D15A9-D6A6-4C6B-82EC-6B9572E12772}" presName="compNode" presStyleCnt="0"/>
      <dgm:spPr/>
    </dgm:pt>
    <dgm:pt modelId="{1F1F13AC-1B21-4549-9290-145AE0D49428}" type="pres">
      <dgm:prSet presAssocID="{065D15A9-D6A6-4C6B-82EC-6B9572E12772}" presName="bgRect" presStyleLbl="bgShp" presStyleIdx="2" presStyleCnt="3"/>
      <dgm:spPr/>
    </dgm:pt>
    <dgm:pt modelId="{39CC5301-C3D4-4693-AF87-8D01706211DC}" type="pres">
      <dgm:prSet presAssocID="{065D15A9-D6A6-4C6B-82EC-6B9572E1277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ma di flusso"/>
        </a:ext>
      </dgm:extLst>
    </dgm:pt>
    <dgm:pt modelId="{FCC832A1-11EA-46F6-8D8D-C7E1DF2E62EB}" type="pres">
      <dgm:prSet presAssocID="{065D15A9-D6A6-4C6B-82EC-6B9572E12772}" presName="spaceRect" presStyleCnt="0"/>
      <dgm:spPr/>
    </dgm:pt>
    <dgm:pt modelId="{4B812115-F87A-435D-8B0E-36F24BA800BA}" type="pres">
      <dgm:prSet presAssocID="{065D15A9-D6A6-4C6B-82EC-6B9572E1277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15BD707-D914-4920-80D0-6E07A9423560}" type="presOf" srcId="{9C77409D-2A45-4747-80F5-4F09D17D165A}" destId="{99B845FB-01CC-4EB6-92E4-8480887060B0}" srcOrd="0" destOrd="0" presId="urn:microsoft.com/office/officeart/2018/2/layout/IconVerticalSolidList"/>
    <dgm:cxn modelId="{5D5AD11F-98AC-4C1B-B3CD-9EAE840812FA}" type="presOf" srcId="{946D5EA1-92A0-4C04-85F7-02B0A140CCDA}" destId="{88657575-595B-481C-9CC8-6862E9E5FB86}" srcOrd="0" destOrd="0" presId="urn:microsoft.com/office/officeart/2018/2/layout/IconVerticalSolidList"/>
    <dgm:cxn modelId="{1E5DC838-ADFF-41B1-9B27-22BF0AB57265}" type="presOf" srcId="{065D15A9-D6A6-4C6B-82EC-6B9572E12772}" destId="{4B812115-F87A-435D-8B0E-36F24BA800BA}" srcOrd="0" destOrd="0" presId="urn:microsoft.com/office/officeart/2018/2/layout/IconVerticalSolidList"/>
    <dgm:cxn modelId="{836F3560-3CCF-4C70-A779-665C8AFD5D70}" srcId="{946D5EA1-92A0-4C04-85F7-02B0A140CCDA}" destId="{1C5448A4-01BE-4DA0-8921-7DAB86F14B62}" srcOrd="1" destOrd="0" parTransId="{ACB1A1F1-CB3D-4B92-B436-390BE660AEA9}" sibTransId="{969F6EAE-D01A-429E-ACE7-A207A8EA9503}"/>
    <dgm:cxn modelId="{D7C55F6B-D9DE-42DE-8647-4F200CAAAF11}" srcId="{946D5EA1-92A0-4C04-85F7-02B0A140CCDA}" destId="{9C77409D-2A45-4747-80F5-4F09D17D165A}" srcOrd="0" destOrd="0" parTransId="{84874FA6-4B72-4F28-821B-1B0AEB01210F}" sibTransId="{6F59D428-A053-4877-A579-3999D53F9383}"/>
    <dgm:cxn modelId="{5DC5F5AD-1C4E-4565-8547-2F59A97FDBCB}" srcId="{946D5EA1-92A0-4C04-85F7-02B0A140CCDA}" destId="{065D15A9-D6A6-4C6B-82EC-6B9572E12772}" srcOrd="2" destOrd="0" parTransId="{9A8DF52F-B4F4-4E4A-9A5F-06D323C91966}" sibTransId="{E64E4DC4-712F-430B-AFE3-A3AB2B15D6D8}"/>
    <dgm:cxn modelId="{10AE43BD-BA60-4485-9149-6BE690A3A98C}" type="presOf" srcId="{1C5448A4-01BE-4DA0-8921-7DAB86F14B62}" destId="{65DD3097-3472-41AD-A195-4BC459963CDF}" srcOrd="0" destOrd="0" presId="urn:microsoft.com/office/officeart/2018/2/layout/IconVerticalSolidList"/>
    <dgm:cxn modelId="{3B83AFCF-82B2-48B8-A534-81950152DB4B}" type="presParOf" srcId="{88657575-595B-481C-9CC8-6862E9E5FB86}" destId="{4BA2CD32-1C44-4773-81A7-C0D4E61A5AB7}" srcOrd="0" destOrd="0" presId="urn:microsoft.com/office/officeart/2018/2/layout/IconVerticalSolidList"/>
    <dgm:cxn modelId="{4BA0D3D2-EB85-4F64-9126-B35F0E8AB721}" type="presParOf" srcId="{4BA2CD32-1C44-4773-81A7-C0D4E61A5AB7}" destId="{6FDB1E62-1B90-4700-89FA-10C01D129410}" srcOrd="0" destOrd="0" presId="urn:microsoft.com/office/officeart/2018/2/layout/IconVerticalSolidList"/>
    <dgm:cxn modelId="{FA45A2D8-7003-4C68-AF16-C0B9E01ED5C5}" type="presParOf" srcId="{4BA2CD32-1C44-4773-81A7-C0D4E61A5AB7}" destId="{A6AC1CE1-F139-45AE-9F5D-FDEBBDE6CBBE}" srcOrd="1" destOrd="0" presId="urn:microsoft.com/office/officeart/2018/2/layout/IconVerticalSolidList"/>
    <dgm:cxn modelId="{326042B0-B973-49CC-A917-6512BA9840EA}" type="presParOf" srcId="{4BA2CD32-1C44-4773-81A7-C0D4E61A5AB7}" destId="{DDDAE86C-A01C-4A66-9E51-49C9C02DECED}" srcOrd="2" destOrd="0" presId="urn:microsoft.com/office/officeart/2018/2/layout/IconVerticalSolidList"/>
    <dgm:cxn modelId="{7DF0276B-B6B2-4B10-9C5E-87449705FB17}" type="presParOf" srcId="{4BA2CD32-1C44-4773-81A7-C0D4E61A5AB7}" destId="{99B845FB-01CC-4EB6-92E4-8480887060B0}" srcOrd="3" destOrd="0" presId="urn:microsoft.com/office/officeart/2018/2/layout/IconVerticalSolidList"/>
    <dgm:cxn modelId="{870061DF-71AD-41B4-9FFF-635691245C53}" type="presParOf" srcId="{88657575-595B-481C-9CC8-6862E9E5FB86}" destId="{F6CD65D6-94E3-4B7C-ADDB-6B1CC9B32BAF}" srcOrd="1" destOrd="0" presId="urn:microsoft.com/office/officeart/2018/2/layout/IconVerticalSolidList"/>
    <dgm:cxn modelId="{96B977D3-5E39-4A49-A1BB-1F7553B1A1DF}" type="presParOf" srcId="{88657575-595B-481C-9CC8-6862E9E5FB86}" destId="{63B75DB3-5E78-47C9-A211-A507B8AB567C}" srcOrd="2" destOrd="0" presId="urn:microsoft.com/office/officeart/2018/2/layout/IconVerticalSolidList"/>
    <dgm:cxn modelId="{6198DD59-FF70-4B5E-9B4A-6CFCC1EBACE1}" type="presParOf" srcId="{63B75DB3-5E78-47C9-A211-A507B8AB567C}" destId="{0C439C05-E3DA-4022-BC99-642E8E3EE121}" srcOrd="0" destOrd="0" presId="urn:microsoft.com/office/officeart/2018/2/layout/IconVerticalSolidList"/>
    <dgm:cxn modelId="{EB123D3A-6618-4E73-BB25-192836A76396}" type="presParOf" srcId="{63B75DB3-5E78-47C9-A211-A507B8AB567C}" destId="{E0B68A32-64BA-4C70-A040-1835F6AF5808}" srcOrd="1" destOrd="0" presId="urn:microsoft.com/office/officeart/2018/2/layout/IconVerticalSolidList"/>
    <dgm:cxn modelId="{B247FB85-45D2-4742-8D87-156E80EDD098}" type="presParOf" srcId="{63B75DB3-5E78-47C9-A211-A507B8AB567C}" destId="{C628E848-6154-4057-BAE6-5FEC041E8992}" srcOrd="2" destOrd="0" presId="urn:microsoft.com/office/officeart/2018/2/layout/IconVerticalSolidList"/>
    <dgm:cxn modelId="{74474198-1A92-4E86-B07F-32C68A229709}" type="presParOf" srcId="{63B75DB3-5E78-47C9-A211-A507B8AB567C}" destId="{65DD3097-3472-41AD-A195-4BC459963CDF}" srcOrd="3" destOrd="0" presId="urn:microsoft.com/office/officeart/2018/2/layout/IconVerticalSolidList"/>
    <dgm:cxn modelId="{E3B85250-3719-4CA3-A949-D2363F7D8BE7}" type="presParOf" srcId="{88657575-595B-481C-9CC8-6862E9E5FB86}" destId="{0B4A8BDD-AFFD-43A1-BF7A-1227EB35EB97}" srcOrd="3" destOrd="0" presId="urn:microsoft.com/office/officeart/2018/2/layout/IconVerticalSolidList"/>
    <dgm:cxn modelId="{16304F74-B7D6-4D61-AD6F-DC1BB4832E77}" type="presParOf" srcId="{88657575-595B-481C-9CC8-6862E9E5FB86}" destId="{7CC717E7-44A6-4168-A3B6-BB0D56CC22DC}" srcOrd="4" destOrd="0" presId="urn:microsoft.com/office/officeart/2018/2/layout/IconVerticalSolidList"/>
    <dgm:cxn modelId="{B12F8891-F090-4917-BE69-C2B8D16A0401}" type="presParOf" srcId="{7CC717E7-44A6-4168-A3B6-BB0D56CC22DC}" destId="{1F1F13AC-1B21-4549-9290-145AE0D49428}" srcOrd="0" destOrd="0" presId="urn:microsoft.com/office/officeart/2018/2/layout/IconVerticalSolidList"/>
    <dgm:cxn modelId="{EE75F0EA-C8DD-48D2-80DB-03CFFFE4BA2F}" type="presParOf" srcId="{7CC717E7-44A6-4168-A3B6-BB0D56CC22DC}" destId="{39CC5301-C3D4-4693-AF87-8D01706211DC}" srcOrd="1" destOrd="0" presId="urn:microsoft.com/office/officeart/2018/2/layout/IconVerticalSolidList"/>
    <dgm:cxn modelId="{3D0820FB-F112-48A9-B3F5-A32F3FAD9EE8}" type="presParOf" srcId="{7CC717E7-44A6-4168-A3B6-BB0D56CC22DC}" destId="{FCC832A1-11EA-46F6-8D8D-C7E1DF2E62EB}" srcOrd="2" destOrd="0" presId="urn:microsoft.com/office/officeart/2018/2/layout/IconVerticalSolidList"/>
    <dgm:cxn modelId="{0F5F405F-3CA1-476F-A9EA-A3F5FC724061}" type="presParOf" srcId="{7CC717E7-44A6-4168-A3B6-BB0D56CC22DC}" destId="{4B812115-F87A-435D-8B0E-36F24BA800B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90456B-5567-4451-89C5-28E54F75B21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21723C4-A1FE-4474-B0E2-4A710F2AFF9C}">
      <dgm:prSet/>
      <dgm:spPr/>
      <dgm:t>
        <a:bodyPr/>
        <a:lstStyle/>
        <a:p>
          <a:pPr>
            <a:defRPr cap="all"/>
          </a:pPr>
          <a:r>
            <a:rPr lang="it-IT" noProof="0" dirty="0" err="1"/>
            <a:t>As</a:t>
          </a:r>
          <a:r>
            <a:rPr lang="it-IT" noProof="0" dirty="0"/>
            <a:t> a player, I </a:t>
          </a:r>
          <a:r>
            <a:rPr lang="it-IT" noProof="0" dirty="0" err="1"/>
            <a:t>want</a:t>
          </a:r>
          <a:r>
            <a:rPr lang="it-IT" noProof="0" dirty="0"/>
            <a:t> to start a new game, so </a:t>
          </a:r>
          <a:r>
            <a:rPr lang="it-IT" noProof="0" dirty="0" err="1"/>
            <a:t>that</a:t>
          </a:r>
          <a:r>
            <a:rPr lang="it-IT" noProof="0" dirty="0"/>
            <a:t> I can play</a:t>
          </a:r>
        </a:p>
      </dgm:t>
    </dgm:pt>
    <dgm:pt modelId="{55C62C27-B8DF-40C1-A4D9-341FB8A1D546}" type="parTrans" cxnId="{2B06C0EA-5DAD-46FF-8DE4-19FD045D039C}">
      <dgm:prSet/>
      <dgm:spPr/>
      <dgm:t>
        <a:bodyPr/>
        <a:lstStyle/>
        <a:p>
          <a:endParaRPr lang="en-US"/>
        </a:p>
      </dgm:t>
    </dgm:pt>
    <dgm:pt modelId="{6280223A-C949-4DD1-AB7F-1EBA34D493B2}" type="sibTrans" cxnId="{2B06C0EA-5DAD-46FF-8DE4-19FD045D039C}">
      <dgm:prSet/>
      <dgm:spPr/>
      <dgm:t>
        <a:bodyPr/>
        <a:lstStyle/>
        <a:p>
          <a:endParaRPr lang="en-US"/>
        </a:p>
      </dgm:t>
    </dgm:pt>
    <dgm:pt modelId="{CCA945C6-112E-4B01-B960-AD52987CA83E}">
      <dgm:prSet/>
      <dgm:spPr/>
      <dgm:t>
        <a:bodyPr/>
        <a:lstStyle/>
        <a:p>
          <a:pPr>
            <a:defRPr cap="all"/>
          </a:pPr>
          <a:r>
            <a:rPr lang="it-IT" noProof="0" dirty="0" err="1"/>
            <a:t>acceptance</a:t>
          </a:r>
          <a:r>
            <a:rPr lang="it-IT" noProof="0" dirty="0"/>
            <a:t> </a:t>
          </a:r>
          <a:r>
            <a:rPr lang="it-IT" noProof="0" dirty="0" err="1"/>
            <a:t>criteria</a:t>
          </a:r>
          <a:r>
            <a:rPr lang="it-IT" noProof="0" dirty="0"/>
            <a:t>: the game starts from the </a:t>
          </a:r>
          <a:r>
            <a:rPr lang="it-IT" noProof="0" dirty="0" err="1"/>
            <a:t>beginning</a:t>
          </a:r>
          <a:endParaRPr lang="it-IT" noProof="0" dirty="0"/>
        </a:p>
      </dgm:t>
    </dgm:pt>
    <dgm:pt modelId="{1EEE39DF-20D4-4EE8-8CCE-61080555730A}" type="parTrans" cxnId="{36ACF0BA-E47E-4F9F-9F76-B257294C574F}">
      <dgm:prSet/>
      <dgm:spPr/>
      <dgm:t>
        <a:bodyPr/>
        <a:lstStyle/>
        <a:p>
          <a:endParaRPr lang="en-US"/>
        </a:p>
      </dgm:t>
    </dgm:pt>
    <dgm:pt modelId="{7E3CFBF9-A114-415B-8E67-D868B685A910}" type="sibTrans" cxnId="{36ACF0BA-E47E-4F9F-9F76-B257294C574F}">
      <dgm:prSet/>
      <dgm:spPr/>
      <dgm:t>
        <a:bodyPr/>
        <a:lstStyle/>
        <a:p>
          <a:endParaRPr lang="en-US"/>
        </a:p>
      </dgm:t>
    </dgm:pt>
    <dgm:pt modelId="{B78E3C81-7C14-4879-B50A-9BD8EA4C4D32}">
      <dgm:prSet/>
      <dgm:spPr/>
      <dgm:t>
        <a:bodyPr/>
        <a:lstStyle/>
        <a:p>
          <a:pPr>
            <a:defRPr cap="all"/>
          </a:pPr>
          <a:r>
            <a:rPr lang="it-IT" noProof="0" dirty="0"/>
            <a:t>Pattern: Factory</a:t>
          </a:r>
        </a:p>
      </dgm:t>
    </dgm:pt>
    <dgm:pt modelId="{434CE34D-AB4D-4EEA-ACC7-94F860C5B804}" type="parTrans" cxnId="{5FB9A59F-3BEF-4710-AED5-AD29028C683B}">
      <dgm:prSet/>
      <dgm:spPr/>
      <dgm:t>
        <a:bodyPr/>
        <a:lstStyle/>
        <a:p>
          <a:endParaRPr lang="en-US"/>
        </a:p>
      </dgm:t>
    </dgm:pt>
    <dgm:pt modelId="{2708C895-D059-4CBE-ADDC-8B6D71E54E82}" type="sibTrans" cxnId="{5FB9A59F-3BEF-4710-AED5-AD29028C683B}">
      <dgm:prSet/>
      <dgm:spPr/>
      <dgm:t>
        <a:bodyPr/>
        <a:lstStyle/>
        <a:p>
          <a:endParaRPr lang="en-US"/>
        </a:p>
      </dgm:t>
    </dgm:pt>
    <dgm:pt modelId="{DD771F0B-4186-46CE-98B5-1B03C499B17E}" type="pres">
      <dgm:prSet presAssocID="{B390456B-5567-4451-89C5-28E54F75B212}" presName="root" presStyleCnt="0">
        <dgm:presLayoutVars>
          <dgm:dir/>
          <dgm:resizeHandles val="exact"/>
        </dgm:presLayoutVars>
      </dgm:prSet>
      <dgm:spPr/>
    </dgm:pt>
    <dgm:pt modelId="{87A3769B-EAA4-42A8-BCD4-970472913D1F}" type="pres">
      <dgm:prSet presAssocID="{F21723C4-A1FE-4474-B0E2-4A710F2AFF9C}" presName="compNode" presStyleCnt="0"/>
      <dgm:spPr/>
    </dgm:pt>
    <dgm:pt modelId="{48CC5DE0-44F3-4E94-819A-748039762D47}" type="pres">
      <dgm:prSet presAssocID="{F21723C4-A1FE-4474-B0E2-4A710F2AFF9C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3375A17-FA0A-4C0C-95A1-C8FCEA4F9B5C}" type="pres">
      <dgm:prSet presAssocID="{F21723C4-A1FE-4474-B0E2-4A710F2AFF9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tennis"/>
        </a:ext>
      </dgm:extLst>
    </dgm:pt>
    <dgm:pt modelId="{F5C871FC-64FF-4CCC-B40E-75B650981D00}" type="pres">
      <dgm:prSet presAssocID="{F21723C4-A1FE-4474-B0E2-4A710F2AFF9C}" presName="spaceRect" presStyleCnt="0"/>
      <dgm:spPr/>
    </dgm:pt>
    <dgm:pt modelId="{90273D12-DA4D-48EE-AA96-FC673DE14FCD}" type="pres">
      <dgm:prSet presAssocID="{F21723C4-A1FE-4474-B0E2-4A710F2AFF9C}" presName="textRect" presStyleLbl="revTx" presStyleIdx="0" presStyleCnt="3">
        <dgm:presLayoutVars>
          <dgm:chMax val="1"/>
          <dgm:chPref val="1"/>
        </dgm:presLayoutVars>
      </dgm:prSet>
      <dgm:spPr/>
    </dgm:pt>
    <dgm:pt modelId="{9D074873-AD6F-4AED-A659-042E368569DB}" type="pres">
      <dgm:prSet presAssocID="{6280223A-C949-4DD1-AB7F-1EBA34D493B2}" presName="sibTrans" presStyleCnt="0"/>
      <dgm:spPr/>
    </dgm:pt>
    <dgm:pt modelId="{8D663FA8-A62A-4EB2-B9D1-A0CD157B0D02}" type="pres">
      <dgm:prSet presAssocID="{CCA945C6-112E-4B01-B960-AD52987CA83E}" presName="compNode" presStyleCnt="0"/>
      <dgm:spPr/>
    </dgm:pt>
    <dgm:pt modelId="{498A7310-C499-4F51-8C8E-928F42E7A51C}" type="pres">
      <dgm:prSet presAssocID="{CCA945C6-112E-4B01-B960-AD52987CA83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127026A-7497-49FE-859F-B6CC4D1326A9}" type="pres">
      <dgm:prSet presAssocID="{CCA945C6-112E-4B01-B960-AD52987CA83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do"/>
        </a:ext>
      </dgm:extLst>
    </dgm:pt>
    <dgm:pt modelId="{C0A97888-902B-4CEF-9716-13B0A1FF39E6}" type="pres">
      <dgm:prSet presAssocID="{CCA945C6-112E-4B01-B960-AD52987CA83E}" presName="spaceRect" presStyleCnt="0"/>
      <dgm:spPr/>
    </dgm:pt>
    <dgm:pt modelId="{1CC9715B-2119-4D4F-A0DD-6A42F1EA64CA}" type="pres">
      <dgm:prSet presAssocID="{CCA945C6-112E-4B01-B960-AD52987CA83E}" presName="textRect" presStyleLbl="revTx" presStyleIdx="1" presStyleCnt="3">
        <dgm:presLayoutVars>
          <dgm:chMax val="1"/>
          <dgm:chPref val="1"/>
        </dgm:presLayoutVars>
      </dgm:prSet>
      <dgm:spPr/>
    </dgm:pt>
    <dgm:pt modelId="{449533C4-29D4-4608-BBBE-78DE488206EA}" type="pres">
      <dgm:prSet presAssocID="{7E3CFBF9-A114-415B-8E67-D868B685A910}" presName="sibTrans" presStyleCnt="0"/>
      <dgm:spPr/>
    </dgm:pt>
    <dgm:pt modelId="{607DE68E-DC60-44D9-945D-0D1101E1CC60}" type="pres">
      <dgm:prSet presAssocID="{B78E3C81-7C14-4879-B50A-9BD8EA4C4D32}" presName="compNode" presStyleCnt="0"/>
      <dgm:spPr/>
    </dgm:pt>
    <dgm:pt modelId="{AA94CC57-79D2-43F1-ACCE-203953CAC621}" type="pres">
      <dgm:prSet presAssocID="{B78E3C81-7C14-4879-B50A-9BD8EA4C4D32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5818566-68BC-40AF-A3F5-800E516E37DB}" type="pres">
      <dgm:prSet presAssocID="{B78E3C81-7C14-4879-B50A-9BD8EA4C4D3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bbrica"/>
        </a:ext>
      </dgm:extLst>
    </dgm:pt>
    <dgm:pt modelId="{5306BF49-5648-4B14-8D64-7A0FDB8867CE}" type="pres">
      <dgm:prSet presAssocID="{B78E3C81-7C14-4879-B50A-9BD8EA4C4D32}" presName="spaceRect" presStyleCnt="0"/>
      <dgm:spPr/>
    </dgm:pt>
    <dgm:pt modelId="{3491299E-0389-4D77-8636-4B9131AA2F74}" type="pres">
      <dgm:prSet presAssocID="{B78E3C81-7C14-4879-B50A-9BD8EA4C4D3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405F71C-1D68-4F6C-9817-D82D23419F9C}" type="presOf" srcId="{F21723C4-A1FE-4474-B0E2-4A710F2AFF9C}" destId="{90273D12-DA4D-48EE-AA96-FC673DE14FCD}" srcOrd="0" destOrd="0" presId="urn:microsoft.com/office/officeart/2018/5/layout/IconLeafLabelList"/>
    <dgm:cxn modelId="{D3CE5122-E107-41EB-9EBE-E6C9110136E0}" type="presOf" srcId="{CCA945C6-112E-4B01-B960-AD52987CA83E}" destId="{1CC9715B-2119-4D4F-A0DD-6A42F1EA64CA}" srcOrd="0" destOrd="0" presId="urn:microsoft.com/office/officeart/2018/5/layout/IconLeafLabelList"/>
    <dgm:cxn modelId="{A364644D-37DB-416E-847C-190E229EA72E}" type="presOf" srcId="{B78E3C81-7C14-4879-B50A-9BD8EA4C4D32}" destId="{3491299E-0389-4D77-8636-4B9131AA2F74}" srcOrd="0" destOrd="0" presId="urn:microsoft.com/office/officeart/2018/5/layout/IconLeafLabelList"/>
    <dgm:cxn modelId="{7460F69A-0A32-46CB-98FC-77790B87B2B5}" type="presOf" srcId="{B390456B-5567-4451-89C5-28E54F75B212}" destId="{DD771F0B-4186-46CE-98B5-1B03C499B17E}" srcOrd="0" destOrd="0" presId="urn:microsoft.com/office/officeart/2018/5/layout/IconLeafLabelList"/>
    <dgm:cxn modelId="{5FB9A59F-3BEF-4710-AED5-AD29028C683B}" srcId="{B390456B-5567-4451-89C5-28E54F75B212}" destId="{B78E3C81-7C14-4879-B50A-9BD8EA4C4D32}" srcOrd="2" destOrd="0" parTransId="{434CE34D-AB4D-4EEA-ACC7-94F860C5B804}" sibTransId="{2708C895-D059-4CBE-ADDC-8B6D71E54E82}"/>
    <dgm:cxn modelId="{36ACF0BA-E47E-4F9F-9F76-B257294C574F}" srcId="{B390456B-5567-4451-89C5-28E54F75B212}" destId="{CCA945C6-112E-4B01-B960-AD52987CA83E}" srcOrd="1" destOrd="0" parTransId="{1EEE39DF-20D4-4EE8-8CCE-61080555730A}" sibTransId="{7E3CFBF9-A114-415B-8E67-D868B685A910}"/>
    <dgm:cxn modelId="{2B06C0EA-5DAD-46FF-8DE4-19FD045D039C}" srcId="{B390456B-5567-4451-89C5-28E54F75B212}" destId="{F21723C4-A1FE-4474-B0E2-4A710F2AFF9C}" srcOrd="0" destOrd="0" parTransId="{55C62C27-B8DF-40C1-A4D9-341FB8A1D546}" sibTransId="{6280223A-C949-4DD1-AB7F-1EBA34D493B2}"/>
    <dgm:cxn modelId="{8F1F287E-60C2-48F6-BB70-B2E46873456F}" type="presParOf" srcId="{DD771F0B-4186-46CE-98B5-1B03C499B17E}" destId="{87A3769B-EAA4-42A8-BCD4-970472913D1F}" srcOrd="0" destOrd="0" presId="urn:microsoft.com/office/officeart/2018/5/layout/IconLeafLabelList"/>
    <dgm:cxn modelId="{0A0990CC-F3C8-4F76-896E-345BA4301542}" type="presParOf" srcId="{87A3769B-EAA4-42A8-BCD4-970472913D1F}" destId="{48CC5DE0-44F3-4E94-819A-748039762D47}" srcOrd="0" destOrd="0" presId="urn:microsoft.com/office/officeart/2018/5/layout/IconLeafLabelList"/>
    <dgm:cxn modelId="{1F47D3BB-67D2-43B5-B56C-C18810F63427}" type="presParOf" srcId="{87A3769B-EAA4-42A8-BCD4-970472913D1F}" destId="{B3375A17-FA0A-4C0C-95A1-C8FCEA4F9B5C}" srcOrd="1" destOrd="0" presId="urn:microsoft.com/office/officeart/2018/5/layout/IconLeafLabelList"/>
    <dgm:cxn modelId="{7355DA07-2D2E-4883-B0B0-386D1EDE1C24}" type="presParOf" srcId="{87A3769B-EAA4-42A8-BCD4-970472913D1F}" destId="{F5C871FC-64FF-4CCC-B40E-75B650981D00}" srcOrd="2" destOrd="0" presId="urn:microsoft.com/office/officeart/2018/5/layout/IconLeafLabelList"/>
    <dgm:cxn modelId="{F7329E24-96D6-49B4-8E6F-913488037BEE}" type="presParOf" srcId="{87A3769B-EAA4-42A8-BCD4-970472913D1F}" destId="{90273D12-DA4D-48EE-AA96-FC673DE14FCD}" srcOrd="3" destOrd="0" presId="urn:microsoft.com/office/officeart/2018/5/layout/IconLeafLabelList"/>
    <dgm:cxn modelId="{D0F8BDC5-E945-4357-8565-C75BC94B2B1F}" type="presParOf" srcId="{DD771F0B-4186-46CE-98B5-1B03C499B17E}" destId="{9D074873-AD6F-4AED-A659-042E368569DB}" srcOrd="1" destOrd="0" presId="urn:microsoft.com/office/officeart/2018/5/layout/IconLeafLabelList"/>
    <dgm:cxn modelId="{6F445844-DD19-444D-B53F-13585A3C120E}" type="presParOf" srcId="{DD771F0B-4186-46CE-98B5-1B03C499B17E}" destId="{8D663FA8-A62A-4EB2-B9D1-A0CD157B0D02}" srcOrd="2" destOrd="0" presId="urn:microsoft.com/office/officeart/2018/5/layout/IconLeafLabelList"/>
    <dgm:cxn modelId="{9A6DC440-9C44-4A6F-989E-B218EA989209}" type="presParOf" srcId="{8D663FA8-A62A-4EB2-B9D1-A0CD157B0D02}" destId="{498A7310-C499-4F51-8C8E-928F42E7A51C}" srcOrd="0" destOrd="0" presId="urn:microsoft.com/office/officeart/2018/5/layout/IconLeafLabelList"/>
    <dgm:cxn modelId="{178566E4-9D25-42ED-982D-DDDA53A58FE2}" type="presParOf" srcId="{8D663FA8-A62A-4EB2-B9D1-A0CD157B0D02}" destId="{B127026A-7497-49FE-859F-B6CC4D1326A9}" srcOrd="1" destOrd="0" presId="urn:microsoft.com/office/officeart/2018/5/layout/IconLeafLabelList"/>
    <dgm:cxn modelId="{A543EA96-8FD8-4DDE-BCAF-0651C3FDF561}" type="presParOf" srcId="{8D663FA8-A62A-4EB2-B9D1-A0CD157B0D02}" destId="{C0A97888-902B-4CEF-9716-13B0A1FF39E6}" srcOrd="2" destOrd="0" presId="urn:microsoft.com/office/officeart/2018/5/layout/IconLeafLabelList"/>
    <dgm:cxn modelId="{D4988450-4D5D-4ACA-9A9D-C128BB8A19D7}" type="presParOf" srcId="{8D663FA8-A62A-4EB2-B9D1-A0CD157B0D02}" destId="{1CC9715B-2119-4D4F-A0DD-6A42F1EA64CA}" srcOrd="3" destOrd="0" presId="urn:microsoft.com/office/officeart/2018/5/layout/IconLeafLabelList"/>
    <dgm:cxn modelId="{AFDD0ACF-D6A5-4021-ABDD-C542B97A34CD}" type="presParOf" srcId="{DD771F0B-4186-46CE-98B5-1B03C499B17E}" destId="{449533C4-29D4-4608-BBBE-78DE488206EA}" srcOrd="3" destOrd="0" presId="urn:microsoft.com/office/officeart/2018/5/layout/IconLeafLabelList"/>
    <dgm:cxn modelId="{677B55C4-8439-4902-A267-36739C327615}" type="presParOf" srcId="{DD771F0B-4186-46CE-98B5-1B03C499B17E}" destId="{607DE68E-DC60-44D9-945D-0D1101E1CC60}" srcOrd="4" destOrd="0" presId="urn:microsoft.com/office/officeart/2018/5/layout/IconLeafLabelList"/>
    <dgm:cxn modelId="{FDB36CB3-2E93-47D4-99B1-077EBE3D02E8}" type="presParOf" srcId="{607DE68E-DC60-44D9-945D-0D1101E1CC60}" destId="{AA94CC57-79D2-43F1-ACCE-203953CAC621}" srcOrd="0" destOrd="0" presId="urn:microsoft.com/office/officeart/2018/5/layout/IconLeafLabelList"/>
    <dgm:cxn modelId="{6E0253D1-22F5-4C59-8F65-0FFE8C3971F2}" type="presParOf" srcId="{607DE68E-DC60-44D9-945D-0D1101E1CC60}" destId="{B5818566-68BC-40AF-A3F5-800E516E37DB}" srcOrd="1" destOrd="0" presId="urn:microsoft.com/office/officeart/2018/5/layout/IconLeafLabelList"/>
    <dgm:cxn modelId="{B3A37514-9A35-479E-BD7C-A05C794E6875}" type="presParOf" srcId="{607DE68E-DC60-44D9-945D-0D1101E1CC60}" destId="{5306BF49-5648-4B14-8D64-7A0FDB8867CE}" srcOrd="2" destOrd="0" presId="urn:microsoft.com/office/officeart/2018/5/layout/IconLeafLabelList"/>
    <dgm:cxn modelId="{44ED31D9-A590-4B6B-BB2E-DFB686EF985E}" type="presParOf" srcId="{607DE68E-DC60-44D9-945D-0D1101E1CC60}" destId="{3491299E-0389-4D77-8636-4B9131AA2F7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4B54A43-37B4-46A6-951B-0C059D77D7C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5531343-6193-4C20-9497-E12CC5675A3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noProof="0" dirty="0" err="1"/>
            <a:t>As</a:t>
          </a:r>
          <a:r>
            <a:rPr lang="it-IT" noProof="0" dirty="0"/>
            <a:t> a player, I </a:t>
          </a:r>
          <a:r>
            <a:rPr lang="it-IT" noProof="0" dirty="0" err="1"/>
            <a:t>want</a:t>
          </a:r>
          <a:r>
            <a:rPr lang="it-IT" noProof="0" dirty="0"/>
            <a:t> to </a:t>
          </a:r>
          <a:r>
            <a:rPr lang="it-IT" noProof="0" dirty="0" err="1"/>
            <a:t>fight</a:t>
          </a:r>
          <a:r>
            <a:rPr lang="it-IT" noProof="0" dirty="0"/>
            <a:t> the </a:t>
          </a:r>
          <a:r>
            <a:rPr lang="it-IT" noProof="0" dirty="0" err="1"/>
            <a:t>enemies</a:t>
          </a:r>
          <a:r>
            <a:rPr lang="it-IT" noProof="0" dirty="0"/>
            <a:t> so </a:t>
          </a:r>
          <a:r>
            <a:rPr lang="it-IT" noProof="0" dirty="0" err="1"/>
            <a:t>that</a:t>
          </a:r>
          <a:r>
            <a:rPr lang="it-IT" noProof="0" dirty="0"/>
            <a:t> I can go on with the plot</a:t>
          </a:r>
        </a:p>
      </dgm:t>
    </dgm:pt>
    <dgm:pt modelId="{83B1B59D-2B65-4110-9434-AB6F4E389302}" type="parTrans" cxnId="{18707F8B-C668-41C7-871B-5BC01839C349}">
      <dgm:prSet/>
      <dgm:spPr/>
      <dgm:t>
        <a:bodyPr/>
        <a:lstStyle/>
        <a:p>
          <a:endParaRPr lang="en-US"/>
        </a:p>
      </dgm:t>
    </dgm:pt>
    <dgm:pt modelId="{CBE0380A-07A7-44FD-BC86-F89CD7219D41}" type="sibTrans" cxnId="{18707F8B-C668-41C7-871B-5BC01839C349}">
      <dgm:prSet/>
      <dgm:spPr/>
      <dgm:t>
        <a:bodyPr/>
        <a:lstStyle/>
        <a:p>
          <a:endParaRPr lang="en-US"/>
        </a:p>
      </dgm:t>
    </dgm:pt>
    <dgm:pt modelId="{1EDBD013-5DE6-40BC-911F-817D569F4CC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noProof="0" dirty="0" err="1"/>
            <a:t>acceptance</a:t>
          </a:r>
          <a:r>
            <a:rPr lang="it-IT" noProof="0" dirty="0"/>
            <a:t> </a:t>
          </a:r>
          <a:r>
            <a:rPr lang="it-IT" noProof="0" dirty="0" err="1"/>
            <a:t>criteria</a:t>
          </a:r>
          <a:r>
            <a:rPr lang="it-IT" noProof="0" dirty="0"/>
            <a:t>: the game </a:t>
          </a:r>
          <a:r>
            <a:rPr lang="it-IT" noProof="0" dirty="0" err="1"/>
            <a:t>allows</a:t>
          </a:r>
          <a:r>
            <a:rPr lang="it-IT" noProof="0" dirty="0"/>
            <a:t> the player to </a:t>
          </a:r>
          <a:r>
            <a:rPr lang="it-IT" noProof="0" dirty="0" err="1"/>
            <a:t>choose</a:t>
          </a:r>
          <a:r>
            <a:rPr lang="it-IT" noProof="0" dirty="0"/>
            <a:t> an </a:t>
          </a:r>
          <a:r>
            <a:rPr lang="it-IT" noProof="0" dirty="0" err="1"/>
            <a:t>attack</a:t>
          </a:r>
          <a:r>
            <a:rPr lang="it-IT" noProof="0" dirty="0"/>
            <a:t> or use an item</a:t>
          </a:r>
        </a:p>
      </dgm:t>
    </dgm:pt>
    <dgm:pt modelId="{CF252FF0-0884-4AB2-A24D-34490155591B}" type="parTrans" cxnId="{AF668873-BAC7-469A-82A8-7D0031167F12}">
      <dgm:prSet/>
      <dgm:spPr/>
      <dgm:t>
        <a:bodyPr/>
        <a:lstStyle/>
        <a:p>
          <a:endParaRPr lang="en-US"/>
        </a:p>
      </dgm:t>
    </dgm:pt>
    <dgm:pt modelId="{EA566D96-41C8-4B14-BBB1-23FADF192B7D}" type="sibTrans" cxnId="{AF668873-BAC7-469A-82A8-7D0031167F12}">
      <dgm:prSet/>
      <dgm:spPr/>
      <dgm:t>
        <a:bodyPr/>
        <a:lstStyle/>
        <a:p>
          <a:endParaRPr lang="en-US"/>
        </a:p>
      </dgm:t>
    </dgm:pt>
    <dgm:pt modelId="{2BF6A14B-F370-4851-8B76-07AEEA7BECF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noProof="0" dirty="0"/>
            <a:t>Pattern: </a:t>
          </a:r>
          <a:r>
            <a:rPr lang="it-IT" b="1" noProof="0" dirty="0"/>
            <a:t>Strategy + Observer</a:t>
          </a:r>
          <a:endParaRPr lang="it-IT" noProof="0" dirty="0"/>
        </a:p>
      </dgm:t>
    </dgm:pt>
    <dgm:pt modelId="{66C40DAC-C002-4EF3-944F-B16DE8DFB4F5}" type="parTrans" cxnId="{7BB6FA00-3CF3-4717-AD4C-060373733B00}">
      <dgm:prSet/>
      <dgm:spPr/>
      <dgm:t>
        <a:bodyPr/>
        <a:lstStyle/>
        <a:p>
          <a:endParaRPr lang="en-US"/>
        </a:p>
      </dgm:t>
    </dgm:pt>
    <dgm:pt modelId="{13111E74-58E8-41C5-ADA2-8A7D223BD0A9}" type="sibTrans" cxnId="{7BB6FA00-3CF3-4717-AD4C-060373733B00}">
      <dgm:prSet/>
      <dgm:spPr/>
      <dgm:t>
        <a:bodyPr/>
        <a:lstStyle/>
        <a:p>
          <a:endParaRPr lang="en-US"/>
        </a:p>
      </dgm:t>
    </dgm:pt>
    <dgm:pt modelId="{6065341E-FF18-4530-ABC1-7755867523C3}" type="pres">
      <dgm:prSet presAssocID="{14B54A43-37B4-46A6-951B-0C059D77D7C4}" presName="root" presStyleCnt="0">
        <dgm:presLayoutVars>
          <dgm:dir/>
          <dgm:resizeHandles val="exact"/>
        </dgm:presLayoutVars>
      </dgm:prSet>
      <dgm:spPr/>
    </dgm:pt>
    <dgm:pt modelId="{2273F9F2-891F-464F-8CE8-B8C31D5A6C85}" type="pres">
      <dgm:prSet presAssocID="{85531343-6193-4C20-9497-E12CC5675A3F}" presName="compNode" presStyleCnt="0"/>
      <dgm:spPr/>
    </dgm:pt>
    <dgm:pt modelId="{5F85631A-DA3E-445E-B38C-DDBB283F6060}" type="pres">
      <dgm:prSet presAssocID="{85531343-6193-4C20-9497-E12CC5675A3F}" presName="iconBgRect" presStyleLbl="bgShp" presStyleIdx="0" presStyleCnt="3"/>
      <dgm:spPr/>
    </dgm:pt>
    <dgm:pt modelId="{79BCD683-510A-4201-97CC-4A75303B2EB6}" type="pres">
      <dgm:prSet presAssocID="{85531343-6193-4C20-9497-E12CC5675A3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one"/>
        </a:ext>
      </dgm:extLst>
    </dgm:pt>
    <dgm:pt modelId="{45308989-C148-429D-B219-0ED361AE60F8}" type="pres">
      <dgm:prSet presAssocID="{85531343-6193-4C20-9497-E12CC5675A3F}" presName="spaceRect" presStyleCnt="0"/>
      <dgm:spPr/>
    </dgm:pt>
    <dgm:pt modelId="{45D431CB-344E-4F35-B5B8-E0D9A3882219}" type="pres">
      <dgm:prSet presAssocID="{85531343-6193-4C20-9497-E12CC5675A3F}" presName="textRect" presStyleLbl="revTx" presStyleIdx="0" presStyleCnt="3">
        <dgm:presLayoutVars>
          <dgm:chMax val="1"/>
          <dgm:chPref val="1"/>
        </dgm:presLayoutVars>
      </dgm:prSet>
      <dgm:spPr/>
    </dgm:pt>
    <dgm:pt modelId="{3E55E57A-0F8D-4BD9-A617-B59E5297C21D}" type="pres">
      <dgm:prSet presAssocID="{CBE0380A-07A7-44FD-BC86-F89CD7219D41}" presName="sibTrans" presStyleCnt="0"/>
      <dgm:spPr/>
    </dgm:pt>
    <dgm:pt modelId="{8F26A107-21EF-4436-9E17-B8C55DD3C661}" type="pres">
      <dgm:prSet presAssocID="{1EDBD013-5DE6-40BC-911F-817D569F4CC3}" presName="compNode" presStyleCnt="0"/>
      <dgm:spPr/>
    </dgm:pt>
    <dgm:pt modelId="{0B14F369-5414-49FC-9AF0-392D381764B2}" type="pres">
      <dgm:prSet presAssocID="{1EDBD013-5DE6-40BC-911F-817D569F4CC3}" presName="iconBgRect" presStyleLbl="bgShp" presStyleIdx="1" presStyleCnt="3"/>
      <dgm:spPr/>
    </dgm:pt>
    <dgm:pt modelId="{70A5BD62-0BEA-48C6-AC6F-9982F9636446}" type="pres">
      <dgm:prSet presAssocID="{1EDBD013-5DE6-40BC-911F-817D569F4CC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FFCF1A44-A04B-496E-951E-D7CA8816BEFB}" type="pres">
      <dgm:prSet presAssocID="{1EDBD013-5DE6-40BC-911F-817D569F4CC3}" presName="spaceRect" presStyleCnt="0"/>
      <dgm:spPr/>
    </dgm:pt>
    <dgm:pt modelId="{39EFD421-35F3-41F8-A317-F047E8259D85}" type="pres">
      <dgm:prSet presAssocID="{1EDBD013-5DE6-40BC-911F-817D569F4CC3}" presName="textRect" presStyleLbl="revTx" presStyleIdx="1" presStyleCnt="3">
        <dgm:presLayoutVars>
          <dgm:chMax val="1"/>
          <dgm:chPref val="1"/>
        </dgm:presLayoutVars>
      </dgm:prSet>
      <dgm:spPr/>
    </dgm:pt>
    <dgm:pt modelId="{0F4A795B-1BB8-4B0F-BDFD-40E49A1B9479}" type="pres">
      <dgm:prSet presAssocID="{EA566D96-41C8-4B14-BBB1-23FADF192B7D}" presName="sibTrans" presStyleCnt="0"/>
      <dgm:spPr/>
    </dgm:pt>
    <dgm:pt modelId="{511F28FB-FA89-4D1D-A3EB-1CF45D44ECE4}" type="pres">
      <dgm:prSet presAssocID="{2BF6A14B-F370-4851-8B76-07AEEA7BECF4}" presName="compNode" presStyleCnt="0"/>
      <dgm:spPr/>
    </dgm:pt>
    <dgm:pt modelId="{8EC44CBD-47A4-4FB0-ADB7-D84E9B7FD5F0}" type="pres">
      <dgm:prSet presAssocID="{2BF6A14B-F370-4851-8B76-07AEEA7BECF4}" presName="iconBgRect" presStyleLbl="bgShp" presStyleIdx="2" presStyleCnt="3"/>
      <dgm:spPr/>
    </dgm:pt>
    <dgm:pt modelId="{C2265A3D-7DF8-4C53-A661-DB2075A65632}" type="pres">
      <dgm:prSet presAssocID="{2BF6A14B-F370-4851-8B76-07AEEA7BECF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F0326E9-00E2-4C35-B010-126BA2442F7C}" type="pres">
      <dgm:prSet presAssocID="{2BF6A14B-F370-4851-8B76-07AEEA7BECF4}" presName="spaceRect" presStyleCnt="0"/>
      <dgm:spPr/>
    </dgm:pt>
    <dgm:pt modelId="{9B1209AF-D467-4BFD-A501-051EA5A310AF}" type="pres">
      <dgm:prSet presAssocID="{2BF6A14B-F370-4851-8B76-07AEEA7BECF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BB6FA00-3CF3-4717-AD4C-060373733B00}" srcId="{14B54A43-37B4-46A6-951B-0C059D77D7C4}" destId="{2BF6A14B-F370-4851-8B76-07AEEA7BECF4}" srcOrd="2" destOrd="0" parTransId="{66C40DAC-C002-4EF3-944F-B16DE8DFB4F5}" sibTransId="{13111E74-58E8-41C5-ADA2-8A7D223BD0A9}"/>
    <dgm:cxn modelId="{97C7881A-67C2-4DD4-B092-26B23A93EDF3}" type="presOf" srcId="{85531343-6193-4C20-9497-E12CC5675A3F}" destId="{45D431CB-344E-4F35-B5B8-E0D9A3882219}" srcOrd="0" destOrd="0" presId="urn:microsoft.com/office/officeart/2018/5/layout/IconCircleLabelList"/>
    <dgm:cxn modelId="{AF668873-BAC7-469A-82A8-7D0031167F12}" srcId="{14B54A43-37B4-46A6-951B-0C059D77D7C4}" destId="{1EDBD013-5DE6-40BC-911F-817D569F4CC3}" srcOrd="1" destOrd="0" parTransId="{CF252FF0-0884-4AB2-A24D-34490155591B}" sibTransId="{EA566D96-41C8-4B14-BBB1-23FADF192B7D}"/>
    <dgm:cxn modelId="{18707F8B-C668-41C7-871B-5BC01839C349}" srcId="{14B54A43-37B4-46A6-951B-0C059D77D7C4}" destId="{85531343-6193-4C20-9497-E12CC5675A3F}" srcOrd="0" destOrd="0" parTransId="{83B1B59D-2B65-4110-9434-AB6F4E389302}" sibTransId="{CBE0380A-07A7-44FD-BC86-F89CD7219D41}"/>
    <dgm:cxn modelId="{78055797-09DC-4F17-8290-C185CB145B25}" type="presOf" srcId="{14B54A43-37B4-46A6-951B-0C059D77D7C4}" destId="{6065341E-FF18-4530-ABC1-7755867523C3}" srcOrd="0" destOrd="0" presId="urn:microsoft.com/office/officeart/2018/5/layout/IconCircleLabelList"/>
    <dgm:cxn modelId="{A1D976C3-E8D4-4A04-8491-E4E26277D9DF}" type="presOf" srcId="{1EDBD013-5DE6-40BC-911F-817D569F4CC3}" destId="{39EFD421-35F3-41F8-A317-F047E8259D85}" srcOrd="0" destOrd="0" presId="urn:microsoft.com/office/officeart/2018/5/layout/IconCircleLabelList"/>
    <dgm:cxn modelId="{F0F71FFB-C6E8-4C01-8EC5-0DB9B5CC482F}" type="presOf" srcId="{2BF6A14B-F370-4851-8B76-07AEEA7BECF4}" destId="{9B1209AF-D467-4BFD-A501-051EA5A310AF}" srcOrd="0" destOrd="0" presId="urn:microsoft.com/office/officeart/2018/5/layout/IconCircleLabelList"/>
    <dgm:cxn modelId="{FBD69A86-F7E4-4F15-B67C-65B1713EB332}" type="presParOf" srcId="{6065341E-FF18-4530-ABC1-7755867523C3}" destId="{2273F9F2-891F-464F-8CE8-B8C31D5A6C85}" srcOrd="0" destOrd="0" presId="urn:microsoft.com/office/officeart/2018/5/layout/IconCircleLabelList"/>
    <dgm:cxn modelId="{085BAF81-770C-45B2-92DB-3D40AA8F36F1}" type="presParOf" srcId="{2273F9F2-891F-464F-8CE8-B8C31D5A6C85}" destId="{5F85631A-DA3E-445E-B38C-DDBB283F6060}" srcOrd="0" destOrd="0" presId="urn:microsoft.com/office/officeart/2018/5/layout/IconCircleLabelList"/>
    <dgm:cxn modelId="{EDA30C5E-D819-477E-A4AF-9259D709FBDF}" type="presParOf" srcId="{2273F9F2-891F-464F-8CE8-B8C31D5A6C85}" destId="{79BCD683-510A-4201-97CC-4A75303B2EB6}" srcOrd="1" destOrd="0" presId="urn:microsoft.com/office/officeart/2018/5/layout/IconCircleLabelList"/>
    <dgm:cxn modelId="{D3ACAEB8-FD27-45C0-A582-836B58C5EE59}" type="presParOf" srcId="{2273F9F2-891F-464F-8CE8-B8C31D5A6C85}" destId="{45308989-C148-429D-B219-0ED361AE60F8}" srcOrd="2" destOrd="0" presId="urn:microsoft.com/office/officeart/2018/5/layout/IconCircleLabelList"/>
    <dgm:cxn modelId="{D2160DA6-3673-4E6E-A1F4-970BFEDBF685}" type="presParOf" srcId="{2273F9F2-891F-464F-8CE8-B8C31D5A6C85}" destId="{45D431CB-344E-4F35-B5B8-E0D9A3882219}" srcOrd="3" destOrd="0" presId="urn:microsoft.com/office/officeart/2018/5/layout/IconCircleLabelList"/>
    <dgm:cxn modelId="{C423FF16-738C-4422-92E5-F046AA1D3223}" type="presParOf" srcId="{6065341E-FF18-4530-ABC1-7755867523C3}" destId="{3E55E57A-0F8D-4BD9-A617-B59E5297C21D}" srcOrd="1" destOrd="0" presId="urn:microsoft.com/office/officeart/2018/5/layout/IconCircleLabelList"/>
    <dgm:cxn modelId="{EC7F8A24-0ACD-4E32-81DC-9752FE35AEB9}" type="presParOf" srcId="{6065341E-FF18-4530-ABC1-7755867523C3}" destId="{8F26A107-21EF-4436-9E17-B8C55DD3C661}" srcOrd="2" destOrd="0" presId="urn:microsoft.com/office/officeart/2018/5/layout/IconCircleLabelList"/>
    <dgm:cxn modelId="{5B00D751-7437-4D0F-91BB-E957A1B9711D}" type="presParOf" srcId="{8F26A107-21EF-4436-9E17-B8C55DD3C661}" destId="{0B14F369-5414-49FC-9AF0-392D381764B2}" srcOrd="0" destOrd="0" presId="urn:microsoft.com/office/officeart/2018/5/layout/IconCircleLabelList"/>
    <dgm:cxn modelId="{55A2D4EE-5194-41A8-840C-BA978035612F}" type="presParOf" srcId="{8F26A107-21EF-4436-9E17-B8C55DD3C661}" destId="{70A5BD62-0BEA-48C6-AC6F-9982F9636446}" srcOrd="1" destOrd="0" presId="urn:microsoft.com/office/officeart/2018/5/layout/IconCircleLabelList"/>
    <dgm:cxn modelId="{CC63F136-B4B8-4E17-83A6-6416B6350BE9}" type="presParOf" srcId="{8F26A107-21EF-4436-9E17-B8C55DD3C661}" destId="{FFCF1A44-A04B-496E-951E-D7CA8816BEFB}" srcOrd="2" destOrd="0" presId="urn:microsoft.com/office/officeart/2018/5/layout/IconCircleLabelList"/>
    <dgm:cxn modelId="{DC48720C-7D2C-4E6A-A068-C9DBDE06A8DE}" type="presParOf" srcId="{8F26A107-21EF-4436-9E17-B8C55DD3C661}" destId="{39EFD421-35F3-41F8-A317-F047E8259D85}" srcOrd="3" destOrd="0" presId="urn:microsoft.com/office/officeart/2018/5/layout/IconCircleLabelList"/>
    <dgm:cxn modelId="{EE4BE2B8-991E-4C84-A55A-71EA8384E21D}" type="presParOf" srcId="{6065341E-FF18-4530-ABC1-7755867523C3}" destId="{0F4A795B-1BB8-4B0F-BDFD-40E49A1B9479}" srcOrd="3" destOrd="0" presId="urn:microsoft.com/office/officeart/2018/5/layout/IconCircleLabelList"/>
    <dgm:cxn modelId="{8422B92A-1500-42BD-98B1-E7140D03D002}" type="presParOf" srcId="{6065341E-FF18-4530-ABC1-7755867523C3}" destId="{511F28FB-FA89-4D1D-A3EB-1CF45D44ECE4}" srcOrd="4" destOrd="0" presId="urn:microsoft.com/office/officeart/2018/5/layout/IconCircleLabelList"/>
    <dgm:cxn modelId="{16635E0D-6C7C-47E6-8C3B-3D92B6F3C99D}" type="presParOf" srcId="{511F28FB-FA89-4D1D-A3EB-1CF45D44ECE4}" destId="{8EC44CBD-47A4-4FB0-ADB7-D84E9B7FD5F0}" srcOrd="0" destOrd="0" presId="urn:microsoft.com/office/officeart/2018/5/layout/IconCircleLabelList"/>
    <dgm:cxn modelId="{A846E0F2-542C-45E2-8880-2E5D0371BC75}" type="presParOf" srcId="{511F28FB-FA89-4D1D-A3EB-1CF45D44ECE4}" destId="{C2265A3D-7DF8-4C53-A661-DB2075A65632}" srcOrd="1" destOrd="0" presId="urn:microsoft.com/office/officeart/2018/5/layout/IconCircleLabelList"/>
    <dgm:cxn modelId="{42E46AC5-F79F-4BDB-8D60-C11A79E947B0}" type="presParOf" srcId="{511F28FB-FA89-4D1D-A3EB-1CF45D44ECE4}" destId="{DF0326E9-00E2-4C35-B010-126BA2442F7C}" srcOrd="2" destOrd="0" presId="urn:microsoft.com/office/officeart/2018/5/layout/IconCircleLabelList"/>
    <dgm:cxn modelId="{A9BB1C06-0A5A-4E87-8241-50C5CC951F91}" type="presParOf" srcId="{511F28FB-FA89-4D1D-A3EB-1CF45D44ECE4}" destId="{9B1209AF-D467-4BFD-A501-051EA5A310A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141496C-6070-4B39-B1BA-CCC2914012F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75A9A0-974A-4C31-BD95-718EB9CE8633}">
      <dgm:prSet/>
      <dgm:spPr/>
      <dgm:t>
        <a:bodyPr/>
        <a:lstStyle/>
        <a:p>
          <a:r>
            <a:rPr lang="it-IT" noProof="0" dirty="0" err="1"/>
            <a:t>As</a:t>
          </a:r>
          <a:r>
            <a:rPr lang="it-IT" noProof="0" dirty="0"/>
            <a:t> a player, I </a:t>
          </a:r>
          <a:r>
            <a:rPr lang="it-IT" noProof="0" dirty="0" err="1"/>
            <a:t>want</a:t>
          </a:r>
          <a:r>
            <a:rPr lang="it-IT" noProof="0" dirty="0"/>
            <a:t> the system to </a:t>
          </a:r>
          <a:r>
            <a:rPr lang="it-IT" noProof="0" dirty="0" err="1"/>
            <a:t>calculate</a:t>
          </a:r>
          <a:r>
            <a:rPr lang="it-IT" noProof="0" dirty="0"/>
            <a:t> </a:t>
          </a:r>
          <a:r>
            <a:rPr lang="it-IT" noProof="0" dirty="0" err="1"/>
            <a:t>damage</a:t>
          </a:r>
          <a:r>
            <a:rPr lang="it-IT" noProof="0" dirty="0"/>
            <a:t>, </a:t>
          </a:r>
          <a:r>
            <a:rPr lang="it-IT" noProof="0" dirty="0" err="1"/>
            <a:t>effects</a:t>
          </a:r>
          <a:r>
            <a:rPr lang="it-IT" noProof="0" dirty="0"/>
            <a:t> and </a:t>
          </a:r>
          <a:r>
            <a:rPr lang="it-IT" noProof="0" dirty="0" err="1"/>
            <a:t>healing</a:t>
          </a:r>
          <a:r>
            <a:rPr lang="it-IT" noProof="0" dirty="0"/>
            <a:t> so </a:t>
          </a:r>
          <a:r>
            <a:rPr lang="it-IT" noProof="0" dirty="0" err="1"/>
            <a:t>that</a:t>
          </a:r>
          <a:r>
            <a:rPr lang="it-IT" noProof="0" dirty="0"/>
            <a:t> I can </a:t>
          </a:r>
          <a:r>
            <a:rPr lang="it-IT" noProof="0" dirty="0" err="1"/>
            <a:t>see</a:t>
          </a:r>
          <a:r>
            <a:rPr lang="it-IT" noProof="0" dirty="0"/>
            <a:t> the </a:t>
          </a:r>
          <a:r>
            <a:rPr lang="it-IT" noProof="0" dirty="0" err="1"/>
            <a:t>results</a:t>
          </a:r>
          <a:r>
            <a:rPr lang="it-IT" noProof="0" dirty="0"/>
            <a:t> of </a:t>
          </a:r>
          <a:r>
            <a:rPr lang="it-IT" noProof="0" dirty="0" err="1"/>
            <a:t>each</a:t>
          </a:r>
          <a:r>
            <a:rPr lang="it-IT" noProof="0" dirty="0"/>
            <a:t> turn.</a:t>
          </a:r>
        </a:p>
      </dgm:t>
    </dgm:pt>
    <dgm:pt modelId="{A30DF443-37AA-4D82-90E0-9DF5F3007E16}" type="parTrans" cxnId="{A896547F-B531-41AB-81C5-5C8568CF7E8A}">
      <dgm:prSet/>
      <dgm:spPr/>
      <dgm:t>
        <a:bodyPr/>
        <a:lstStyle/>
        <a:p>
          <a:endParaRPr lang="en-US"/>
        </a:p>
      </dgm:t>
    </dgm:pt>
    <dgm:pt modelId="{D474F973-54A7-4DFB-AD0F-5BD12ECCA418}" type="sibTrans" cxnId="{A896547F-B531-41AB-81C5-5C8568CF7E8A}">
      <dgm:prSet/>
      <dgm:spPr/>
      <dgm:t>
        <a:bodyPr/>
        <a:lstStyle/>
        <a:p>
          <a:endParaRPr lang="en-US"/>
        </a:p>
      </dgm:t>
    </dgm:pt>
    <dgm:pt modelId="{861AF182-76F5-41E6-9858-CADA63344D6B}">
      <dgm:prSet/>
      <dgm:spPr/>
      <dgm:t>
        <a:bodyPr/>
        <a:lstStyle/>
        <a:p>
          <a:r>
            <a:rPr lang="it-IT" noProof="0" dirty="0" err="1"/>
            <a:t>acceptance</a:t>
          </a:r>
          <a:r>
            <a:rPr lang="it-IT" noProof="0" dirty="0"/>
            <a:t> </a:t>
          </a:r>
          <a:r>
            <a:rPr lang="it-IT" noProof="0" dirty="0" err="1"/>
            <a:t>criteria</a:t>
          </a:r>
          <a:r>
            <a:rPr lang="it-IT" noProof="0" dirty="0"/>
            <a:t>: the game </a:t>
          </a:r>
          <a:r>
            <a:rPr lang="it-IT" noProof="0" dirty="0" err="1"/>
            <a:t>calculates</a:t>
          </a:r>
          <a:r>
            <a:rPr lang="it-IT" noProof="0" dirty="0"/>
            <a:t> </a:t>
          </a:r>
          <a:r>
            <a:rPr lang="it-IT" noProof="0" dirty="0" err="1"/>
            <a:t>correctly</a:t>
          </a:r>
          <a:r>
            <a:rPr lang="it-IT" noProof="0" dirty="0"/>
            <a:t> the new </a:t>
          </a:r>
          <a:r>
            <a:rPr lang="it-IT" noProof="0" dirty="0" err="1"/>
            <a:t>combat</a:t>
          </a:r>
          <a:r>
            <a:rPr lang="it-IT" noProof="0" dirty="0"/>
            <a:t> state and the game </a:t>
          </a:r>
          <a:r>
            <a:rPr lang="it-IT" noProof="0" dirty="0" err="1"/>
            <a:t>properly</a:t>
          </a:r>
          <a:r>
            <a:rPr lang="it-IT" noProof="0" dirty="0"/>
            <a:t> shows the new </a:t>
          </a:r>
          <a:r>
            <a:rPr lang="it-IT" noProof="0" dirty="0" err="1"/>
            <a:t>combat</a:t>
          </a:r>
          <a:r>
            <a:rPr lang="it-IT" noProof="0" dirty="0"/>
            <a:t> state.</a:t>
          </a:r>
        </a:p>
      </dgm:t>
    </dgm:pt>
    <dgm:pt modelId="{02DDF6C7-4947-4882-BC95-723AE54C19A5}" type="parTrans" cxnId="{84F42311-8B10-4168-8F7C-F722DDE267B6}">
      <dgm:prSet/>
      <dgm:spPr/>
      <dgm:t>
        <a:bodyPr/>
        <a:lstStyle/>
        <a:p>
          <a:endParaRPr lang="en-US"/>
        </a:p>
      </dgm:t>
    </dgm:pt>
    <dgm:pt modelId="{2A1BCF91-0FCE-41FB-B7DC-F32D35B6AC13}" type="sibTrans" cxnId="{84F42311-8B10-4168-8F7C-F722DDE267B6}">
      <dgm:prSet/>
      <dgm:spPr/>
      <dgm:t>
        <a:bodyPr/>
        <a:lstStyle/>
        <a:p>
          <a:endParaRPr lang="en-US"/>
        </a:p>
      </dgm:t>
    </dgm:pt>
    <dgm:pt modelId="{04C5CFC9-B786-413B-85F4-B0FFE3CBBFF8}">
      <dgm:prSet/>
      <dgm:spPr/>
      <dgm:t>
        <a:bodyPr/>
        <a:lstStyle/>
        <a:p>
          <a:r>
            <a:rPr lang="it-IT" noProof="0" dirty="0"/>
            <a:t>Pattern usati: Strategy + Observer</a:t>
          </a:r>
        </a:p>
      </dgm:t>
    </dgm:pt>
    <dgm:pt modelId="{48B22093-FA1A-4141-A147-4320BA2A98A9}" type="parTrans" cxnId="{F675894A-F67F-4832-A2A5-0913CABC0D60}">
      <dgm:prSet/>
      <dgm:spPr/>
      <dgm:t>
        <a:bodyPr/>
        <a:lstStyle/>
        <a:p>
          <a:endParaRPr lang="en-US"/>
        </a:p>
      </dgm:t>
    </dgm:pt>
    <dgm:pt modelId="{ACC293A6-6D0C-443E-A418-356F348CEF4E}" type="sibTrans" cxnId="{F675894A-F67F-4832-A2A5-0913CABC0D60}">
      <dgm:prSet/>
      <dgm:spPr/>
      <dgm:t>
        <a:bodyPr/>
        <a:lstStyle/>
        <a:p>
          <a:endParaRPr lang="en-US"/>
        </a:p>
      </dgm:t>
    </dgm:pt>
    <dgm:pt modelId="{47437ED0-910B-438B-BAC2-AF76386BA279}" type="pres">
      <dgm:prSet presAssocID="{C141496C-6070-4B39-B1BA-CCC2914012FD}" presName="root" presStyleCnt="0">
        <dgm:presLayoutVars>
          <dgm:dir/>
          <dgm:resizeHandles val="exact"/>
        </dgm:presLayoutVars>
      </dgm:prSet>
      <dgm:spPr/>
    </dgm:pt>
    <dgm:pt modelId="{5FA481EE-C2CA-41A6-A7BF-B0938234527C}" type="pres">
      <dgm:prSet presAssocID="{BA75A9A0-974A-4C31-BD95-718EB9CE8633}" presName="compNode" presStyleCnt="0"/>
      <dgm:spPr/>
    </dgm:pt>
    <dgm:pt modelId="{C7081AF7-A197-41A7-B19C-436F0D878782}" type="pres">
      <dgm:prSet presAssocID="{BA75A9A0-974A-4C31-BD95-718EB9CE8633}" presName="bgRect" presStyleLbl="bgShp" presStyleIdx="0" presStyleCnt="3"/>
      <dgm:spPr/>
    </dgm:pt>
    <dgm:pt modelId="{284568B2-C461-40B2-9EA7-C0F2FAFA5D5E}" type="pres">
      <dgm:prSet presAssocID="{BA75A9A0-974A-4C31-BD95-718EB9CE863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sso"/>
        </a:ext>
      </dgm:extLst>
    </dgm:pt>
    <dgm:pt modelId="{A34E99B0-62E4-41EB-B094-F5AD339A1873}" type="pres">
      <dgm:prSet presAssocID="{BA75A9A0-974A-4C31-BD95-718EB9CE8633}" presName="spaceRect" presStyleCnt="0"/>
      <dgm:spPr/>
    </dgm:pt>
    <dgm:pt modelId="{17149514-D71D-4926-B777-F1967F3188FD}" type="pres">
      <dgm:prSet presAssocID="{BA75A9A0-974A-4C31-BD95-718EB9CE8633}" presName="parTx" presStyleLbl="revTx" presStyleIdx="0" presStyleCnt="3">
        <dgm:presLayoutVars>
          <dgm:chMax val="0"/>
          <dgm:chPref val="0"/>
        </dgm:presLayoutVars>
      </dgm:prSet>
      <dgm:spPr/>
    </dgm:pt>
    <dgm:pt modelId="{7EC19184-6AF0-46B1-88C6-1ACD368B44A2}" type="pres">
      <dgm:prSet presAssocID="{D474F973-54A7-4DFB-AD0F-5BD12ECCA418}" presName="sibTrans" presStyleCnt="0"/>
      <dgm:spPr/>
    </dgm:pt>
    <dgm:pt modelId="{913F3BF0-D927-4850-B972-B818DAB72659}" type="pres">
      <dgm:prSet presAssocID="{861AF182-76F5-41E6-9858-CADA63344D6B}" presName="compNode" presStyleCnt="0"/>
      <dgm:spPr/>
    </dgm:pt>
    <dgm:pt modelId="{CE2F0C63-82EE-4C0D-8EF5-DE3C704A19E7}" type="pres">
      <dgm:prSet presAssocID="{861AF182-76F5-41E6-9858-CADA63344D6B}" presName="bgRect" presStyleLbl="bgShp" presStyleIdx="1" presStyleCnt="3"/>
      <dgm:spPr/>
    </dgm:pt>
    <dgm:pt modelId="{90CF5238-7E8B-4038-9ACF-C3CFBCA66B21}" type="pres">
      <dgm:prSet presAssocID="{861AF182-76F5-41E6-9858-CADA63344D6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9CA4F184-76A6-4A4C-8C5A-5C4FC9EA6A78}" type="pres">
      <dgm:prSet presAssocID="{861AF182-76F5-41E6-9858-CADA63344D6B}" presName="spaceRect" presStyleCnt="0"/>
      <dgm:spPr/>
    </dgm:pt>
    <dgm:pt modelId="{3D79A2C3-9C32-4CBB-8FC1-3D1BE7FE750F}" type="pres">
      <dgm:prSet presAssocID="{861AF182-76F5-41E6-9858-CADA63344D6B}" presName="parTx" presStyleLbl="revTx" presStyleIdx="1" presStyleCnt="3">
        <dgm:presLayoutVars>
          <dgm:chMax val="0"/>
          <dgm:chPref val="0"/>
        </dgm:presLayoutVars>
      </dgm:prSet>
      <dgm:spPr/>
    </dgm:pt>
    <dgm:pt modelId="{A64A1C6C-2281-49A3-B104-B5D9AB0E7374}" type="pres">
      <dgm:prSet presAssocID="{2A1BCF91-0FCE-41FB-B7DC-F32D35B6AC13}" presName="sibTrans" presStyleCnt="0"/>
      <dgm:spPr/>
    </dgm:pt>
    <dgm:pt modelId="{632160B2-27B7-4D2C-AD4D-8F8147A09AB4}" type="pres">
      <dgm:prSet presAssocID="{04C5CFC9-B786-413B-85F4-B0FFE3CBBFF8}" presName="compNode" presStyleCnt="0"/>
      <dgm:spPr/>
    </dgm:pt>
    <dgm:pt modelId="{67FD8F6C-A64C-4C0E-8E97-1895CE3E8C3E}" type="pres">
      <dgm:prSet presAssocID="{04C5CFC9-B786-413B-85F4-B0FFE3CBBFF8}" presName="bgRect" presStyleLbl="bgShp" presStyleIdx="2" presStyleCnt="3"/>
      <dgm:spPr/>
    </dgm:pt>
    <dgm:pt modelId="{18E24EC2-2B34-477E-BE00-3A882924C755}" type="pres">
      <dgm:prSet presAssocID="{04C5CFC9-B786-413B-85F4-B0FFE3CBBFF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la"/>
        </a:ext>
      </dgm:extLst>
    </dgm:pt>
    <dgm:pt modelId="{B1B20DD0-973F-4BE7-9C75-B90399A50DD0}" type="pres">
      <dgm:prSet presAssocID="{04C5CFC9-B786-413B-85F4-B0FFE3CBBFF8}" presName="spaceRect" presStyleCnt="0"/>
      <dgm:spPr/>
    </dgm:pt>
    <dgm:pt modelId="{8A5B3CEA-E3CF-4F86-B4DF-B3280E1D36C4}" type="pres">
      <dgm:prSet presAssocID="{04C5CFC9-B786-413B-85F4-B0FFE3CBBFF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4F42311-8B10-4168-8F7C-F722DDE267B6}" srcId="{C141496C-6070-4B39-B1BA-CCC2914012FD}" destId="{861AF182-76F5-41E6-9858-CADA63344D6B}" srcOrd="1" destOrd="0" parTransId="{02DDF6C7-4947-4882-BC95-723AE54C19A5}" sibTransId="{2A1BCF91-0FCE-41FB-B7DC-F32D35B6AC13}"/>
    <dgm:cxn modelId="{B1061525-8961-4E18-ABA1-D064DD4DE0A6}" type="presOf" srcId="{BA75A9A0-974A-4C31-BD95-718EB9CE8633}" destId="{17149514-D71D-4926-B777-F1967F3188FD}" srcOrd="0" destOrd="0" presId="urn:microsoft.com/office/officeart/2018/2/layout/IconVerticalSolidList"/>
    <dgm:cxn modelId="{F675894A-F67F-4832-A2A5-0913CABC0D60}" srcId="{C141496C-6070-4B39-B1BA-CCC2914012FD}" destId="{04C5CFC9-B786-413B-85F4-B0FFE3CBBFF8}" srcOrd="2" destOrd="0" parTransId="{48B22093-FA1A-4141-A147-4320BA2A98A9}" sibTransId="{ACC293A6-6D0C-443E-A418-356F348CEF4E}"/>
    <dgm:cxn modelId="{4294A16C-2B76-4268-8DB1-89C816458566}" type="presOf" srcId="{861AF182-76F5-41E6-9858-CADA63344D6B}" destId="{3D79A2C3-9C32-4CBB-8FC1-3D1BE7FE750F}" srcOrd="0" destOrd="0" presId="urn:microsoft.com/office/officeart/2018/2/layout/IconVerticalSolidList"/>
    <dgm:cxn modelId="{0F314D72-C53C-47C6-A8DB-609FDB0F0FD2}" type="presOf" srcId="{04C5CFC9-B786-413B-85F4-B0FFE3CBBFF8}" destId="{8A5B3CEA-E3CF-4F86-B4DF-B3280E1D36C4}" srcOrd="0" destOrd="0" presId="urn:microsoft.com/office/officeart/2018/2/layout/IconVerticalSolidList"/>
    <dgm:cxn modelId="{A896547F-B531-41AB-81C5-5C8568CF7E8A}" srcId="{C141496C-6070-4B39-B1BA-CCC2914012FD}" destId="{BA75A9A0-974A-4C31-BD95-718EB9CE8633}" srcOrd="0" destOrd="0" parTransId="{A30DF443-37AA-4D82-90E0-9DF5F3007E16}" sibTransId="{D474F973-54A7-4DFB-AD0F-5BD12ECCA418}"/>
    <dgm:cxn modelId="{6CEED9FE-1371-48F5-8B31-A18136B21146}" type="presOf" srcId="{C141496C-6070-4B39-B1BA-CCC2914012FD}" destId="{47437ED0-910B-438B-BAC2-AF76386BA279}" srcOrd="0" destOrd="0" presId="urn:microsoft.com/office/officeart/2018/2/layout/IconVerticalSolidList"/>
    <dgm:cxn modelId="{9940B3B3-BED2-433B-AD10-253B271F1032}" type="presParOf" srcId="{47437ED0-910B-438B-BAC2-AF76386BA279}" destId="{5FA481EE-C2CA-41A6-A7BF-B0938234527C}" srcOrd="0" destOrd="0" presId="urn:microsoft.com/office/officeart/2018/2/layout/IconVerticalSolidList"/>
    <dgm:cxn modelId="{89437571-6016-4207-BFCE-79825EFFD594}" type="presParOf" srcId="{5FA481EE-C2CA-41A6-A7BF-B0938234527C}" destId="{C7081AF7-A197-41A7-B19C-436F0D878782}" srcOrd="0" destOrd="0" presId="urn:microsoft.com/office/officeart/2018/2/layout/IconVerticalSolidList"/>
    <dgm:cxn modelId="{A7BE9402-5276-4755-9094-326493BFB472}" type="presParOf" srcId="{5FA481EE-C2CA-41A6-A7BF-B0938234527C}" destId="{284568B2-C461-40B2-9EA7-C0F2FAFA5D5E}" srcOrd="1" destOrd="0" presId="urn:microsoft.com/office/officeart/2018/2/layout/IconVerticalSolidList"/>
    <dgm:cxn modelId="{0CD32575-CD1A-47BE-A60F-F8938650CAA9}" type="presParOf" srcId="{5FA481EE-C2CA-41A6-A7BF-B0938234527C}" destId="{A34E99B0-62E4-41EB-B094-F5AD339A1873}" srcOrd="2" destOrd="0" presId="urn:microsoft.com/office/officeart/2018/2/layout/IconVerticalSolidList"/>
    <dgm:cxn modelId="{AAF31CBF-3C49-4BC2-8460-31230B4A7935}" type="presParOf" srcId="{5FA481EE-C2CA-41A6-A7BF-B0938234527C}" destId="{17149514-D71D-4926-B777-F1967F3188FD}" srcOrd="3" destOrd="0" presId="urn:microsoft.com/office/officeart/2018/2/layout/IconVerticalSolidList"/>
    <dgm:cxn modelId="{FB2E8623-5E5E-4A9A-975D-FB9FFFB89C40}" type="presParOf" srcId="{47437ED0-910B-438B-BAC2-AF76386BA279}" destId="{7EC19184-6AF0-46B1-88C6-1ACD368B44A2}" srcOrd="1" destOrd="0" presId="urn:microsoft.com/office/officeart/2018/2/layout/IconVerticalSolidList"/>
    <dgm:cxn modelId="{A6EC39D5-4EAF-41D4-BA32-02EF14B71D4E}" type="presParOf" srcId="{47437ED0-910B-438B-BAC2-AF76386BA279}" destId="{913F3BF0-D927-4850-B972-B818DAB72659}" srcOrd="2" destOrd="0" presId="urn:microsoft.com/office/officeart/2018/2/layout/IconVerticalSolidList"/>
    <dgm:cxn modelId="{A107F79A-21E5-4AEB-B5EA-1427420D9982}" type="presParOf" srcId="{913F3BF0-D927-4850-B972-B818DAB72659}" destId="{CE2F0C63-82EE-4C0D-8EF5-DE3C704A19E7}" srcOrd="0" destOrd="0" presId="urn:microsoft.com/office/officeart/2018/2/layout/IconVerticalSolidList"/>
    <dgm:cxn modelId="{6141AA57-7ED7-426C-ABCA-06FDCD85C799}" type="presParOf" srcId="{913F3BF0-D927-4850-B972-B818DAB72659}" destId="{90CF5238-7E8B-4038-9ACF-C3CFBCA66B21}" srcOrd="1" destOrd="0" presId="urn:microsoft.com/office/officeart/2018/2/layout/IconVerticalSolidList"/>
    <dgm:cxn modelId="{3CEC8B03-CF8F-4037-8DCB-0A9A4441F7E2}" type="presParOf" srcId="{913F3BF0-D927-4850-B972-B818DAB72659}" destId="{9CA4F184-76A6-4A4C-8C5A-5C4FC9EA6A78}" srcOrd="2" destOrd="0" presId="urn:microsoft.com/office/officeart/2018/2/layout/IconVerticalSolidList"/>
    <dgm:cxn modelId="{32485AC0-0F32-41CC-9418-A10D50E47FE2}" type="presParOf" srcId="{913F3BF0-D927-4850-B972-B818DAB72659}" destId="{3D79A2C3-9C32-4CBB-8FC1-3D1BE7FE750F}" srcOrd="3" destOrd="0" presId="urn:microsoft.com/office/officeart/2018/2/layout/IconVerticalSolidList"/>
    <dgm:cxn modelId="{F5AF9E1A-428C-4596-B0A5-FA426D8A55D3}" type="presParOf" srcId="{47437ED0-910B-438B-BAC2-AF76386BA279}" destId="{A64A1C6C-2281-49A3-B104-B5D9AB0E7374}" srcOrd="3" destOrd="0" presId="urn:microsoft.com/office/officeart/2018/2/layout/IconVerticalSolidList"/>
    <dgm:cxn modelId="{E8FCBF01-ABEC-4086-B6D9-FD1D53AF2A19}" type="presParOf" srcId="{47437ED0-910B-438B-BAC2-AF76386BA279}" destId="{632160B2-27B7-4D2C-AD4D-8F8147A09AB4}" srcOrd="4" destOrd="0" presId="urn:microsoft.com/office/officeart/2018/2/layout/IconVerticalSolidList"/>
    <dgm:cxn modelId="{3CF2D168-77AB-44E7-9081-E739C3DBD46B}" type="presParOf" srcId="{632160B2-27B7-4D2C-AD4D-8F8147A09AB4}" destId="{67FD8F6C-A64C-4C0E-8E97-1895CE3E8C3E}" srcOrd="0" destOrd="0" presId="urn:microsoft.com/office/officeart/2018/2/layout/IconVerticalSolidList"/>
    <dgm:cxn modelId="{D0D9019F-EA65-433A-B871-F815B6923A1B}" type="presParOf" srcId="{632160B2-27B7-4D2C-AD4D-8F8147A09AB4}" destId="{18E24EC2-2B34-477E-BE00-3A882924C755}" srcOrd="1" destOrd="0" presId="urn:microsoft.com/office/officeart/2018/2/layout/IconVerticalSolidList"/>
    <dgm:cxn modelId="{C91BD52E-6EB4-4C6E-B912-2ECCAA155E57}" type="presParOf" srcId="{632160B2-27B7-4D2C-AD4D-8F8147A09AB4}" destId="{B1B20DD0-973F-4BE7-9C75-B90399A50DD0}" srcOrd="2" destOrd="0" presId="urn:microsoft.com/office/officeart/2018/2/layout/IconVerticalSolidList"/>
    <dgm:cxn modelId="{9A2DBA13-DB14-4192-9690-45CE27A5A709}" type="presParOf" srcId="{632160B2-27B7-4D2C-AD4D-8F8147A09AB4}" destId="{8A5B3CEA-E3CF-4F86-B4DF-B3280E1D36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BFF63F-7C84-4505-A021-EE3B28DAFE1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FF761DA-D7FA-4DAB-A02B-303ABEA4E993}">
      <dgm:prSet/>
      <dgm:spPr/>
      <dgm:t>
        <a:bodyPr/>
        <a:lstStyle/>
        <a:p>
          <a:pPr>
            <a:defRPr cap="all"/>
          </a:pPr>
          <a:r>
            <a:rPr lang="it-IT" noProof="0" dirty="0" err="1"/>
            <a:t>As</a:t>
          </a:r>
          <a:r>
            <a:rPr lang="it-IT" noProof="0" dirty="0"/>
            <a:t> a player, I </a:t>
          </a:r>
          <a:r>
            <a:rPr lang="it-IT" noProof="0" dirty="0" err="1"/>
            <a:t>want</a:t>
          </a:r>
          <a:r>
            <a:rPr lang="it-IT" noProof="0" dirty="0"/>
            <a:t> </a:t>
          </a:r>
          <a:r>
            <a:rPr lang="it-IT" noProof="0" dirty="0" err="1"/>
            <a:t>battles</a:t>
          </a:r>
          <a:r>
            <a:rPr lang="it-IT" noProof="0" dirty="0"/>
            <a:t> to </a:t>
          </a:r>
          <a:r>
            <a:rPr lang="it-IT" noProof="0" dirty="0" err="1"/>
            <a:t>proceed</a:t>
          </a:r>
          <a:r>
            <a:rPr lang="it-IT" noProof="0" dirty="0"/>
            <a:t> in </a:t>
          </a:r>
          <a:r>
            <a:rPr lang="it-IT" noProof="0" dirty="0" err="1"/>
            <a:t>alternating</a:t>
          </a:r>
          <a:r>
            <a:rPr lang="it-IT" noProof="0" dirty="0"/>
            <a:t> turns </a:t>
          </a:r>
          <a:r>
            <a:rPr lang="it-IT" noProof="0" dirty="0" err="1"/>
            <a:t>until</a:t>
          </a:r>
          <a:r>
            <a:rPr lang="it-IT" noProof="0" dirty="0"/>
            <a:t> one side </a:t>
          </a:r>
          <a:r>
            <a:rPr lang="it-IT" noProof="0" dirty="0" err="1"/>
            <a:t>is</a:t>
          </a:r>
          <a:r>
            <a:rPr lang="it-IT" noProof="0" dirty="0"/>
            <a:t> </a:t>
          </a:r>
          <a:r>
            <a:rPr lang="it-IT" noProof="0" dirty="0" err="1"/>
            <a:t>defeated</a:t>
          </a:r>
          <a:r>
            <a:rPr lang="it-IT" noProof="0" dirty="0"/>
            <a:t> so </a:t>
          </a:r>
          <a:r>
            <a:rPr lang="it-IT" noProof="0" dirty="0" err="1"/>
            <a:t>that</a:t>
          </a:r>
          <a:r>
            <a:rPr lang="it-IT" noProof="0" dirty="0"/>
            <a:t> the </a:t>
          </a:r>
          <a:r>
            <a:rPr lang="it-IT" noProof="0" dirty="0" err="1"/>
            <a:t>fight</a:t>
          </a:r>
          <a:r>
            <a:rPr lang="it-IT" noProof="0" dirty="0"/>
            <a:t> </a:t>
          </a:r>
          <a:r>
            <a:rPr lang="it-IT" noProof="0" dirty="0" err="1"/>
            <a:t>resolves</a:t>
          </a:r>
          <a:r>
            <a:rPr lang="it-IT" noProof="0" dirty="0"/>
            <a:t> </a:t>
          </a:r>
          <a:r>
            <a:rPr lang="it-IT" noProof="0" dirty="0" err="1"/>
            <a:t>fairly</a:t>
          </a:r>
          <a:r>
            <a:rPr lang="it-IT" noProof="0" dirty="0"/>
            <a:t>.</a:t>
          </a:r>
        </a:p>
      </dgm:t>
    </dgm:pt>
    <dgm:pt modelId="{6CE26B85-45F0-481C-8797-81A58325CE54}" type="parTrans" cxnId="{501EED65-0BCB-48CC-803F-DAB81A13B95F}">
      <dgm:prSet/>
      <dgm:spPr/>
      <dgm:t>
        <a:bodyPr/>
        <a:lstStyle/>
        <a:p>
          <a:endParaRPr lang="en-US"/>
        </a:p>
      </dgm:t>
    </dgm:pt>
    <dgm:pt modelId="{87AF4ED9-619F-4B6E-B3BA-5F395E82425F}" type="sibTrans" cxnId="{501EED65-0BCB-48CC-803F-DAB81A13B95F}">
      <dgm:prSet/>
      <dgm:spPr/>
      <dgm:t>
        <a:bodyPr/>
        <a:lstStyle/>
        <a:p>
          <a:endParaRPr lang="en-US"/>
        </a:p>
      </dgm:t>
    </dgm:pt>
    <dgm:pt modelId="{18EDF589-D623-4A72-91F5-6B0990C1761F}">
      <dgm:prSet/>
      <dgm:spPr/>
      <dgm:t>
        <a:bodyPr/>
        <a:lstStyle/>
        <a:p>
          <a:pPr>
            <a:defRPr cap="all"/>
          </a:pPr>
          <a:r>
            <a:rPr lang="it-IT" b="1" noProof="0" dirty="0" err="1"/>
            <a:t>acceptance</a:t>
          </a:r>
          <a:r>
            <a:rPr lang="it-IT" b="1" noProof="0" dirty="0"/>
            <a:t> </a:t>
          </a:r>
          <a:r>
            <a:rPr lang="it-IT" b="1" noProof="0" dirty="0" err="1"/>
            <a:t>criteria</a:t>
          </a:r>
          <a:r>
            <a:rPr lang="it-IT" noProof="0" dirty="0"/>
            <a:t>: turns alternate </a:t>
          </a:r>
          <a:r>
            <a:rPr lang="it-IT" noProof="0" dirty="0" err="1"/>
            <a:t>between</a:t>
          </a:r>
          <a:r>
            <a:rPr lang="it-IT" noProof="0" dirty="0"/>
            <a:t> player and </a:t>
          </a:r>
          <a:r>
            <a:rPr lang="it-IT" noProof="0" dirty="0" err="1"/>
            <a:t>enemy</a:t>
          </a:r>
          <a:r>
            <a:rPr lang="it-IT" noProof="0" dirty="0"/>
            <a:t> and </a:t>
          </a:r>
          <a:r>
            <a:rPr lang="it-IT" noProof="0" dirty="0" err="1"/>
            <a:t>rewards</a:t>
          </a:r>
          <a:r>
            <a:rPr lang="it-IT" noProof="0" dirty="0"/>
            <a:t> (XP, items) are </a:t>
          </a:r>
          <a:r>
            <a:rPr lang="it-IT" noProof="0" dirty="0" err="1"/>
            <a:t>assigned</a:t>
          </a:r>
          <a:r>
            <a:rPr lang="it-IT" noProof="0" dirty="0"/>
            <a:t> after </a:t>
          </a:r>
          <a:r>
            <a:rPr lang="it-IT" noProof="0" dirty="0" err="1"/>
            <a:t>victory</a:t>
          </a:r>
          <a:r>
            <a:rPr lang="it-IT" noProof="0" dirty="0"/>
            <a:t>.</a:t>
          </a:r>
        </a:p>
      </dgm:t>
    </dgm:pt>
    <dgm:pt modelId="{581C4259-2449-4D83-BFF9-8A0085FE4DC7}" type="parTrans" cxnId="{4ED85095-F6A0-4E52-8C6E-49773C0D9DAC}">
      <dgm:prSet/>
      <dgm:spPr/>
      <dgm:t>
        <a:bodyPr/>
        <a:lstStyle/>
        <a:p>
          <a:endParaRPr lang="en-US"/>
        </a:p>
      </dgm:t>
    </dgm:pt>
    <dgm:pt modelId="{715F5281-5C72-415E-8334-16E43BB5CB69}" type="sibTrans" cxnId="{4ED85095-F6A0-4E52-8C6E-49773C0D9DAC}">
      <dgm:prSet/>
      <dgm:spPr/>
      <dgm:t>
        <a:bodyPr/>
        <a:lstStyle/>
        <a:p>
          <a:endParaRPr lang="en-US"/>
        </a:p>
      </dgm:t>
    </dgm:pt>
    <dgm:pt modelId="{AFD65DAA-4C10-4284-B7C8-C2AF6C1EA407}">
      <dgm:prSet/>
      <dgm:spPr/>
      <dgm:t>
        <a:bodyPr/>
        <a:lstStyle/>
        <a:p>
          <a:pPr>
            <a:defRPr cap="all"/>
          </a:pPr>
          <a:r>
            <a:rPr lang="it-IT" noProof="0" dirty="0"/>
            <a:t>Pattern usati: </a:t>
          </a:r>
          <a:r>
            <a:rPr lang="it-IT" b="1" noProof="0" dirty="0"/>
            <a:t>Strategy + Iterator</a:t>
          </a:r>
          <a:endParaRPr lang="it-IT" noProof="0" dirty="0"/>
        </a:p>
      </dgm:t>
    </dgm:pt>
    <dgm:pt modelId="{F575EC41-5476-423C-BB56-569B07BAD25B}" type="parTrans" cxnId="{72F71E15-00B5-48A3-ACE6-A59B899BD4DF}">
      <dgm:prSet/>
      <dgm:spPr/>
      <dgm:t>
        <a:bodyPr/>
        <a:lstStyle/>
        <a:p>
          <a:endParaRPr lang="en-US"/>
        </a:p>
      </dgm:t>
    </dgm:pt>
    <dgm:pt modelId="{E0FE6F64-0A79-4092-83AD-B3EAA1DCE116}" type="sibTrans" cxnId="{72F71E15-00B5-48A3-ACE6-A59B899BD4DF}">
      <dgm:prSet/>
      <dgm:spPr/>
      <dgm:t>
        <a:bodyPr/>
        <a:lstStyle/>
        <a:p>
          <a:endParaRPr lang="en-US"/>
        </a:p>
      </dgm:t>
    </dgm:pt>
    <dgm:pt modelId="{00043120-665A-4C73-88C9-D90EA087CD51}" type="pres">
      <dgm:prSet presAssocID="{ADBFF63F-7C84-4505-A021-EE3B28DAFE1D}" presName="root" presStyleCnt="0">
        <dgm:presLayoutVars>
          <dgm:dir/>
          <dgm:resizeHandles val="exact"/>
        </dgm:presLayoutVars>
      </dgm:prSet>
      <dgm:spPr/>
    </dgm:pt>
    <dgm:pt modelId="{401919E9-1657-418F-BE16-D4872DA694D7}" type="pres">
      <dgm:prSet presAssocID="{FFF761DA-D7FA-4DAB-A02B-303ABEA4E993}" presName="compNode" presStyleCnt="0"/>
      <dgm:spPr/>
    </dgm:pt>
    <dgm:pt modelId="{356E476B-9AC3-46EC-B987-EFA0994028D9}" type="pres">
      <dgm:prSet presAssocID="{FFF761DA-D7FA-4DAB-A02B-303ABEA4E993}" presName="iconBgRect" presStyleLbl="bgShp" presStyleIdx="0" presStyleCnt="3"/>
      <dgm:spPr/>
    </dgm:pt>
    <dgm:pt modelId="{85B16EA9-1E62-4A54-96D1-CB16CCEA359A}" type="pres">
      <dgm:prSet presAssocID="{FFF761DA-D7FA-4DAB-A02B-303ABEA4E9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ADD262D8-83FE-4F2D-8D7A-C08DFEB6601D}" type="pres">
      <dgm:prSet presAssocID="{FFF761DA-D7FA-4DAB-A02B-303ABEA4E993}" presName="spaceRect" presStyleCnt="0"/>
      <dgm:spPr/>
    </dgm:pt>
    <dgm:pt modelId="{26AC2F51-398E-436E-AEB4-5C72E0700AF9}" type="pres">
      <dgm:prSet presAssocID="{FFF761DA-D7FA-4DAB-A02B-303ABEA4E993}" presName="textRect" presStyleLbl="revTx" presStyleIdx="0" presStyleCnt="3">
        <dgm:presLayoutVars>
          <dgm:chMax val="1"/>
          <dgm:chPref val="1"/>
        </dgm:presLayoutVars>
      </dgm:prSet>
      <dgm:spPr/>
    </dgm:pt>
    <dgm:pt modelId="{02B6E251-369D-4601-95A5-876858EAA42D}" type="pres">
      <dgm:prSet presAssocID="{87AF4ED9-619F-4B6E-B3BA-5F395E82425F}" presName="sibTrans" presStyleCnt="0"/>
      <dgm:spPr/>
    </dgm:pt>
    <dgm:pt modelId="{8A022261-897A-434D-8856-21EAE11711E6}" type="pres">
      <dgm:prSet presAssocID="{18EDF589-D623-4A72-91F5-6B0990C1761F}" presName="compNode" presStyleCnt="0"/>
      <dgm:spPr/>
    </dgm:pt>
    <dgm:pt modelId="{B551DDE2-36F6-4E52-A995-5C2E2B3AF5A1}" type="pres">
      <dgm:prSet presAssocID="{18EDF589-D623-4A72-91F5-6B0990C1761F}" presName="iconBgRect" presStyleLbl="bgShp" presStyleIdx="1" presStyleCnt="3"/>
      <dgm:spPr/>
    </dgm:pt>
    <dgm:pt modelId="{1567FC72-C6CF-477E-82FB-9B3E2650AF9B}" type="pres">
      <dgm:prSet presAssocID="{18EDF589-D623-4A72-91F5-6B0990C176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E0132E2F-3119-4D50-AAFC-E11E4B641DB6}" type="pres">
      <dgm:prSet presAssocID="{18EDF589-D623-4A72-91F5-6B0990C1761F}" presName="spaceRect" presStyleCnt="0"/>
      <dgm:spPr/>
    </dgm:pt>
    <dgm:pt modelId="{A6775DB0-C2D6-4E79-8BCC-C8414B2A544C}" type="pres">
      <dgm:prSet presAssocID="{18EDF589-D623-4A72-91F5-6B0990C1761F}" presName="textRect" presStyleLbl="revTx" presStyleIdx="1" presStyleCnt="3">
        <dgm:presLayoutVars>
          <dgm:chMax val="1"/>
          <dgm:chPref val="1"/>
        </dgm:presLayoutVars>
      </dgm:prSet>
      <dgm:spPr/>
    </dgm:pt>
    <dgm:pt modelId="{DA3CCE07-364D-4A63-8E29-4D71E96F0F5B}" type="pres">
      <dgm:prSet presAssocID="{715F5281-5C72-415E-8334-16E43BB5CB69}" presName="sibTrans" presStyleCnt="0"/>
      <dgm:spPr/>
    </dgm:pt>
    <dgm:pt modelId="{7DFA4E4A-E9C1-423B-9176-2711BF55C5BD}" type="pres">
      <dgm:prSet presAssocID="{AFD65DAA-4C10-4284-B7C8-C2AF6C1EA407}" presName="compNode" presStyleCnt="0"/>
      <dgm:spPr/>
    </dgm:pt>
    <dgm:pt modelId="{88D1FFE0-7DA1-4FB1-AD09-865603B879B2}" type="pres">
      <dgm:prSet presAssocID="{AFD65DAA-4C10-4284-B7C8-C2AF6C1EA407}" presName="iconBgRect" presStyleLbl="bgShp" presStyleIdx="2" presStyleCnt="3"/>
      <dgm:spPr/>
    </dgm:pt>
    <dgm:pt modelId="{5C3FD701-3B18-48BD-AD3E-5486877E2E86}" type="pres">
      <dgm:prSet presAssocID="{AFD65DAA-4C10-4284-B7C8-C2AF6C1EA4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rarchia"/>
        </a:ext>
      </dgm:extLst>
    </dgm:pt>
    <dgm:pt modelId="{13F3A759-99CC-4456-BF2E-C818B11E9C6E}" type="pres">
      <dgm:prSet presAssocID="{AFD65DAA-4C10-4284-B7C8-C2AF6C1EA407}" presName="spaceRect" presStyleCnt="0"/>
      <dgm:spPr/>
    </dgm:pt>
    <dgm:pt modelId="{4A1964A0-7A7F-42EA-A6FA-9449DA636E48}" type="pres">
      <dgm:prSet presAssocID="{AFD65DAA-4C10-4284-B7C8-C2AF6C1EA40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F71E15-00B5-48A3-ACE6-A59B899BD4DF}" srcId="{ADBFF63F-7C84-4505-A021-EE3B28DAFE1D}" destId="{AFD65DAA-4C10-4284-B7C8-C2AF6C1EA407}" srcOrd="2" destOrd="0" parTransId="{F575EC41-5476-423C-BB56-569B07BAD25B}" sibTransId="{E0FE6F64-0A79-4092-83AD-B3EAA1DCE116}"/>
    <dgm:cxn modelId="{B74E812C-EE00-4E3D-B068-8DCBCF75F1E4}" type="presOf" srcId="{AFD65DAA-4C10-4284-B7C8-C2AF6C1EA407}" destId="{4A1964A0-7A7F-42EA-A6FA-9449DA636E48}" srcOrd="0" destOrd="0" presId="urn:microsoft.com/office/officeart/2018/5/layout/IconCircleLabelList"/>
    <dgm:cxn modelId="{9B88665D-EEA1-4B3B-95F1-F4E103DFCBCA}" type="presOf" srcId="{ADBFF63F-7C84-4505-A021-EE3B28DAFE1D}" destId="{00043120-665A-4C73-88C9-D90EA087CD51}" srcOrd="0" destOrd="0" presId="urn:microsoft.com/office/officeart/2018/5/layout/IconCircleLabelList"/>
    <dgm:cxn modelId="{501EED65-0BCB-48CC-803F-DAB81A13B95F}" srcId="{ADBFF63F-7C84-4505-A021-EE3B28DAFE1D}" destId="{FFF761DA-D7FA-4DAB-A02B-303ABEA4E993}" srcOrd="0" destOrd="0" parTransId="{6CE26B85-45F0-481C-8797-81A58325CE54}" sibTransId="{87AF4ED9-619F-4B6E-B3BA-5F395E82425F}"/>
    <dgm:cxn modelId="{4AAAF780-FF27-4065-9435-2EF688987D36}" type="presOf" srcId="{18EDF589-D623-4A72-91F5-6B0990C1761F}" destId="{A6775DB0-C2D6-4E79-8BCC-C8414B2A544C}" srcOrd="0" destOrd="0" presId="urn:microsoft.com/office/officeart/2018/5/layout/IconCircleLabelList"/>
    <dgm:cxn modelId="{4ED85095-F6A0-4E52-8C6E-49773C0D9DAC}" srcId="{ADBFF63F-7C84-4505-A021-EE3B28DAFE1D}" destId="{18EDF589-D623-4A72-91F5-6B0990C1761F}" srcOrd="1" destOrd="0" parTransId="{581C4259-2449-4D83-BFF9-8A0085FE4DC7}" sibTransId="{715F5281-5C72-415E-8334-16E43BB5CB69}"/>
    <dgm:cxn modelId="{104B749E-DB62-41AF-BF8A-A8506CD7F843}" type="presOf" srcId="{FFF761DA-D7FA-4DAB-A02B-303ABEA4E993}" destId="{26AC2F51-398E-436E-AEB4-5C72E0700AF9}" srcOrd="0" destOrd="0" presId="urn:microsoft.com/office/officeart/2018/5/layout/IconCircleLabelList"/>
    <dgm:cxn modelId="{9EF89006-57CE-4FF8-90C3-FA1DAC7109A7}" type="presParOf" srcId="{00043120-665A-4C73-88C9-D90EA087CD51}" destId="{401919E9-1657-418F-BE16-D4872DA694D7}" srcOrd="0" destOrd="0" presId="urn:microsoft.com/office/officeart/2018/5/layout/IconCircleLabelList"/>
    <dgm:cxn modelId="{9B94D062-B970-4882-87EB-B25A2F6B60D6}" type="presParOf" srcId="{401919E9-1657-418F-BE16-D4872DA694D7}" destId="{356E476B-9AC3-46EC-B987-EFA0994028D9}" srcOrd="0" destOrd="0" presId="urn:microsoft.com/office/officeart/2018/5/layout/IconCircleLabelList"/>
    <dgm:cxn modelId="{AC253198-7E6D-41DC-B453-52EF480EA07C}" type="presParOf" srcId="{401919E9-1657-418F-BE16-D4872DA694D7}" destId="{85B16EA9-1E62-4A54-96D1-CB16CCEA359A}" srcOrd="1" destOrd="0" presId="urn:microsoft.com/office/officeart/2018/5/layout/IconCircleLabelList"/>
    <dgm:cxn modelId="{4D8EE7BA-95ED-4601-A0B6-9779FA173FA5}" type="presParOf" srcId="{401919E9-1657-418F-BE16-D4872DA694D7}" destId="{ADD262D8-83FE-4F2D-8D7A-C08DFEB6601D}" srcOrd="2" destOrd="0" presId="urn:microsoft.com/office/officeart/2018/5/layout/IconCircleLabelList"/>
    <dgm:cxn modelId="{172E1B4E-B2EB-4009-BE00-8C5FBD8B6B7E}" type="presParOf" srcId="{401919E9-1657-418F-BE16-D4872DA694D7}" destId="{26AC2F51-398E-436E-AEB4-5C72E0700AF9}" srcOrd="3" destOrd="0" presId="urn:microsoft.com/office/officeart/2018/5/layout/IconCircleLabelList"/>
    <dgm:cxn modelId="{107DC8BE-A4E0-4690-A769-CF8282E63CB0}" type="presParOf" srcId="{00043120-665A-4C73-88C9-D90EA087CD51}" destId="{02B6E251-369D-4601-95A5-876858EAA42D}" srcOrd="1" destOrd="0" presId="urn:microsoft.com/office/officeart/2018/5/layout/IconCircleLabelList"/>
    <dgm:cxn modelId="{44BEFCC1-1A02-4C6E-8586-5C948B7C7565}" type="presParOf" srcId="{00043120-665A-4C73-88C9-D90EA087CD51}" destId="{8A022261-897A-434D-8856-21EAE11711E6}" srcOrd="2" destOrd="0" presId="urn:microsoft.com/office/officeart/2018/5/layout/IconCircleLabelList"/>
    <dgm:cxn modelId="{B48A5276-83A2-4626-BFA4-F219C76D8590}" type="presParOf" srcId="{8A022261-897A-434D-8856-21EAE11711E6}" destId="{B551DDE2-36F6-4E52-A995-5C2E2B3AF5A1}" srcOrd="0" destOrd="0" presId="urn:microsoft.com/office/officeart/2018/5/layout/IconCircleLabelList"/>
    <dgm:cxn modelId="{B8B7B4FC-FC77-40DA-942B-913A083CA5D9}" type="presParOf" srcId="{8A022261-897A-434D-8856-21EAE11711E6}" destId="{1567FC72-C6CF-477E-82FB-9B3E2650AF9B}" srcOrd="1" destOrd="0" presId="urn:microsoft.com/office/officeart/2018/5/layout/IconCircleLabelList"/>
    <dgm:cxn modelId="{61186CE3-6DAE-4D01-AA67-FA7D2BF5DD28}" type="presParOf" srcId="{8A022261-897A-434D-8856-21EAE11711E6}" destId="{E0132E2F-3119-4D50-AAFC-E11E4B641DB6}" srcOrd="2" destOrd="0" presId="urn:microsoft.com/office/officeart/2018/5/layout/IconCircleLabelList"/>
    <dgm:cxn modelId="{DD59D6D1-5D16-4E9C-A558-66BD2F95A2A6}" type="presParOf" srcId="{8A022261-897A-434D-8856-21EAE11711E6}" destId="{A6775DB0-C2D6-4E79-8BCC-C8414B2A544C}" srcOrd="3" destOrd="0" presId="urn:microsoft.com/office/officeart/2018/5/layout/IconCircleLabelList"/>
    <dgm:cxn modelId="{9C67553E-3B31-4989-86A4-94FDE76FE28E}" type="presParOf" srcId="{00043120-665A-4C73-88C9-D90EA087CD51}" destId="{DA3CCE07-364D-4A63-8E29-4D71E96F0F5B}" srcOrd="3" destOrd="0" presId="urn:microsoft.com/office/officeart/2018/5/layout/IconCircleLabelList"/>
    <dgm:cxn modelId="{9C707AB2-0F98-4DD3-9C58-6DB07C84D19B}" type="presParOf" srcId="{00043120-665A-4C73-88C9-D90EA087CD51}" destId="{7DFA4E4A-E9C1-423B-9176-2711BF55C5BD}" srcOrd="4" destOrd="0" presId="urn:microsoft.com/office/officeart/2018/5/layout/IconCircleLabelList"/>
    <dgm:cxn modelId="{D4C0CA69-50C4-4A71-8B1C-0967CBABD985}" type="presParOf" srcId="{7DFA4E4A-E9C1-423B-9176-2711BF55C5BD}" destId="{88D1FFE0-7DA1-4FB1-AD09-865603B879B2}" srcOrd="0" destOrd="0" presId="urn:microsoft.com/office/officeart/2018/5/layout/IconCircleLabelList"/>
    <dgm:cxn modelId="{A3878CDD-4626-4A50-BD64-298692EE7443}" type="presParOf" srcId="{7DFA4E4A-E9C1-423B-9176-2711BF55C5BD}" destId="{5C3FD701-3B18-48BD-AD3E-5486877E2E86}" srcOrd="1" destOrd="0" presId="urn:microsoft.com/office/officeart/2018/5/layout/IconCircleLabelList"/>
    <dgm:cxn modelId="{8E327F22-8A81-469F-A2A2-2F002B17ABA4}" type="presParOf" srcId="{7DFA4E4A-E9C1-423B-9176-2711BF55C5BD}" destId="{13F3A759-99CC-4456-BF2E-C818B11E9C6E}" srcOrd="2" destOrd="0" presId="urn:microsoft.com/office/officeart/2018/5/layout/IconCircleLabelList"/>
    <dgm:cxn modelId="{89CAB0CC-F87C-41EA-B1F9-CFF80D227526}" type="presParOf" srcId="{7DFA4E4A-E9C1-423B-9176-2711BF55C5BD}" destId="{4A1964A0-7A7F-42EA-A6FA-9449DA636E4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BFF63F-7C84-4505-A021-EE3B28DAFE1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FF761DA-D7FA-4DAB-A02B-303ABEA4E993}">
      <dgm:prSet/>
      <dgm:spPr/>
      <dgm:t>
        <a:bodyPr/>
        <a:lstStyle/>
        <a:p>
          <a:pPr>
            <a:defRPr cap="all"/>
          </a:pPr>
          <a:r>
            <a:rPr lang="en-US" b="1" dirty="0"/>
            <a:t>As a</a:t>
          </a:r>
          <a:r>
            <a:rPr lang="en-US" dirty="0"/>
            <a:t> player </a:t>
          </a:r>
          <a:r>
            <a:rPr lang="en-US" b="1" dirty="0"/>
            <a:t>I want</a:t>
          </a:r>
          <a:r>
            <a:rPr lang="en-US" dirty="0"/>
            <a:t> to view an interactive map,</a:t>
          </a:r>
          <a:br>
            <a:rPr lang="en-US" dirty="0"/>
          </a:br>
          <a:r>
            <a:rPr lang="en-US" b="1" dirty="0"/>
            <a:t>So that</a:t>
          </a:r>
          <a:r>
            <a:rPr lang="en-US" dirty="0"/>
            <a:t> I can easily see locations and understand their position relative to my current location.</a:t>
          </a:r>
          <a:endParaRPr lang="it-IT" noProof="0" dirty="0"/>
        </a:p>
      </dgm:t>
    </dgm:pt>
    <dgm:pt modelId="{6CE26B85-45F0-481C-8797-81A58325CE54}" type="parTrans" cxnId="{501EED65-0BCB-48CC-803F-DAB81A13B95F}">
      <dgm:prSet/>
      <dgm:spPr/>
      <dgm:t>
        <a:bodyPr/>
        <a:lstStyle/>
        <a:p>
          <a:endParaRPr lang="en-US"/>
        </a:p>
      </dgm:t>
    </dgm:pt>
    <dgm:pt modelId="{87AF4ED9-619F-4B6E-B3BA-5F395E82425F}" type="sibTrans" cxnId="{501EED65-0BCB-48CC-803F-DAB81A13B95F}">
      <dgm:prSet/>
      <dgm:spPr/>
      <dgm:t>
        <a:bodyPr/>
        <a:lstStyle/>
        <a:p>
          <a:endParaRPr lang="en-US"/>
        </a:p>
      </dgm:t>
    </dgm:pt>
    <dgm:pt modelId="{18EDF589-D623-4A72-91F5-6B0990C1761F}">
      <dgm:prSet/>
      <dgm:spPr/>
      <dgm:t>
        <a:bodyPr/>
        <a:lstStyle/>
        <a:p>
          <a:pPr>
            <a:buNone/>
          </a:pPr>
          <a:r>
            <a:rPr lang="en-US" b="1" dirty="0"/>
            <a:t>Acceptance Criteria: The map is displayed correctly when the </a:t>
          </a:r>
          <a:r>
            <a:rPr lang="en-US" b="1" dirty="0" err="1"/>
            <a:t>MapView</a:t>
          </a:r>
          <a:r>
            <a:rPr lang="en-US" b="1" dirty="0"/>
            <a:t> is opened</a:t>
          </a:r>
          <a:endParaRPr lang="it-IT" noProof="0" dirty="0"/>
        </a:p>
      </dgm:t>
    </dgm:pt>
    <dgm:pt modelId="{581C4259-2449-4D83-BFF9-8A0085FE4DC7}" type="parTrans" cxnId="{4ED85095-F6A0-4E52-8C6E-49773C0D9DAC}">
      <dgm:prSet/>
      <dgm:spPr/>
      <dgm:t>
        <a:bodyPr/>
        <a:lstStyle/>
        <a:p>
          <a:endParaRPr lang="en-US"/>
        </a:p>
      </dgm:t>
    </dgm:pt>
    <dgm:pt modelId="{715F5281-5C72-415E-8334-16E43BB5CB69}" type="sibTrans" cxnId="{4ED85095-F6A0-4E52-8C6E-49773C0D9DAC}">
      <dgm:prSet/>
      <dgm:spPr/>
      <dgm:t>
        <a:bodyPr/>
        <a:lstStyle/>
        <a:p>
          <a:endParaRPr lang="en-US"/>
        </a:p>
      </dgm:t>
    </dgm:pt>
    <dgm:pt modelId="{AFD65DAA-4C10-4284-B7C8-C2AF6C1EA407}">
      <dgm:prSet/>
      <dgm:spPr/>
      <dgm:t>
        <a:bodyPr/>
        <a:lstStyle/>
        <a:p>
          <a:pPr>
            <a:defRPr cap="all"/>
          </a:pPr>
          <a:r>
            <a:rPr lang="it-IT" noProof="0" dirty="0"/>
            <a:t>Pattern </a:t>
          </a:r>
          <a:r>
            <a:rPr lang="it-IT" noProof="0" dirty="0" err="1"/>
            <a:t>usatO</a:t>
          </a:r>
          <a:r>
            <a:rPr lang="it-IT" noProof="0" dirty="0"/>
            <a:t>: </a:t>
          </a:r>
          <a:r>
            <a:rPr lang="it-IT" b="1" noProof="0" dirty="0"/>
            <a:t>BUILDER</a:t>
          </a:r>
        </a:p>
      </dgm:t>
    </dgm:pt>
    <dgm:pt modelId="{F575EC41-5476-423C-BB56-569B07BAD25B}" type="parTrans" cxnId="{72F71E15-00B5-48A3-ACE6-A59B899BD4DF}">
      <dgm:prSet/>
      <dgm:spPr/>
      <dgm:t>
        <a:bodyPr/>
        <a:lstStyle/>
        <a:p>
          <a:endParaRPr lang="en-US"/>
        </a:p>
      </dgm:t>
    </dgm:pt>
    <dgm:pt modelId="{E0FE6F64-0A79-4092-83AD-B3EAA1DCE116}" type="sibTrans" cxnId="{72F71E15-00B5-48A3-ACE6-A59B899BD4DF}">
      <dgm:prSet/>
      <dgm:spPr/>
      <dgm:t>
        <a:bodyPr/>
        <a:lstStyle/>
        <a:p>
          <a:endParaRPr lang="en-US"/>
        </a:p>
      </dgm:t>
    </dgm:pt>
    <dgm:pt modelId="{00043120-665A-4C73-88C9-D90EA087CD51}" type="pres">
      <dgm:prSet presAssocID="{ADBFF63F-7C84-4505-A021-EE3B28DAFE1D}" presName="root" presStyleCnt="0">
        <dgm:presLayoutVars>
          <dgm:dir/>
          <dgm:resizeHandles val="exact"/>
        </dgm:presLayoutVars>
      </dgm:prSet>
      <dgm:spPr/>
    </dgm:pt>
    <dgm:pt modelId="{401919E9-1657-418F-BE16-D4872DA694D7}" type="pres">
      <dgm:prSet presAssocID="{FFF761DA-D7FA-4DAB-A02B-303ABEA4E993}" presName="compNode" presStyleCnt="0"/>
      <dgm:spPr/>
    </dgm:pt>
    <dgm:pt modelId="{356E476B-9AC3-46EC-B987-EFA0994028D9}" type="pres">
      <dgm:prSet presAssocID="{FFF761DA-D7FA-4DAB-A02B-303ABEA4E993}" presName="iconBgRect" presStyleLbl="bgShp" presStyleIdx="0" presStyleCnt="3"/>
      <dgm:spPr/>
    </dgm:pt>
    <dgm:pt modelId="{85B16EA9-1E62-4A54-96D1-CB16CCEA359A}" type="pres">
      <dgm:prSet presAssocID="{FFF761DA-D7FA-4DAB-A02B-303ABEA4E9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ADD262D8-83FE-4F2D-8D7A-C08DFEB6601D}" type="pres">
      <dgm:prSet presAssocID="{FFF761DA-D7FA-4DAB-A02B-303ABEA4E993}" presName="spaceRect" presStyleCnt="0"/>
      <dgm:spPr/>
    </dgm:pt>
    <dgm:pt modelId="{26AC2F51-398E-436E-AEB4-5C72E0700AF9}" type="pres">
      <dgm:prSet presAssocID="{FFF761DA-D7FA-4DAB-A02B-303ABEA4E993}" presName="textRect" presStyleLbl="revTx" presStyleIdx="0" presStyleCnt="3">
        <dgm:presLayoutVars>
          <dgm:chMax val="1"/>
          <dgm:chPref val="1"/>
        </dgm:presLayoutVars>
      </dgm:prSet>
      <dgm:spPr/>
    </dgm:pt>
    <dgm:pt modelId="{02B6E251-369D-4601-95A5-876858EAA42D}" type="pres">
      <dgm:prSet presAssocID="{87AF4ED9-619F-4B6E-B3BA-5F395E82425F}" presName="sibTrans" presStyleCnt="0"/>
      <dgm:spPr/>
    </dgm:pt>
    <dgm:pt modelId="{8A022261-897A-434D-8856-21EAE11711E6}" type="pres">
      <dgm:prSet presAssocID="{18EDF589-D623-4A72-91F5-6B0990C1761F}" presName="compNode" presStyleCnt="0"/>
      <dgm:spPr/>
    </dgm:pt>
    <dgm:pt modelId="{B551DDE2-36F6-4E52-A995-5C2E2B3AF5A1}" type="pres">
      <dgm:prSet presAssocID="{18EDF589-D623-4A72-91F5-6B0990C1761F}" presName="iconBgRect" presStyleLbl="bgShp" presStyleIdx="1" presStyleCnt="3"/>
      <dgm:spPr/>
    </dgm:pt>
    <dgm:pt modelId="{1567FC72-C6CF-477E-82FB-9B3E2650AF9B}" type="pres">
      <dgm:prSet presAssocID="{18EDF589-D623-4A72-91F5-6B0990C176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E0132E2F-3119-4D50-AAFC-E11E4B641DB6}" type="pres">
      <dgm:prSet presAssocID="{18EDF589-D623-4A72-91F5-6B0990C1761F}" presName="spaceRect" presStyleCnt="0"/>
      <dgm:spPr/>
    </dgm:pt>
    <dgm:pt modelId="{A6775DB0-C2D6-4E79-8BCC-C8414B2A544C}" type="pres">
      <dgm:prSet presAssocID="{18EDF589-D623-4A72-91F5-6B0990C1761F}" presName="textRect" presStyleLbl="revTx" presStyleIdx="1" presStyleCnt="3">
        <dgm:presLayoutVars>
          <dgm:chMax val="1"/>
          <dgm:chPref val="1"/>
        </dgm:presLayoutVars>
      </dgm:prSet>
      <dgm:spPr/>
    </dgm:pt>
    <dgm:pt modelId="{DA3CCE07-364D-4A63-8E29-4D71E96F0F5B}" type="pres">
      <dgm:prSet presAssocID="{715F5281-5C72-415E-8334-16E43BB5CB69}" presName="sibTrans" presStyleCnt="0"/>
      <dgm:spPr/>
    </dgm:pt>
    <dgm:pt modelId="{7DFA4E4A-E9C1-423B-9176-2711BF55C5BD}" type="pres">
      <dgm:prSet presAssocID="{AFD65DAA-4C10-4284-B7C8-C2AF6C1EA407}" presName="compNode" presStyleCnt="0"/>
      <dgm:spPr/>
    </dgm:pt>
    <dgm:pt modelId="{88D1FFE0-7DA1-4FB1-AD09-865603B879B2}" type="pres">
      <dgm:prSet presAssocID="{AFD65DAA-4C10-4284-B7C8-C2AF6C1EA407}" presName="iconBgRect" presStyleLbl="bgShp" presStyleIdx="2" presStyleCnt="3"/>
      <dgm:spPr/>
    </dgm:pt>
    <dgm:pt modelId="{5C3FD701-3B18-48BD-AD3E-5486877E2E86}" type="pres">
      <dgm:prSet presAssocID="{AFD65DAA-4C10-4284-B7C8-C2AF6C1EA4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rarchia"/>
        </a:ext>
      </dgm:extLst>
    </dgm:pt>
    <dgm:pt modelId="{13F3A759-99CC-4456-BF2E-C818B11E9C6E}" type="pres">
      <dgm:prSet presAssocID="{AFD65DAA-4C10-4284-B7C8-C2AF6C1EA407}" presName="spaceRect" presStyleCnt="0"/>
      <dgm:spPr/>
    </dgm:pt>
    <dgm:pt modelId="{4A1964A0-7A7F-42EA-A6FA-9449DA636E48}" type="pres">
      <dgm:prSet presAssocID="{AFD65DAA-4C10-4284-B7C8-C2AF6C1EA40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F71E15-00B5-48A3-ACE6-A59B899BD4DF}" srcId="{ADBFF63F-7C84-4505-A021-EE3B28DAFE1D}" destId="{AFD65DAA-4C10-4284-B7C8-C2AF6C1EA407}" srcOrd="2" destOrd="0" parTransId="{F575EC41-5476-423C-BB56-569B07BAD25B}" sibTransId="{E0FE6F64-0A79-4092-83AD-B3EAA1DCE116}"/>
    <dgm:cxn modelId="{B74E812C-EE00-4E3D-B068-8DCBCF75F1E4}" type="presOf" srcId="{AFD65DAA-4C10-4284-B7C8-C2AF6C1EA407}" destId="{4A1964A0-7A7F-42EA-A6FA-9449DA636E48}" srcOrd="0" destOrd="0" presId="urn:microsoft.com/office/officeart/2018/5/layout/IconCircleLabelList"/>
    <dgm:cxn modelId="{9B88665D-EEA1-4B3B-95F1-F4E103DFCBCA}" type="presOf" srcId="{ADBFF63F-7C84-4505-A021-EE3B28DAFE1D}" destId="{00043120-665A-4C73-88C9-D90EA087CD51}" srcOrd="0" destOrd="0" presId="urn:microsoft.com/office/officeart/2018/5/layout/IconCircleLabelList"/>
    <dgm:cxn modelId="{501EED65-0BCB-48CC-803F-DAB81A13B95F}" srcId="{ADBFF63F-7C84-4505-A021-EE3B28DAFE1D}" destId="{FFF761DA-D7FA-4DAB-A02B-303ABEA4E993}" srcOrd="0" destOrd="0" parTransId="{6CE26B85-45F0-481C-8797-81A58325CE54}" sibTransId="{87AF4ED9-619F-4B6E-B3BA-5F395E82425F}"/>
    <dgm:cxn modelId="{4AAAF780-FF27-4065-9435-2EF688987D36}" type="presOf" srcId="{18EDF589-D623-4A72-91F5-6B0990C1761F}" destId="{A6775DB0-C2D6-4E79-8BCC-C8414B2A544C}" srcOrd="0" destOrd="0" presId="urn:microsoft.com/office/officeart/2018/5/layout/IconCircleLabelList"/>
    <dgm:cxn modelId="{4ED85095-F6A0-4E52-8C6E-49773C0D9DAC}" srcId="{ADBFF63F-7C84-4505-A021-EE3B28DAFE1D}" destId="{18EDF589-D623-4A72-91F5-6B0990C1761F}" srcOrd="1" destOrd="0" parTransId="{581C4259-2449-4D83-BFF9-8A0085FE4DC7}" sibTransId="{715F5281-5C72-415E-8334-16E43BB5CB69}"/>
    <dgm:cxn modelId="{104B749E-DB62-41AF-BF8A-A8506CD7F843}" type="presOf" srcId="{FFF761DA-D7FA-4DAB-A02B-303ABEA4E993}" destId="{26AC2F51-398E-436E-AEB4-5C72E0700AF9}" srcOrd="0" destOrd="0" presId="urn:microsoft.com/office/officeart/2018/5/layout/IconCircleLabelList"/>
    <dgm:cxn modelId="{9EF89006-57CE-4FF8-90C3-FA1DAC7109A7}" type="presParOf" srcId="{00043120-665A-4C73-88C9-D90EA087CD51}" destId="{401919E9-1657-418F-BE16-D4872DA694D7}" srcOrd="0" destOrd="0" presId="urn:microsoft.com/office/officeart/2018/5/layout/IconCircleLabelList"/>
    <dgm:cxn modelId="{9B94D062-B970-4882-87EB-B25A2F6B60D6}" type="presParOf" srcId="{401919E9-1657-418F-BE16-D4872DA694D7}" destId="{356E476B-9AC3-46EC-B987-EFA0994028D9}" srcOrd="0" destOrd="0" presId="urn:microsoft.com/office/officeart/2018/5/layout/IconCircleLabelList"/>
    <dgm:cxn modelId="{AC253198-7E6D-41DC-B453-52EF480EA07C}" type="presParOf" srcId="{401919E9-1657-418F-BE16-D4872DA694D7}" destId="{85B16EA9-1E62-4A54-96D1-CB16CCEA359A}" srcOrd="1" destOrd="0" presId="urn:microsoft.com/office/officeart/2018/5/layout/IconCircleLabelList"/>
    <dgm:cxn modelId="{4D8EE7BA-95ED-4601-A0B6-9779FA173FA5}" type="presParOf" srcId="{401919E9-1657-418F-BE16-D4872DA694D7}" destId="{ADD262D8-83FE-4F2D-8D7A-C08DFEB6601D}" srcOrd="2" destOrd="0" presId="urn:microsoft.com/office/officeart/2018/5/layout/IconCircleLabelList"/>
    <dgm:cxn modelId="{172E1B4E-B2EB-4009-BE00-8C5FBD8B6B7E}" type="presParOf" srcId="{401919E9-1657-418F-BE16-D4872DA694D7}" destId="{26AC2F51-398E-436E-AEB4-5C72E0700AF9}" srcOrd="3" destOrd="0" presId="urn:microsoft.com/office/officeart/2018/5/layout/IconCircleLabelList"/>
    <dgm:cxn modelId="{107DC8BE-A4E0-4690-A769-CF8282E63CB0}" type="presParOf" srcId="{00043120-665A-4C73-88C9-D90EA087CD51}" destId="{02B6E251-369D-4601-95A5-876858EAA42D}" srcOrd="1" destOrd="0" presId="urn:microsoft.com/office/officeart/2018/5/layout/IconCircleLabelList"/>
    <dgm:cxn modelId="{44BEFCC1-1A02-4C6E-8586-5C948B7C7565}" type="presParOf" srcId="{00043120-665A-4C73-88C9-D90EA087CD51}" destId="{8A022261-897A-434D-8856-21EAE11711E6}" srcOrd="2" destOrd="0" presId="urn:microsoft.com/office/officeart/2018/5/layout/IconCircleLabelList"/>
    <dgm:cxn modelId="{B48A5276-83A2-4626-BFA4-F219C76D8590}" type="presParOf" srcId="{8A022261-897A-434D-8856-21EAE11711E6}" destId="{B551DDE2-36F6-4E52-A995-5C2E2B3AF5A1}" srcOrd="0" destOrd="0" presId="urn:microsoft.com/office/officeart/2018/5/layout/IconCircleLabelList"/>
    <dgm:cxn modelId="{B8B7B4FC-FC77-40DA-942B-913A083CA5D9}" type="presParOf" srcId="{8A022261-897A-434D-8856-21EAE11711E6}" destId="{1567FC72-C6CF-477E-82FB-9B3E2650AF9B}" srcOrd="1" destOrd="0" presId="urn:microsoft.com/office/officeart/2018/5/layout/IconCircleLabelList"/>
    <dgm:cxn modelId="{61186CE3-6DAE-4D01-AA67-FA7D2BF5DD28}" type="presParOf" srcId="{8A022261-897A-434D-8856-21EAE11711E6}" destId="{E0132E2F-3119-4D50-AAFC-E11E4B641DB6}" srcOrd="2" destOrd="0" presId="urn:microsoft.com/office/officeart/2018/5/layout/IconCircleLabelList"/>
    <dgm:cxn modelId="{DD59D6D1-5D16-4E9C-A558-66BD2F95A2A6}" type="presParOf" srcId="{8A022261-897A-434D-8856-21EAE11711E6}" destId="{A6775DB0-C2D6-4E79-8BCC-C8414B2A544C}" srcOrd="3" destOrd="0" presId="urn:microsoft.com/office/officeart/2018/5/layout/IconCircleLabelList"/>
    <dgm:cxn modelId="{9C67553E-3B31-4989-86A4-94FDE76FE28E}" type="presParOf" srcId="{00043120-665A-4C73-88C9-D90EA087CD51}" destId="{DA3CCE07-364D-4A63-8E29-4D71E96F0F5B}" srcOrd="3" destOrd="0" presId="urn:microsoft.com/office/officeart/2018/5/layout/IconCircleLabelList"/>
    <dgm:cxn modelId="{9C707AB2-0F98-4DD3-9C58-6DB07C84D19B}" type="presParOf" srcId="{00043120-665A-4C73-88C9-D90EA087CD51}" destId="{7DFA4E4A-E9C1-423B-9176-2711BF55C5BD}" srcOrd="4" destOrd="0" presId="urn:microsoft.com/office/officeart/2018/5/layout/IconCircleLabelList"/>
    <dgm:cxn modelId="{D4C0CA69-50C4-4A71-8B1C-0967CBABD985}" type="presParOf" srcId="{7DFA4E4A-E9C1-423B-9176-2711BF55C5BD}" destId="{88D1FFE0-7DA1-4FB1-AD09-865603B879B2}" srcOrd="0" destOrd="0" presId="urn:microsoft.com/office/officeart/2018/5/layout/IconCircleLabelList"/>
    <dgm:cxn modelId="{A3878CDD-4626-4A50-BD64-298692EE7443}" type="presParOf" srcId="{7DFA4E4A-E9C1-423B-9176-2711BF55C5BD}" destId="{5C3FD701-3B18-48BD-AD3E-5486877E2E86}" srcOrd="1" destOrd="0" presId="urn:microsoft.com/office/officeart/2018/5/layout/IconCircleLabelList"/>
    <dgm:cxn modelId="{8E327F22-8A81-469F-A2A2-2F002B17ABA4}" type="presParOf" srcId="{7DFA4E4A-E9C1-423B-9176-2711BF55C5BD}" destId="{13F3A759-99CC-4456-BF2E-C818B11E9C6E}" srcOrd="2" destOrd="0" presId="urn:microsoft.com/office/officeart/2018/5/layout/IconCircleLabelList"/>
    <dgm:cxn modelId="{89CAB0CC-F87C-41EA-B1F9-CFF80D227526}" type="presParOf" srcId="{7DFA4E4A-E9C1-423B-9176-2711BF55C5BD}" destId="{4A1964A0-7A7F-42EA-A6FA-9449DA636E4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DBFF63F-7C84-4505-A021-EE3B28DAFE1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FF761DA-D7FA-4DAB-A02B-303ABEA4E993}">
      <dgm:prSet/>
      <dgm:spPr/>
      <dgm:t>
        <a:bodyPr/>
        <a:lstStyle/>
        <a:p>
          <a:pPr>
            <a:buNone/>
          </a:pPr>
          <a:r>
            <a:rPr lang="en-US" dirty="0"/>
            <a:t>As a player, I want to choose my character’s job, so that I can custom the gameplay</a:t>
          </a:r>
          <a:endParaRPr lang="it-IT" noProof="0" dirty="0"/>
        </a:p>
      </dgm:t>
    </dgm:pt>
    <dgm:pt modelId="{6CE26B85-45F0-481C-8797-81A58325CE54}" type="parTrans" cxnId="{501EED65-0BCB-48CC-803F-DAB81A13B95F}">
      <dgm:prSet/>
      <dgm:spPr/>
      <dgm:t>
        <a:bodyPr/>
        <a:lstStyle/>
        <a:p>
          <a:endParaRPr lang="en-US"/>
        </a:p>
      </dgm:t>
    </dgm:pt>
    <dgm:pt modelId="{87AF4ED9-619F-4B6E-B3BA-5F395E82425F}" type="sibTrans" cxnId="{501EED65-0BCB-48CC-803F-DAB81A13B95F}">
      <dgm:prSet/>
      <dgm:spPr/>
      <dgm:t>
        <a:bodyPr/>
        <a:lstStyle/>
        <a:p>
          <a:endParaRPr lang="en-US"/>
        </a:p>
      </dgm:t>
    </dgm:pt>
    <dgm:pt modelId="{18EDF589-D623-4A72-91F5-6B0990C1761F}">
      <dgm:prSet/>
      <dgm:spPr/>
      <dgm:t>
        <a:bodyPr/>
        <a:lstStyle/>
        <a:p>
          <a:pPr>
            <a:buNone/>
          </a:pPr>
          <a:r>
            <a:rPr lang="en-US" dirty="0"/>
            <a:t>Acceptance Criteria: the system displays available jobs with descriptions.</a:t>
          </a:r>
          <a:endParaRPr lang="it-IT" noProof="0" dirty="0"/>
        </a:p>
      </dgm:t>
    </dgm:pt>
    <dgm:pt modelId="{581C4259-2449-4D83-BFF9-8A0085FE4DC7}" type="parTrans" cxnId="{4ED85095-F6A0-4E52-8C6E-49773C0D9DAC}">
      <dgm:prSet/>
      <dgm:spPr/>
      <dgm:t>
        <a:bodyPr/>
        <a:lstStyle/>
        <a:p>
          <a:endParaRPr lang="en-US"/>
        </a:p>
      </dgm:t>
    </dgm:pt>
    <dgm:pt modelId="{715F5281-5C72-415E-8334-16E43BB5CB69}" type="sibTrans" cxnId="{4ED85095-F6A0-4E52-8C6E-49773C0D9DAC}">
      <dgm:prSet/>
      <dgm:spPr/>
      <dgm:t>
        <a:bodyPr/>
        <a:lstStyle/>
        <a:p>
          <a:endParaRPr lang="en-US"/>
        </a:p>
      </dgm:t>
    </dgm:pt>
    <dgm:pt modelId="{AFD65DAA-4C10-4284-B7C8-C2AF6C1EA407}">
      <dgm:prSet/>
      <dgm:spPr/>
      <dgm:t>
        <a:bodyPr/>
        <a:lstStyle/>
        <a:p>
          <a:pPr>
            <a:defRPr cap="all"/>
          </a:pPr>
          <a:r>
            <a:rPr lang="it-IT" noProof="0" dirty="0"/>
            <a:t>Pattern </a:t>
          </a:r>
          <a:r>
            <a:rPr lang="it-IT" noProof="0" dirty="0" err="1"/>
            <a:t>usatO</a:t>
          </a:r>
          <a:r>
            <a:rPr lang="it-IT" noProof="0" dirty="0"/>
            <a:t>: </a:t>
          </a:r>
          <a:r>
            <a:rPr lang="it-IT" b="1" noProof="0" dirty="0"/>
            <a:t>Abstract Factory</a:t>
          </a:r>
        </a:p>
      </dgm:t>
    </dgm:pt>
    <dgm:pt modelId="{F575EC41-5476-423C-BB56-569B07BAD25B}" type="parTrans" cxnId="{72F71E15-00B5-48A3-ACE6-A59B899BD4DF}">
      <dgm:prSet/>
      <dgm:spPr/>
      <dgm:t>
        <a:bodyPr/>
        <a:lstStyle/>
        <a:p>
          <a:endParaRPr lang="en-US"/>
        </a:p>
      </dgm:t>
    </dgm:pt>
    <dgm:pt modelId="{E0FE6F64-0A79-4092-83AD-B3EAA1DCE116}" type="sibTrans" cxnId="{72F71E15-00B5-48A3-ACE6-A59B899BD4DF}">
      <dgm:prSet/>
      <dgm:spPr/>
      <dgm:t>
        <a:bodyPr/>
        <a:lstStyle/>
        <a:p>
          <a:endParaRPr lang="en-US"/>
        </a:p>
      </dgm:t>
    </dgm:pt>
    <dgm:pt modelId="{00043120-665A-4C73-88C9-D90EA087CD51}" type="pres">
      <dgm:prSet presAssocID="{ADBFF63F-7C84-4505-A021-EE3B28DAFE1D}" presName="root" presStyleCnt="0">
        <dgm:presLayoutVars>
          <dgm:dir/>
          <dgm:resizeHandles val="exact"/>
        </dgm:presLayoutVars>
      </dgm:prSet>
      <dgm:spPr/>
    </dgm:pt>
    <dgm:pt modelId="{401919E9-1657-418F-BE16-D4872DA694D7}" type="pres">
      <dgm:prSet presAssocID="{FFF761DA-D7FA-4DAB-A02B-303ABEA4E993}" presName="compNode" presStyleCnt="0"/>
      <dgm:spPr/>
    </dgm:pt>
    <dgm:pt modelId="{356E476B-9AC3-46EC-B987-EFA0994028D9}" type="pres">
      <dgm:prSet presAssocID="{FFF761DA-D7FA-4DAB-A02B-303ABEA4E993}" presName="iconBgRect" presStyleLbl="bgShp" presStyleIdx="0" presStyleCnt="3"/>
      <dgm:spPr/>
    </dgm:pt>
    <dgm:pt modelId="{85B16EA9-1E62-4A54-96D1-CB16CCEA359A}" type="pres">
      <dgm:prSet presAssocID="{FFF761DA-D7FA-4DAB-A02B-303ABEA4E9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ADD262D8-83FE-4F2D-8D7A-C08DFEB6601D}" type="pres">
      <dgm:prSet presAssocID="{FFF761DA-D7FA-4DAB-A02B-303ABEA4E993}" presName="spaceRect" presStyleCnt="0"/>
      <dgm:spPr/>
    </dgm:pt>
    <dgm:pt modelId="{26AC2F51-398E-436E-AEB4-5C72E0700AF9}" type="pres">
      <dgm:prSet presAssocID="{FFF761DA-D7FA-4DAB-A02B-303ABEA4E993}" presName="textRect" presStyleLbl="revTx" presStyleIdx="0" presStyleCnt="3">
        <dgm:presLayoutVars>
          <dgm:chMax val="1"/>
          <dgm:chPref val="1"/>
        </dgm:presLayoutVars>
      </dgm:prSet>
      <dgm:spPr/>
    </dgm:pt>
    <dgm:pt modelId="{02B6E251-369D-4601-95A5-876858EAA42D}" type="pres">
      <dgm:prSet presAssocID="{87AF4ED9-619F-4B6E-B3BA-5F395E82425F}" presName="sibTrans" presStyleCnt="0"/>
      <dgm:spPr/>
    </dgm:pt>
    <dgm:pt modelId="{8A022261-897A-434D-8856-21EAE11711E6}" type="pres">
      <dgm:prSet presAssocID="{18EDF589-D623-4A72-91F5-6B0990C1761F}" presName="compNode" presStyleCnt="0"/>
      <dgm:spPr/>
    </dgm:pt>
    <dgm:pt modelId="{B551DDE2-36F6-4E52-A995-5C2E2B3AF5A1}" type="pres">
      <dgm:prSet presAssocID="{18EDF589-D623-4A72-91F5-6B0990C1761F}" presName="iconBgRect" presStyleLbl="bgShp" presStyleIdx="1" presStyleCnt="3"/>
      <dgm:spPr/>
    </dgm:pt>
    <dgm:pt modelId="{1567FC72-C6CF-477E-82FB-9B3E2650AF9B}" type="pres">
      <dgm:prSet presAssocID="{18EDF589-D623-4A72-91F5-6B0990C176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E0132E2F-3119-4D50-AAFC-E11E4B641DB6}" type="pres">
      <dgm:prSet presAssocID="{18EDF589-D623-4A72-91F5-6B0990C1761F}" presName="spaceRect" presStyleCnt="0"/>
      <dgm:spPr/>
    </dgm:pt>
    <dgm:pt modelId="{A6775DB0-C2D6-4E79-8BCC-C8414B2A544C}" type="pres">
      <dgm:prSet presAssocID="{18EDF589-D623-4A72-91F5-6B0990C1761F}" presName="textRect" presStyleLbl="revTx" presStyleIdx="1" presStyleCnt="3">
        <dgm:presLayoutVars>
          <dgm:chMax val="1"/>
          <dgm:chPref val="1"/>
        </dgm:presLayoutVars>
      </dgm:prSet>
      <dgm:spPr/>
    </dgm:pt>
    <dgm:pt modelId="{DA3CCE07-364D-4A63-8E29-4D71E96F0F5B}" type="pres">
      <dgm:prSet presAssocID="{715F5281-5C72-415E-8334-16E43BB5CB69}" presName="sibTrans" presStyleCnt="0"/>
      <dgm:spPr/>
    </dgm:pt>
    <dgm:pt modelId="{7DFA4E4A-E9C1-423B-9176-2711BF55C5BD}" type="pres">
      <dgm:prSet presAssocID="{AFD65DAA-4C10-4284-B7C8-C2AF6C1EA407}" presName="compNode" presStyleCnt="0"/>
      <dgm:spPr/>
    </dgm:pt>
    <dgm:pt modelId="{88D1FFE0-7DA1-4FB1-AD09-865603B879B2}" type="pres">
      <dgm:prSet presAssocID="{AFD65DAA-4C10-4284-B7C8-C2AF6C1EA407}" presName="iconBgRect" presStyleLbl="bgShp" presStyleIdx="2" presStyleCnt="3"/>
      <dgm:spPr/>
    </dgm:pt>
    <dgm:pt modelId="{5C3FD701-3B18-48BD-AD3E-5486877E2E86}" type="pres">
      <dgm:prSet presAssocID="{AFD65DAA-4C10-4284-B7C8-C2AF6C1EA4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rarchia"/>
        </a:ext>
      </dgm:extLst>
    </dgm:pt>
    <dgm:pt modelId="{13F3A759-99CC-4456-BF2E-C818B11E9C6E}" type="pres">
      <dgm:prSet presAssocID="{AFD65DAA-4C10-4284-B7C8-C2AF6C1EA407}" presName="spaceRect" presStyleCnt="0"/>
      <dgm:spPr/>
    </dgm:pt>
    <dgm:pt modelId="{4A1964A0-7A7F-42EA-A6FA-9449DA636E48}" type="pres">
      <dgm:prSet presAssocID="{AFD65DAA-4C10-4284-B7C8-C2AF6C1EA40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F71E15-00B5-48A3-ACE6-A59B899BD4DF}" srcId="{ADBFF63F-7C84-4505-A021-EE3B28DAFE1D}" destId="{AFD65DAA-4C10-4284-B7C8-C2AF6C1EA407}" srcOrd="2" destOrd="0" parTransId="{F575EC41-5476-423C-BB56-569B07BAD25B}" sibTransId="{E0FE6F64-0A79-4092-83AD-B3EAA1DCE116}"/>
    <dgm:cxn modelId="{B74E812C-EE00-4E3D-B068-8DCBCF75F1E4}" type="presOf" srcId="{AFD65DAA-4C10-4284-B7C8-C2AF6C1EA407}" destId="{4A1964A0-7A7F-42EA-A6FA-9449DA636E48}" srcOrd="0" destOrd="0" presId="urn:microsoft.com/office/officeart/2018/5/layout/IconCircleLabelList"/>
    <dgm:cxn modelId="{9B88665D-EEA1-4B3B-95F1-F4E103DFCBCA}" type="presOf" srcId="{ADBFF63F-7C84-4505-A021-EE3B28DAFE1D}" destId="{00043120-665A-4C73-88C9-D90EA087CD51}" srcOrd="0" destOrd="0" presId="urn:microsoft.com/office/officeart/2018/5/layout/IconCircleLabelList"/>
    <dgm:cxn modelId="{501EED65-0BCB-48CC-803F-DAB81A13B95F}" srcId="{ADBFF63F-7C84-4505-A021-EE3B28DAFE1D}" destId="{FFF761DA-D7FA-4DAB-A02B-303ABEA4E993}" srcOrd="0" destOrd="0" parTransId="{6CE26B85-45F0-481C-8797-81A58325CE54}" sibTransId="{87AF4ED9-619F-4B6E-B3BA-5F395E82425F}"/>
    <dgm:cxn modelId="{4AAAF780-FF27-4065-9435-2EF688987D36}" type="presOf" srcId="{18EDF589-D623-4A72-91F5-6B0990C1761F}" destId="{A6775DB0-C2D6-4E79-8BCC-C8414B2A544C}" srcOrd="0" destOrd="0" presId="urn:microsoft.com/office/officeart/2018/5/layout/IconCircleLabelList"/>
    <dgm:cxn modelId="{4ED85095-F6A0-4E52-8C6E-49773C0D9DAC}" srcId="{ADBFF63F-7C84-4505-A021-EE3B28DAFE1D}" destId="{18EDF589-D623-4A72-91F5-6B0990C1761F}" srcOrd="1" destOrd="0" parTransId="{581C4259-2449-4D83-BFF9-8A0085FE4DC7}" sibTransId="{715F5281-5C72-415E-8334-16E43BB5CB69}"/>
    <dgm:cxn modelId="{104B749E-DB62-41AF-BF8A-A8506CD7F843}" type="presOf" srcId="{FFF761DA-D7FA-4DAB-A02B-303ABEA4E993}" destId="{26AC2F51-398E-436E-AEB4-5C72E0700AF9}" srcOrd="0" destOrd="0" presId="urn:microsoft.com/office/officeart/2018/5/layout/IconCircleLabelList"/>
    <dgm:cxn modelId="{9EF89006-57CE-4FF8-90C3-FA1DAC7109A7}" type="presParOf" srcId="{00043120-665A-4C73-88C9-D90EA087CD51}" destId="{401919E9-1657-418F-BE16-D4872DA694D7}" srcOrd="0" destOrd="0" presId="urn:microsoft.com/office/officeart/2018/5/layout/IconCircleLabelList"/>
    <dgm:cxn modelId="{9B94D062-B970-4882-87EB-B25A2F6B60D6}" type="presParOf" srcId="{401919E9-1657-418F-BE16-D4872DA694D7}" destId="{356E476B-9AC3-46EC-B987-EFA0994028D9}" srcOrd="0" destOrd="0" presId="urn:microsoft.com/office/officeart/2018/5/layout/IconCircleLabelList"/>
    <dgm:cxn modelId="{AC253198-7E6D-41DC-B453-52EF480EA07C}" type="presParOf" srcId="{401919E9-1657-418F-BE16-D4872DA694D7}" destId="{85B16EA9-1E62-4A54-96D1-CB16CCEA359A}" srcOrd="1" destOrd="0" presId="urn:microsoft.com/office/officeart/2018/5/layout/IconCircleLabelList"/>
    <dgm:cxn modelId="{4D8EE7BA-95ED-4601-A0B6-9779FA173FA5}" type="presParOf" srcId="{401919E9-1657-418F-BE16-D4872DA694D7}" destId="{ADD262D8-83FE-4F2D-8D7A-C08DFEB6601D}" srcOrd="2" destOrd="0" presId="urn:microsoft.com/office/officeart/2018/5/layout/IconCircleLabelList"/>
    <dgm:cxn modelId="{172E1B4E-B2EB-4009-BE00-8C5FBD8B6B7E}" type="presParOf" srcId="{401919E9-1657-418F-BE16-D4872DA694D7}" destId="{26AC2F51-398E-436E-AEB4-5C72E0700AF9}" srcOrd="3" destOrd="0" presId="urn:microsoft.com/office/officeart/2018/5/layout/IconCircleLabelList"/>
    <dgm:cxn modelId="{107DC8BE-A4E0-4690-A769-CF8282E63CB0}" type="presParOf" srcId="{00043120-665A-4C73-88C9-D90EA087CD51}" destId="{02B6E251-369D-4601-95A5-876858EAA42D}" srcOrd="1" destOrd="0" presId="urn:microsoft.com/office/officeart/2018/5/layout/IconCircleLabelList"/>
    <dgm:cxn modelId="{44BEFCC1-1A02-4C6E-8586-5C948B7C7565}" type="presParOf" srcId="{00043120-665A-4C73-88C9-D90EA087CD51}" destId="{8A022261-897A-434D-8856-21EAE11711E6}" srcOrd="2" destOrd="0" presId="urn:microsoft.com/office/officeart/2018/5/layout/IconCircleLabelList"/>
    <dgm:cxn modelId="{B48A5276-83A2-4626-BFA4-F219C76D8590}" type="presParOf" srcId="{8A022261-897A-434D-8856-21EAE11711E6}" destId="{B551DDE2-36F6-4E52-A995-5C2E2B3AF5A1}" srcOrd="0" destOrd="0" presId="urn:microsoft.com/office/officeart/2018/5/layout/IconCircleLabelList"/>
    <dgm:cxn modelId="{B8B7B4FC-FC77-40DA-942B-913A083CA5D9}" type="presParOf" srcId="{8A022261-897A-434D-8856-21EAE11711E6}" destId="{1567FC72-C6CF-477E-82FB-9B3E2650AF9B}" srcOrd="1" destOrd="0" presId="urn:microsoft.com/office/officeart/2018/5/layout/IconCircleLabelList"/>
    <dgm:cxn modelId="{61186CE3-6DAE-4D01-AA67-FA7D2BF5DD28}" type="presParOf" srcId="{8A022261-897A-434D-8856-21EAE11711E6}" destId="{E0132E2F-3119-4D50-AAFC-E11E4B641DB6}" srcOrd="2" destOrd="0" presId="urn:microsoft.com/office/officeart/2018/5/layout/IconCircleLabelList"/>
    <dgm:cxn modelId="{DD59D6D1-5D16-4E9C-A558-66BD2F95A2A6}" type="presParOf" srcId="{8A022261-897A-434D-8856-21EAE11711E6}" destId="{A6775DB0-C2D6-4E79-8BCC-C8414B2A544C}" srcOrd="3" destOrd="0" presId="urn:microsoft.com/office/officeart/2018/5/layout/IconCircleLabelList"/>
    <dgm:cxn modelId="{9C67553E-3B31-4989-86A4-94FDE76FE28E}" type="presParOf" srcId="{00043120-665A-4C73-88C9-D90EA087CD51}" destId="{DA3CCE07-364D-4A63-8E29-4D71E96F0F5B}" srcOrd="3" destOrd="0" presId="urn:microsoft.com/office/officeart/2018/5/layout/IconCircleLabelList"/>
    <dgm:cxn modelId="{9C707AB2-0F98-4DD3-9C58-6DB07C84D19B}" type="presParOf" srcId="{00043120-665A-4C73-88C9-D90EA087CD51}" destId="{7DFA4E4A-E9C1-423B-9176-2711BF55C5BD}" srcOrd="4" destOrd="0" presId="urn:microsoft.com/office/officeart/2018/5/layout/IconCircleLabelList"/>
    <dgm:cxn modelId="{D4C0CA69-50C4-4A71-8B1C-0967CBABD985}" type="presParOf" srcId="{7DFA4E4A-E9C1-423B-9176-2711BF55C5BD}" destId="{88D1FFE0-7DA1-4FB1-AD09-865603B879B2}" srcOrd="0" destOrd="0" presId="urn:microsoft.com/office/officeart/2018/5/layout/IconCircleLabelList"/>
    <dgm:cxn modelId="{A3878CDD-4626-4A50-BD64-298692EE7443}" type="presParOf" srcId="{7DFA4E4A-E9C1-423B-9176-2711BF55C5BD}" destId="{5C3FD701-3B18-48BD-AD3E-5486877E2E86}" srcOrd="1" destOrd="0" presId="urn:microsoft.com/office/officeart/2018/5/layout/IconCircleLabelList"/>
    <dgm:cxn modelId="{8E327F22-8A81-469F-A2A2-2F002B17ABA4}" type="presParOf" srcId="{7DFA4E4A-E9C1-423B-9176-2711BF55C5BD}" destId="{13F3A759-99CC-4456-BF2E-C818B11E9C6E}" srcOrd="2" destOrd="0" presId="urn:microsoft.com/office/officeart/2018/5/layout/IconCircleLabelList"/>
    <dgm:cxn modelId="{89CAB0CC-F87C-41EA-B1F9-CFF80D227526}" type="presParOf" srcId="{7DFA4E4A-E9C1-423B-9176-2711BF55C5BD}" destId="{4A1964A0-7A7F-42EA-A6FA-9449DA636E4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4B54A43-37B4-46A6-951B-0C059D77D7C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5531343-6193-4C20-9497-E12CC5675A3F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b="0" i="0" dirty="0"/>
            <a:t>As a player, I want to fight the enemies so that I can go on with the plot</a:t>
          </a:r>
          <a:endParaRPr lang="it-IT" noProof="0" dirty="0"/>
        </a:p>
      </dgm:t>
    </dgm:pt>
    <dgm:pt modelId="{83B1B59D-2B65-4110-9434-AB6F4E389302}" type="parTrans" cxnId="{18707F8B-C668-41C7-871B-5BC01839C349}">
      <dgm:prSet/>
      <dgm:spPr/>
      <dgm:t>
        <a:bodyPr/>
        <a:lstStyle/>
        <a:p>
          <a:endParaRPr lang="en-US"/>
        </a:p>
      </dgm:t>
    </dgm:pt>
    <dgm:pt modelId="{CBE0380A-07A7-44FD-BC86-F89CD7219D41}" type="sibTrans" cxnId="{18707F8B-C668-41C7-871B-5BC01839C349}">
      <dgm:prSet/>
      <dgm:spPr/>
      <dgm:t>
        <a:bodyPr/>
        <a:lstStyle/>
        <a:p>
          <a:endParaRPr lang="en-US"/>
        </a:p>
      </dgm:t>
    </dgm:pt>
    <dgm:pt modelId="{1EDBD013-5DE6-40BC-911F-817D569F4CC3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b="0" i="0" dirty="0"/>
            <a:t>Acceptance Criteria: the game allows the player to choose an attack or use an item</a:t>
          </a:r>
          <a:endParaRPr lang="it-IT" noProof="0" dirty="0"/>
        </a:p>
      </dgm:t>
    </dgm:pt>
    <dgm:pt modelId="{CF252FF0-0884-4AB2-A24D-34490155591B}" type="parTrans" cxnId="{AF668873-BAC7-469A-82A8-7D0031167F12}">
      <dgm:prSet/>
      <dgm:spPr/>
      <dgm:t>
        <a:bodyPr/>
        <a:lstStyle/>
        <a:p>
          <a:endParaRPr lang="en-US"/>
        </a:p>
      </dgm:t>
    </dgm:pt>
    <dgm:pt modelId="{EA566D96-41C8-4B14-BBB1-23FADF192B7D}" type="sibTrans" cxnId="{AF668873-BAC7-469A-82A8-7D0031167F12}">
      <dgm:prSet/>
      <dgm:spPr/>
      <dgm:t>
        <a:bodyPr/>
        <a:lstStyle/>
        <a:p>
          <a:endParaRPr lang="en-US"/>
        </a:p>
      </dgm:t>
    </dgm:pt>
    <dgm:pt modelId="{2BF6A14B-F370-4851-8B76-07AEEA7BECF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 noProof="0" dirty="0"/>
            <a:t>Pattern: </a:t>
          </a:r>
          <a:r>
            <a:rPr lang="it-IT" b="1" noProof="0" dirty="0"/>
            <a:t>Observer</a:t>
          </a:r>
          <a:endParaRPr lang="it-IT" noProof="0" dirty="0"/>
        </a:p>
      </dgm:t>
    </dgm:pt>
    <dgm:pt modelId="{66C40DAC-C002-4EF3-944F-B16DE8DFB4F5}" type="parTrans" cxnId="{7BB6FA00-3CF3-4717-AD4C-060373733B00}">
      <dgm:prSet/>
      <dgm:spPr/>
      <dgm:t>
        <a:bodyPr/>
        <a:lstStyle/>
        <a:p>
          <a:endParaRPr lang="en-US"/>
        </a:p>
      </dgm:t>
    </dgm:pt>
    <dgm:pt modelId="{13111E74-58E8-41C5-ADA2-8A7D223BD0A9}" type="sibTrans" cxnId="{7BB6FA00-3CF3-4717-AD4C-060373733B00}">
      <dgm:prSet/>
      <dgm:spPr/>
      <dgm:t>
        <a:bodyPr/>
        <a:lstStyle/>
        <a:p>
          <a:endParaRPr lang="en-US"/>
        </a:p>
      </dgm:t>
    </dgm:pt>
    <dgm:pt modelId="{6065341E-FF18-4530-ABC1-7755867523C3}" type="pres">
      <dgm:prSet presAssocID="{14B54A43-37B4-46A6-951B-0C059D77D7C4}" presName="root" presStyleCnt="0">
        <dgm:presLayoutVars>
          <dgm:dir/>
          <dgm:resizeHandles val="exact"/>
        </dgm:presLayoutVars>
      </dgm:prSet>
      <dgm:spPr/>
    </dgm:pt>
    <dgm:pt modelId="{2273F9F2-891F-464F-8CE8-B8C31D5A6C85}" type="pres">
      <dgm:prSet presAssocID="{85531343-6193-4C20-9497-E12CC5675A3F}" presName="compNode" presStyleCnt="0"/>
      <dgm:spPr/>
    </dgm:pt>
    <dgm:pt modelId="{5F85631A-DA3E-445E-B38C-DDBB283F6060}" type="pres">
      <dgm:prSet presAssocID="{85531343-6193-4C20-9497-E12CC5675A3F}" presName="iconBgRect" presStyleLbl="bgShp" presStyleIdx="0" presStyleCnt="3"/>
      <dgm:spPr/>
    </dgm:pt>
    <dgm:pt modelId="{79BCD683-510A-4201-97CC-4A75303B2EB6}" type="pres">
      <dgm:prSet presAssocID="{85531343-6193-4C20-9497-E12CC5675A3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one"/>
        </a:ext>
      </dgm:extLst>
    </dgm:pt>
    <dgm:pt modelId="{45308989-C148-429D-B219-0ED361AE60F8}" type="pres">
      <dgm:prSet presAssocID="{85531343-6193-4C20-9497-E12CC5675A3F}" presName="spaceRect" presStyleCnt="0"/>
      <dgm:spPr/>
    </dgm:pt>
    <dgm:pt modelId="{45D431CB-344E-4F35-B5B8-E0D9A3882219}" type="pres">
      <dgm:prSet presAssocID="{85531343-6193-4C20-9497-E12CC5675A3F}" presName="textRect" presStyleLbl="revTx" presStyleIdx="0" presStyleCnt="3">
        <dgm:presLayoutVars>
          <dgm:chMax val="1"/>
          <dgm:chPref val="1"/>
        </dgm:presLayoutVars>
      </dgm:prSet>
      <dgm:spPr/>
    </dgm:pt>
    <dgm:pt modelId="{3E55E57A-0F8D-4BD9-A617-B59E5297C21D}" type="pres">
      <dgm:prSet presAssocID="{CBE0380A-07A7-44FD-BC86-F89CD7219D41}" presName="sibTrans" presStyleCnt="0"/>
      <dgm:spPr/>
    </dgm:pt>
    <dgm:pt modelId="{8F26A107-21EF-4436-9E17-B8C55DD3C661}" type="pres">
      <dgm:prSet presAssocID="{1EDBD013-5DE6-40BC-911F-817D569F4CC3}" presName="compNode" presStyleCnt="0"/>
      <dgm:spPr/>
    </dgm:pt>
    <dgm:pt modelId="{0B14F369-5414-49FC-9AF0-392D381764B2}" type="pres">
      <dgm:prSet presAssocID="{1EDBD013-5DE6-40BC-911F-817D569F4CC3}" presName="iconBgRect" presStyleLbl="bgShp" presStyleIdx="1" presStyleCnt="3"/>
      <dgm:spPr/>
    </dgm:pt>
    <dgm:pt modelId="{70A5BD62-0BEA-48C6-AC6F-9982F9636446}" type="pres">
      <dgm:prSet presAssocID="{1EDBD013-5DE6-40BC-911F-817D569F4CC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FFCF1A44-A04B-496E-951E-D7CA8816BEFB}" type="pres">
      <dgm:prSet presAssocID="{1EDBD013-5DE6-40BC-911F-817D569F4CC3}" presName="spaceRect" presStyleCnt="0"/>
      <dgm:spPr/>
    </dgm:pt>
    <dgm:pt modelId="{39EFD421-35F3-41F8-A317-F047E8259D85}" type="pres">
      <dgm:prSet presAssocID="{1EDBD013-5DE6-40BC-911F-817D569F4CC3}" presName="textRect" presStyleLbl="revTx" presStyleIdx="1" presStyleCnt="3">
        <dgm:presLayoutVars>
          <dgm:chMax val="1"/>
          <dgm:chPref val="1"/>
        </dgm:presLayoutVars>
      </dgm:prSet>
      <dgm:spPr/>
    </dgm:pt>
    <dgm:pt modelId="{0F4A795B-1BB8-4B0F-BDFD-40E49A1B9479}" type="pres">
      <dgm:prSet presAssocID="{EA566D96-41C8-4B14-BBB1-23FADF192B7D}" presName="sibTrans" presStyleCnt="0"/>
      <dgm:spPr/>
    </dgm:pt>
    <dgm:pt modelId="{511F28FB-FA89-4D1D-A3EB-1CF45D44ECE4}" type="pres">
      <dgm:prSet presAssocID="{2BF6A14B-F370-4851-8B76-07AEEA7BECF4}" presName="compNode" presStyleCnt="0"/>
      <dgm:spPr/>
    </dgm:pt>
    <dgm:pt modelId="{8EC44CBD-47A4-4FB0-ADB7-D84E9B7FD5F0}" type="pres">
      <dgm:prSet presAssocID="{2BF6A14B-F370-4851-8B76-07AEEA7BECF4}" presName="iconBgRect" presStyleLbl="bgShp" presStyleIdx="2" presStyleCnt="3"/>
      <dgm:spPr/>
    </dgm:pt>
    <dgm:pt modelId="{C2265A3D-7DF8-4C53-A661-DB2075A65632}" type="pres">
      <dgm:prSet presAssocID="{2BF6A14B-F370-4851-8B76-07AEEA7BECF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F0326E9-00E2-4C35-B010-126BA2442F7C}" type="pres">
      <dgm:prSet presAssocID="{2BF6A14B-F370-4851-8B76-07AEEA7BECF4}" presName="spaceRect" presStyleCnt="0"/>
      <dgm:spPr/>
    </dgm:pt>
    <dgm:pt modelId="{9B1209AF-D467-4BFD-A501-051EA5A310AF}" type="pres">
      <dgm:prSet presAssocID="{2BF6A14B-F370-4851-8B76-07AEEA7BECF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BB6FA00-3CF3-4717-AD4C-060373733B00}" srcId="{14B54A43-37B4-46A6-951B-0C059D77D7C4}" destId="{2BF6A14B-F370-4851-8B76-07AEEA7BECF4}" srcOrd="2" destOrd="0" parTransId="{66C40DAC-C002-4EF3-944F-B16DE8DFB4F5}" sibTransId="{13111E74-58E8-41C5-ADA2-8A7D223BD0A9}"/>
    <dgm:cxn modelId="{97C7881A-67C2-4DD4-B092-26B23A93EDF3}" type="presOf" srcId="{85531343-6193-4C20-9497-E12CC5675A3F}" destId="{45D431CB-344E-4F35-B5B8-E0D9A3882219}" srcOrd="0" destOrd="0" presId="urn:microsoft.com/office/officeart/2018/5/layout/IconCircleLabelList"/>
    <dgm:cxn modelId="{AF668873-BAC7-469A-82A8-7D0031167F12}" srcId="{14B54A43-37B4-46A6-951B-0C059D77D7C4}" destId="{1EDBD013-5DE6-40BC-911F-817D569F4CC3}" srcOrd="1" destOrd="0" parTransId="{CF252FF0-0884-4AB2-A24D-34490155591B}" sibTransId="{EA566D96-41C8-4B14-BBB1-23FADF192B7D}"/>
    <dgm:cxn modelId="{18707F8B-C668-41C7-871B-5BC01839C349}" srcId="{14B54A43-37B4-46A6-951B-0C059D77D7C4}" destId="{85531343-6193-4C20-9497-E12CC5675A3F}" srcOrd="0" destOrd="0" parTransId="{83B1B59D-2B65-4110-9434-AB6F4E389302}" sibTransId="{CBE0380A-07A7-44FD-BC86-F89CD7219D41}"/>
    <dgm:cxn modelId="{78055797-09DC-4F17-8290-C185CB145B25}" type="presOf" srcId="{14B54A43-37B4-46A6-951B-0C059D77D7C4}" destId="{6065341E-FF18-4530-ABC1-7755867523C3}" srcOrd="0" destOrd="0" presId="urn:microsoft.com/office/officeart/2018/5/layout/IconCircleLabelList"/>
    <dgm:cxn modelId="{A1D976C3-E8D4-4A04-8491-E4E26277D9DF}" type="presOf" srcId="{1EDBD013-5DE6-40BC-911F-817D569F4CC3}" destId="{39EFD421-35F3-41F8-A317-F047E8259D85}" srcOrd="0" destOrd="0" presId="urn:microsoft.com/office/officeart/2018/5/layout/IconCircleLabelList"/>
    <dgm:cxn modelId="{F0F71FFB-C6E8-4C01-8EC5-0DB9B5CC482F}" type="presOf" srcId="{2BF6A14B-F370-4851-8B76-07AEEA7BECF4}" destId="{9B1209AF-D467-4BFD-A501-051EA5A310AF}" srcOrd="0" destOrd="0" presId="urn:microsoft.com/office/officeart/2018/5/layout/IconCircleLabelList"/>
    <dgm:cxn modelId="{FBD69A86-F7E4-4F15-B67C-65B1713EB332}" type="presParOf" srcId="{6065341E-FF18-4530-ABC1-7755867523C3}" destId="{2273F9F2-891F-464F-8CE8-B8C31D5A6C85}" srcOrd="0" destOrd="0" presId="urn:microsoft.com/office/officeart/2018/5/layout/IconCircleLabelList"/>
    <dgm:cxn modelId="{085BAF81-770C-45B2-92DB-3D40AA8F36F1}" type="presParOf" srcId="{2273F9F2-891F-464F-8CE8-B8C31D5A6C85}" destId="{5F85631A-DA3E-445E-B38C-DDBB283F6060}" srcOrd="0" destOrd="0" presId="urn:microsoft.com/office/officeart/2018/5/layout/IconCircleLabelList"/>
    <dgm:cxn modelId="{EDA30C5E-D819-477E-A4AF-9259D709FBDF}" type="presParOf" srcId="{2273F9F2-891F-464F-8CE8-B8C31D5A6C85}" destId="{79BCD683-510A-4201-97CC-4A75303B2EB6}" srcOrd="1" destOrd="0" presId="urn:microsoft.com/office/officeart/2018/5/layout/IconCircleLabelList"/>
    <dgm:cxn modelId="{D3ACAEB8-FD27-45C0-A582-836B58C5EE59}" type="presParOf" srcId="{2273F9F2-891F-464F-8CE8-B8C31D5A6C85}" destId="{45308989-C148-429D-B219-0ED361AE60F8}" srcOrd="2" destOrd="0" presId="urn:microsoft.com/office/officeart/2018/5/layout/IconCircleLabelList"/>
    <dgm:cxn modelId="{D2160DA6-3673-4E6E-A1F4-970BFEDBF685}" type="presParOf" srcId="{2273F9F2-891F-464F-8CE8-B8C31D5A6C85}" destId="{45D431CB-344E-4F35-B5B8-E0D9A3882219}" srcOrd="3" destOrd="0" presId="urn:microsoft.com/office/officeart/2018/5/layout/IconCircleLabelList"/>
    <dgm:cxn modelId="{C423FF16-738C-4422-92E5-F046AA1D3223}" type="presParOf" srcId="{6065341E-FF18-4530-ABC1-7755867523C3}" destId="{3E55E57A-0F8D-4BD9-A617-B59E5297C21D}" srcOrd="1" destOrd="0" presId="urn:microsoft.com/office/officeart/2018/5/layout/IconCircleLabelList"/>
    <dgm:cxn modelId="{EC7F8A24-0ACD-4E32-81DC-9752FE35AEB9}" type="presParOf" srcId="{6065341E-FF18-4530-ABC1-7755867523C3}" destId="{8F26A107-21EF-4436-9E17-B8C55DD3C661}" srcOrd="2" destOrd="0" presId="urn:microsoft.com/office/officeart/2018/5/layout/IconCircleLabelList"/>
    <dgm:cxn modelId="{5B00D751-7437-4D0F-91BB-E957A1B9711D}" type="presParOf" srcId="{8F26A107-21EF-4436-9E17-B8C55DD3C661}" destId="{0B14F369-5414-49FC-9AF0-392D381764B2}" srcOrd="0" destOrd="0" presId="urn:microsoft.com/office/officeart/2018/5/layout/IconCircleLabelList"/>
    <dgm:cxn modelId="{55A2D4EE-5194-41A8-840C-BA978035612F}" type="presParOf" srcId="{8F26A107-21EF-4436-9E17-B8C55DD3C661}" destId="{70A5BD62-0BEA-48C6-AC6F-9982F9636446}" srcOrd="1" destOrd="0" presId="urn:microsoft.com/office/officeart/2018/5/layout/IconCircleLabelList"/>
    <dgm:cxn modelId="{CC63F136-B4B8-4E17-83A6-6416B6350BE9}" type="presParOf" srcId="{8F26A107-21EF-4436-9E17-B8C55DD3C661}" destId="{FFCF1A44-A04B-496E-951E-D7CA8816BEFB}" srcOrd="2" destOrd="0" presId="urn:microsoft.com/office/officeart/2018/5/layout/IconCircleLabelList"/>
    <dgm:cxn modelId="{DC48720C-7D2C-4E6A-A068-C9DBDE06A8DE}" type="presParOf" srcId="{8F26A107-21EF-4436-9E17-B8C55DD3C661}" destId="{39EFD421-35F3-41F8-A317-F047E8259D85}" srcOrd="3" destOrd="0" presId="urn:microsoft.com/office/officeart/2018/5/layout/IconCircleLabelList"/>
    <dgm:cxn modelId="{EE4BE2B8-991E-4C84-A55A-71EA8384E21D}" type="presParOf" srcId="{6065341E-FF18-4530-ABC1-7755867523C3}" destId="{0F4A795B-1BB8-4B0F-BDFD-40E49A1B9479}" srcOrd="3" destOrd="0" presId="urn:microsoft.com/office/officeart/2018/5/layout/IconCircleLabelList"/>
    <dgm:cxn modelId="{8422B92A-1500-42BD-98B1-E7140D03D002}" type="presParOf" srcId="{6065341E-FF18-4530-ABC1-7755867523C3}" destId="{511F28FB-FA89-4D1D-A3EB-1CF45D44ECE4}" srcOrd="4" destOrd="0" presId="urn:microsoft.com/office/officeart/2018/5/layout/IconCircleLabelList"/>
    <dgm:cxn modelId="{16635E0D-6C7C-47E6-8C3B-3D92B6F3C99D}" type="presParOf" srcId="{511F28FB-FA89-4D1D-A3EB-1CF45D44ECE4}" destId="{8EC44CBD-47A4-4FB0-ADB7-D84E9B7FD5F0}" srcOrd="0" destOrd="0" presId="urn:microsoft.com/office/officeart/2018/5/layout/IconCircleLabelList"/>
    <dgm:cxn modelId="{A846E0F2-542C-45E2-8880-2E5D0371BC75}" type="presParOf" srcId="{511F28FB-FA89-4D1D-A3EB-1CF45D44ECE4}" destId="{C2265A3D-7DF8-4C53-A661-DB2075A65632}" srcOrd="1" destOrd="0" presId="urn:microsoft.com/office/officeart/2018/5/layout/IconCircleLabelList"/>
    <dgm:cxn modelId="{42E46AC5-F79F-4BDB-8D60-C11A79E947B0}" type="presParOf" srcId="{511F28FB-FA89-4D1D-A3EB-1CF45D44ECE4}" destId="{DF0326E9-00E2-4C35-B010-126BA2442F7C}" srcOrd="2" destOrd="0" presId="urn:microsoft.com/office/officeart/2018/5/layout/IconCircleLabelList"/>
    <dgm:cxn modelId="{A9BB1C06-0A5A-4E87-8241-50C5CC951F91}" type="presParOf" srcId="{511F28FB-FA89-4D1D-A3EB-1CF45D44ECE4}" destId="{9B1209AF-D467-4BFD-A501-051EA5A310A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141496C-6070-4B39-B1BA-CCC2914012F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75A9A0-974A-4C31-BD95-718EB9CE8633}">
      <dgm:prSet/>
      <dgm:spPr/>
      <dgm:t>
        <a:bodyPr/>
        <a:lstStyle/>
        <a:p>
          <a:pPr>
            <a:buNone/>
          </a:pPr>
          <a:r>
            <a:rPr lang="en-US" b="0" i="0" dirty="0"/>
            <a:t>As a player, I want to evolve my character, so that I progress in the game.</a:t>
          </a:r>
          <a:endParaRPr lang="it-IT" noProof="0" dirty="0"/>
        </a:p>
      </dgm:t>
    </dgm:pt>
    <dgm:pt modelId="{A30DF443-37AA-4D82-90E0-9DF5F3007E16}" type="parTrans" cxnId="{A896547F-B531-41AB-81C5-5C8568CF7E8A}">
      <dgm:prSet/>
      <dgm:spPr/>
      <dgm:t>
        <a:bodyPr/>
        <a:lstStyle/>
        <a:p>
          <a:endParaRPr lang="en-US"/>
        </a:p>
      </dgm:t>
    </dgm:pt>
    <dgm:pt modelId="{D474F973-54A7-4DFB-AD0F-5BD12ECCA418}" type="sibTrans" cxnId="{A896547F-B531-41AB-81C5-5C8568CF7E8A}">
      <dgm:prSet/>
      <dgm:spPr/>
      <dgm:t>
        <a:bodyPr/>
        <a:lstStyle/>
        <a:p>
          <a:endParaRPr lang="en-US"/>
        </a:p>
      </dgm:t>
    </dgm:pt>
    <dgm:pt modelId="{861AF182-76F5-41E6-9858-CADA63344D6B}">
      <dgm:prSet/>
      <dgm:spPr/>
      <dgm:t>
        <a:bodyPr/>
        <a:lstStyle/>
        <a:p>
          <a:pPr>
            <a:buNone/>
          </a:pPr>
          <a:r>
            <a:rPr lang="en-US" b="0" i="0" dirty="0"/>
            <a:t>acceptance criteria: the new ability appears in the ability list</a:t>
          </a:r>
          <a:endParaRPr lang="it-IT" noProof="0" dirty="0"/>
        </a:p>
      </dgm:t>
    </dgm:pt>
    <dgm:pt modelId="{02DDF6C7-4947-4882-BC95-723AE54C19A5}" type="parTrans" cxnId="{84F42311-8B10-4168-8F7C-F722DDE267B6}">
      <dgm:prSet/>
      <dgm:spPr/>
      <dgm:t>
        <a:bodyPr/>
        <a:lstStyle/>
        <a:p>
          <a:endParaRPr lang="en-US"/>
        </a:p>
      </dgm:t>
    </dgm:pt>
    <dgm:pt modelId="{2A1BCF91-0FCE-41FB-B7DC-F32D35B6AC13}" type="sibTrans" cxnId="{84F42311-8B10-4168-8F7C-F722DDE267B6}">
      <dgm:prSet/>
      <dgm:spPr/>
      <dgm:t>
        <a:bodyPr/>
        <a:lstStyle/>
        <a:p>
          <a:endParaRPr lang="en-US"/>
        </a:p>
      </dgm:t>
    </dgm:pt>
    <dgm:pt modelId="{04C5CFC9-B786-413B-85F4-B0FFE3CBBFF8}">
      <dgm:prSet/>
      <dgm:spPr/>
      <dgm:t>
        <a:bodyPr/>
        <a:lstStyle/>
        <a:p>
          <a:r>
            <a:rPr lang="it-IT" noProof="0" dirty="0"/>
            <a:t>Pattern usati: Strategy + Observer</a:t>
          </a:r>
        </a:p>
      </dgm:t>
    </dgm:pt>
    <dgm:pt modelId="{48B22093-FA1A-4141-A147-4320BA2A98A9}" type="parTrans" cxnId="{F675894A-F67F-4832-A2A5-0913CABC0D60}">
      <dgm:prSet/>
      <dgm:spPr/>
      <dgm:t>
        <a:bodyPr/>
        <a:lstStyle/>
        <a:p>
          <a:endParaRPr lang="en-US"/>
        </a:p>
      </dgm:t>
    </dgm:pt>
    <dgm:pt modelId="{ACC293A6-6D0C-443E-A418-356F348CEF4E}" type="sibTrans" cxnId="{F675894A-F67F-4832-A2A5-0913CABC0D60}">
      <dgm:prSet/>
      <dgm:spPr/>
      <dgm:t>
        <a:bodyPr/>
        <a:lstStyle/>
        <a:p>
          <a:endParaRPr lang="en-US"/>
        </a:p>
      </dgm:t>
    </dgm:pt>
    <dgm:pt modelId="{47437ED0-910B-438B-BAC2-AF76386BA279}" type="pres">
      <dgm:prSet presAssocID="{C141496C-6070-4B39-B1BA-CCC2914012FD}" presName="root" presStyleCnt="0">
        <dgm:presLayoutVars>
          <dgm:dir/>
          <dgm:resizeHandles val="exact"/>
        </dgm:presLayoutVars>
      </dgm:prSet>
      <dgm:spPr/>
    </dgm:pt>
    <dgm:pt modelId="{5FA481EE-C2CA-41A6-A7BF-B0938234527C}" type="pres">
      <dgm:prSet presAssocID="{BA75A9A0-974A-4C31-BD95-718EB9CE8633}" presName="compNode" presStyleCnt="0"/>
      <dgm:spPr/>
    </dgm:pt>
    <dgm:pt modelId="{C7081AF7-A197-41A7-B19C-436F0D878782}" type="pres">
      <dgm:prSet presAssocID="{BA75A9A0-974A-4C31-BD95-718EB9CE8633}" presName="bgRect" presStyleLbl="bgShp" presStyleIdx="0" presStyleCnt="3"/>
      <dgm:spPr/>
    </dgm:pt>
    <dgm:pt modelId="{284568B2-C461-40B2-9EA7-C0F2FAFA5D5E}" type="pres">
      <dgm:prSet presAssocID="{BA75A9A0-974A-4C31-BD95-718EB9CE863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sso"/>
        </a:ext>
      </dgm:extLst>
    </dgm:pt>
    <dgm:pt modelId="{A34E99B0-62E4-41EB-B094-F5AD339A1873}" type="pres">
      <dgm:prSet presAssocID="{BA75A9A0-974A-4C31-BD95-718EB9CE8633}" presName="spaceRect" presStyleCnt="0"/>
      <dgm:spPr/>
    </dgm:pt>
    <dgm:pt modelId="{17149514-D71D-4926-B777-F1967F3188FD}" type="pres">
      <dgm:prSet presAssocID="{BA75A9A0-974A-4C31-BD95-718EB9CE8633}" presName="parTx" presStyleLbl="revTx" presStyleIdx="0" presStyleCnt="3">
        <dgm:presLayoutVars>
          <dgm:chMax val="0"/>
          <dgm:chPref val="0"/>
        </dgm:presLayoutVars>
      </dgm:prSet>
      <dgm:spPr/>
    </dgm:pt>
    <dgm:pt modelId="{7EC19184-6AF0-46B1-88C6-1ACD368B44A2}" type="pres">
      <dgm:prSet presAssocID="{D474F973-54A7-4DFB-AD0F-5BD12ECCA418}" presName="sibTrans" presStyleCnt="0"/>
      <dgm:spPr/>
    </dgm:pt>
    <dgm:pt modelId="{913F3BF0-D927-4850-B972-B818DAB72659}" type="pres">
      <dgm:prSet presAssocID="{861AF182-76F5-41E6-9858-CADA63344D6B}" presName="compNode" presStyleCnt="0"/>
      <dgm:spPr/>
    </dgm:pt>
    <dgm:pt modelId="{CE2F0C63-82EE-4C0D-8EF5-DE3C704A19E7}" type="pres">
      <dgm:prSet presAssocID="{861AF182-76F5-41E6-9858-CADA63344D6B}" presName="bgRect" presStyleLbl="bgShp" presStyleIdx="1" presStyleCnt="3"/>
      <dgm:spPr/>
    </dgm:pt>
    <dgm:pt modelId="{90CF5238-7E8B-4038-9ACF-C3CFBCA66B21}" type="pres">
      <dgm:prSet presAssocID="{861AF182-76F5-41E6-9858-CADA63344D6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9CA4F184-76A6-4A4C-8C5A-5C4FC9EA6A78}" type="pres">
      <dgm:prSet presAssocID="{861AF182-76F5-41E6-9858-CADA63344D6B}" presName="spaceRect" presStyleCnt="0"/>
      <dgm:spPr/>
    </dgm:pt>
    <dgm:pt modelId="{3D79A2C3-9C32-4CBB-8FC1-3D1BE7FE750F}" type="pres">
      <dgm:prSet presAssocID="{861AF182-76F5-41E6-9858-CADA63344D6B}" presName="parTx" presStyleLbl="revTx" presStyleIdx="1" presStyleCnt="3">
        <dgm:presLayoutVars>
          <dgm:chMax val="0"/>
          <dgm:chPref val="0"/>
        </dgm:presLayoutVars>
      </dgm:prSet>
      <dgm:spPr/>
    </dgm:pt>
    <dgm:pt modelId="{A64A1C6C-2281-49A3-B104-B5D9AB0E7374}" type="pres">
      <dgm:prSet presAssocID="{2A1BCF91-0FCE-41FB-B7DC-F32D35B6AC13}" presName="sibTrans" presStyleCnt="0"/>
      <dgm:spPr/>
    </dgm:pt>
    <dgm:pt modelId="{632160B2-27B7-4D2C-AD4D-8F8147A09AB4}" type="pres">
      <dgm:prSet presAssocID="{04C5CFC9-B786-413B-85F4-B0FFE3CBBFF8}" presName="compNode" presStyleCnt="0"/>
      <dgm:spPr/>
    </dgm:pt>
    <dgm:pt modelId="{67FD8F6C-A64C-4C0E-8E97-1895CE3E8C3E}" type="pres">
      <dgm:prSet presAssocID="{04C5CFC9-B786-413B-85F4-B0FFE3CBBFF8}" presName="bgRect" presStyleLbl="bgShp" presStyleIdx="2" presStyleCnt="3"/>
      <dgm:spPr/>
    </dgm:pt>
    <dgm:pt modelId="{18E24EC2-2B34-477E-BE00-3A882924C755}" type="pres">
      <dgm:prSet presAssocID="{04C5CFC9-B786-413B-85F4-B0FFE3CBBFF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la"/>
        </a:ext>
      </dgm:extLst>
    </dgm:pt>
    <dgm:pt modelId="{B1B20DD0-973F-4BE7-9C75-B90399A50DD0}" type="pres">
      <dgm:prSet presAssocID="{04C5CFC9-B786-413B-85F4-B0FFE3CBBFF8}" presName="spaceRect" presStyleCnt="0"/>
      <dgm:spPr/>
    </dgm:pt>
    <dgm:pt modelId="{8A5B3CEA-E3CF-4F86-B4DF-B3280E1D36C4}" type="pres">
      <dgm:prSet presAssocID="{04C5CFC9-B786-413B-85F4-B0FFE3CBBFF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4F42311-8B10-4168-8F7C-F722DDE267B6}" srcId="{C141496C-6070-4B39-B1BA-CCC2914012FD}" destId="{861AF182-76F5-41E6-9858-CADA63344D6B}" srcOrd="1" destOrd="0" parTransId="{02DDF6C7-4947-4882-BC95-723AE54C19A5}" sibTransId="{2A1BCF91-0FCE-41FB-B7DC-F32D35B6AC13}"/>
    <dgm:cxn modelId="{B1061525-8961-4E18-ABA1-D064DD4DE0A6}" type="presOf" srcId="{BA75A9A0-974A-4C31-BD95-718EB9CE8633}" destId="{17149514-D71D-4926-B777-F1967F3188FD}" srcOrd="0" destOrd="0" presId="urn:microsoft.com/office/officeart/2018/2/layout/IconVerticalSolidList"/>
    <dgm:cxn modelId="{F675894A-F67F-4832-A2A5-0913CABC0D60}" srcId="{C141496C-6070-4B39-B1BA-CCC2914012FD}" destId="{04C5CFC9-B786-413B-85F4-B0FFE3CBBFF8}" srcOrd="2" destOrd="0" parTransId="{48B22093-FA1A-4141-A147-4320BA2A98A9}" sibTransId="{ACC293A6-6D0C-443E-A418-356F348CEF4E}"/>
    <dgm:cxn modelId="{4294A16C-2B76-4268-8DB1-89C816458566}" type="presOf" srcId="{861AF182-76F5-41E6-9858-CADA63344D6B}" destId="{3D79A2C3-9C32-4CBB-8FC1-3D1BE7FE750F}" srcOrd="0" destOrd="0" presId="urn:microsoft.com/office/officeart/2018/2/layout/IconVerticalSolidList"/>
    <dgm:cxn modelId="{0F314D72-C53C-47C6-A8DB-609FDB0F0FD2}" type="presOf" srcId="{04C5CFC9-B786-413B-85F4-B0FFE3CBBFF8}" destId="{8A5B3CEA-E3CF-4F86-B4DF-B3280E1D36C4}" srcOrd="0" destOrd="0" presId="urn:microsoft.com/office/officeart/2018/2/layout/IconVerticalSolidList"/>
    <dgm:cxn modelId="{A896547F-B531-41AB-81C5-5C8568CF7E8A}" srcId="{C141496C-6070-4B39-B1BA-CCC2914012FD}" destId="{BA75A9A0-974A-4C31-BD95-718EB9CE8633}" srcOrd="0" destOrd="0" parTransId="{A30DF443-37AA-4D82-90E0-9DF5F3007E16}" sibTransId="{D474F973-54A7-4DFB-AD0F-5BD12ECCA418}"/>
    <dgm:cxn modelId="{6CEED9FE-1371-48F5-8B31-A18136B21146}" type="presOf" srcId="{C141496C-6070-4B39-B1BA-CCC2914012FD}" destId="{47437ED0-910B-438B-BAC2-AF76386BA279}" srcOrd="0" destOrd="0" presId="urn:microsoft.com/office/officeart/2018/2/layout/IconVerticalSolidList"/>
    <dgm:cxn modelId="{9940B3B3-BED2-433B-AD10-253B271F1032}" type="presParOf" srcId="{47437ED0-910B-438B-BAC2-AF76386BA279}" destId="{5FA481EE-C2CA-41A6-A7BF-B0938234527C}" srcOrd="0" destOrd="0" presId="urn:microsoft.com/office/officeart/2018/2/layout/IconVerticalSolidList"/>
    <dgm:cxn modelId="{89437571-6016-4207-BFCE-79825EFFD594}" type="presParOf" srcId="{5FA481EE-C2CA-41A6-A7BF-B0938234527C}" destId="{C7081AF7-A197-41A7-B19C-436F0D878782}" srcOrd="0" destOrd="0" presId="urn:microsoft.com/office/officeart/2018/2/layout/IconVerticalSolidList"/>
    <dgm:cxn modelId="{A7BE9402-5276-4755-9094-326493BFB472}" type="presParOf" srcId="{5FA481EE-C2CA-41A6-A7BF-B0938234527C}" destId="{284568B2-C461-40B2-9EA7-C0F2FAFA5D5E}" srcOrd="1" destOrd="0" presId="urn:microsoft.com/office/officeart/2018/2/layout/IconVerticalSolidList"/>
    <dgm:cxn modelId="{0CD32575-CD1A-47BE-A60F-F8938650CAA9}" type="presParOf" srcId="{5FA481EE-C2CA-41A6-A7BF-B0938234527C}" destId="{A34E99B0-62E4-41EB-B094-F5AD339A1873}" srcOrd="2" destOrd="0" presId="urn:microsoft.com/office/officeart/2018/2/layout/IconVerticalSolidList"/>
    <dgm:cxn modelId="{AAF31CBF-3C49-4BC2-8460-31230B4A7935}" type="presParOf" srcId="{5FA481EE-C2CA-41A6-A7BF-B0938234527C}" destId="{17149514-D71D-4926-B777-F1967F3188FD}" srcOrd="3" destOrd="0" presId="urn:microsoft.com/office/officeart/2018/2/layout/IconVerticalSolidList"/>
    <dgm:cxn modelId="{FB2E8623-5E5E-4A9A-975D-FB9FFFB89C40}" type="presParOf" srcId="{47437ED0-910B-438B-BAC2-AF76386BA279}" destId="{7EC19184-6AF0-46B1-88C6-1ACD368B44A2}" srcOrd="1" destOrd="0" presId="urn:microsoft.com/office/officeart/2018/2/layout/IconVerticalSolidList"/>
    <dgm:cxn modelId="{A6EC39D5-4EAF-41D4-BA32-02EF14B71D4E}" type="presParOf" srcId="{47437ED0-910B-438B-BAC2-AF76386BA279}" destId="{913F3BF0-D927-4850-B972-B818DAB72659}" srcOrd="2" destOrd="0" presId="urn:microsoft.com/office/officeart/2018/2/layout/IconVerticalSolidList"/>
    <dgm:cxn modelId="{A107F79A-21E5-4AEB-B5EA-1427420D9982}" type="presParOf" srcId="{913F3BF0-D927-4850-B972-B818DAB72659}" destId="{CE2F0C63-82EE-4C0D-8EF5-DE3C704A19E7}" srcOrd="0" destOrd="0" presId="urn:microsoft.com/office/officeart/2018/2/layout/IconVerticalSolidList"/>
    <dgm:cxn modelId="{6141AA57-7ED7-426C-ABCA-06FDCD85C799}" type="presParOf" srcId="{913F3BF0-D927-4850-B972-B818DAB72659}" destId="{90CF5238-7E8B-4038-9ACF-C3CFBCA66B21}" srcOrd="1" destOrd="0" presId="urn:microsoft.com/office/officeart/2018/2/layout/IconVerticalSolidList"/>
    <dgm:cxn modelId="{3CEC8B03-CF8F-4037-8DCB-0A9A4441F7E2}" type="presParOf" srcId="{913F3BF0-D927-4850-B972-B818DAB72659}" destId="{9CA4F184-76A6-4A4C-8C5A-5C4FC9EA6A78}" srcOrd="2" destOrd="0" presId="urn:microsoft.com/office/officeart/2018/2/layout/IconVerticalSolidList"/>
    <dgm:cxn modelId="{32485AC0-0F32-41CC-9418-A10D50E47FE2}" type="presParOf" srcId="{913F3BF0-D927-4850-B972-B818DAB72659}" destId="{3D79A2C3-9C32-4CBB-8FC1-3D1BE7FE750F}" srcOrd="3" destOrd="0" presId="urn:microsoft.com/office/officeart/2018/2/layout/IconVerticalSolidList"/>
    <dgm:cxn modelId="{F5AF9E1A-428C-4596-B0A5-FA426D8A55D3}" type="presParOf" srcId="{47437ED0-910B-438B-BAC2-AF76386BA279}" destId="{A64A1C6C-2281-49A3-B104-B5D9AB0E7374}" srcOrd="3" destOrd="0" presId="urn:microsoft.com/office/officeart/2018/2/layout/IconVerticalSolidList"/>
    <dgm:cxn modelId="{E8FCBF01-ABEC-4086-B6D9-FD1D53AF2A19}" type="presParOf" srcId="{47437ED0-910B-438B-BAC2-AF76386BA279}" destId="{632160B2-27B7-4D2C-AD4D-8F8147A09AB4}" srcOrd="4" destOrd="0" presId="urn:microsoft.com/office/officeart/2018/2/layout/IconVerticalSolidList"/>
    <dgm:cxn modelId="{3CF2D168-77AB-44E7-9081-E739C3DBD46B}" type="presParOf" srcId="{632160B2-27B7-4D2C-AD4D-8F8147A09AB4}" destId="{67FD8F6C-A64C-4C0E-8E97-1895CE3E8C3E}" srcOrd="0" destOrd="0" presId="urn:microsoft.com/office/officeart/2018/2/layout/IconVerticalSolidList"/>
    <dgm:cxn modelId="{D0D9019F-EA65-433A-B871-F815B6923A1B}" type="presParOf" srcId="{632160B2-27B7-4D2C-AD4D-8F8147A09AB4}" destId="{18E24EC2-2B34-477E-BE00-3A882924C755}" srcOrd="1" destOrd="0" presId="urn:microsoft.com/office/officeart/2018/2/layout/IconVerticalSolidList"/>
    <dgm:cxn modelId="{C91BD52E-6EB4-4C6E-B912-2ECCAA155E57}" type="presParOf" srcId="{632160B2-27B7-4D2C-AD4D-8F8147A09AB4}" destId="{B1B20DD0-973F-4BE7-9C75-B90399A50DD0}" srcOrd="2" destOrd="0" presId="urn:microsoft.com/office/officeart/2018/2/layout/IconVerticalSolidList"/>
    <dgm:cxn modelId="{9A2DBA13-DB14-4192-9690-45CE27A5A709}" type="presParOf" srcId="{632160B2-27B7-4D2C-AD4D-8F8147A09AB4}" destId="{8A5B3CEA-E3CF-4F86-B4DF-B3280E1D36C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DBFF63F-7C84-4505-A021-EE3B28DAFE1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FF761DA-D7FA-4DAB-A02B-303ABEA4E993}">
      <dgm:prSet/>
      <dgm:spPr/>
      <dgm:t>
        <a:bodyPr/>
        <a:lstStyle/>
        <a:p>
          <a:pPr>
            <a:buNone/>
          </a:pPr>
          <a:r>
            <a:rPr lang="en-US" b="0" i="0" dirty="0"/>
            <a:t>As a player I want to save my progress in either the current slot or another one so that I can continue my game from the last save</a:t>
          </a:r>
          <a:endParaRPr lang="it-IT" noProof="0" dirty="0"/>
        </a:p>
      </dgm:t>
    </dgm:pt>
    <dgm:pt modelId="{6CE26B85-45F0-481C-8797-81A58325CE54}" type="parTrans" cxnId="{501EED65-0BCB-48CC-803F-DAB81A13B95F}">
      <dgm:prSet/>
      <dgm:spPr/>
      <dgm:t>
        <a:bodyPr/>
        <a:lstStyle/>
        <a:p>
          <a:endParaRPr lang="en-US"/>
        </a:p>
      </dgm:t>
    </dgm:pt>
    <dgm:pt modelId="{87AF4ED9-619F-4B6E-B3BA-5F395E82425F}" type="sibTrans" cxnId="{501EED65-0BCB-48CC-803F-DAB81A13B95F}">
      <dgm:prSet/>
      <dgm:spPr/>
      <dgm:t>
        <a:bodyPr/>
        <a:lstStyle/>
        <a:p>
          <a:endParaRPr lang="en-US"/>
        </a:p>
      </dgm:t>
    </dgm:pt>
    <dgm:pt modelId="{18EDF589-D623-4A72-91F5-6B0990C1761F}">
      <dgm:prSet/>
      <dgm:spPr/>
      <dgm:t>
        <a:bodyPr/>
        <a:lstStyle/>
        <a:p>
          <a:pPr>
            <a:buNone/>
          </a:pPr>
          <a:r>
            <a:rPr lang="en-US" b="0" i="0" dirty="0"/>
            <a:t>acceptance criteria: the save menu lists all slots and if a slot is already used, confirmation for overwrite is required.</a:t>
          </a:r>
          <a:endParaRPr lang="it-IT" noProof="0" dirty="0"/>
        </a:p>
      </dgm:t>
    </dgm:pt>
    <dgm:pt modelId="{581C4259-2449-4D83-BFF9-8A0085FE4DC7}" type="parTrans" cxnId="{4ED85095-F6A0-4E52-8C6E-49773C0D9DAC}">
      <dgm:prSet/>
      <dgm:spPr/>
      <dgm:t>
        <a:bodyPr/>
        <a:lstStyle/>
        <a:p>
          <a:endParaRPr lang="en-US"/>
        </a:p>
      </dgm:t>
    </dgm:pt>
    <dgm:pt modelId="{715F5281-5C72-415E-8334-16E43BB5CB69}" type="sibTrans" cxnId="{4ED85095-F6A0-4E52-8C6E-49773C0D9DAC}">
      <dgm:prSet/>
      <dgm:spPr/>
      <dgm:t>
        <a:bodyPr/>
        <a:lstStyle/>
        <a:p>
          <a:endParaRPr lang="en-US"/>
        </a:p>
      </dgm:t>
    </dgm:pt>
    <dgm:pt modelId="{AFD65DAA-4C10-4284-B7C8-C2AF6C1EA407}">
      <dgm:prSet/>
      <dgm:spPr/>
      <dgm:t>
        <a:bodyPr/>
        <a:lstStyle/>
        <a:p>
          <a:pPr>
            <a:defRPr cap="all"/>
          </a:pPr>
          <a:r>
            <a:rPr lang="it-IT" noProof="0" dirty="0"/>
            <a:t>Pattern </a:t>
          </a:r>
          <a:r>
            <a:rPr lang="it-IT" noProof="0" dirty="0" err="1"/>
            <a:t>usatO</a:t>
          </a:r>
          <a:r>
            <a:rPr lang="it-IT" noProof="0" dirty="0"/>
            <a:t>: </a:t>
          </a:r>
          <a:r>
            <a:rPr lang="it-IT" b="1" noProof="0" dirty="0"/>
            <a:t>Memento</a:t>
          </a:r>
        </a:p>
      </dgm:t>
    </dgm:pt>
    <dgm:pt modelId="{F575EC41-5476-423C-BB56-569B07BAD25B}" type="parTrans" cxnId="{72F71E15-00B5-48A3-ACE6-A59B899BD4DF}">
      <dgm:prSet/>
      <dgm:spPr/>
      <dgm:t>
        <a:bodyPr/>
        <a:lstStyle/>
        <a:p>
          <a:endParaRPr lang="en-US"/>
        </a:p>
      </dgm:t>
    </dgm:pt>
    <dgm:pt modelId="{E0FE6F64-0A79-4092-83AD-B3EAA1DCE116}" type="sibTrans" cxnId="{72F71E15-00B5-48A3-ACE6-A59B899BD4DF}">
      <dgm:prSet/>
      <dgm:spPr/>
      <dgm:t>
        <a:bodyPr/>
        <a:lstStyle/>
        <a:p>
          <a:endParaRPr lang="en-US"/>
        </a:p>
      </dgm:t>
    </dgm:pt>
    <dgm:pt modelId="{00043120-665A-4C73-88C9-D90EA087CD51}" type="pres">
      <dgm:prSet presAssocID="{ADBFF63F-7C84-4505-A021-EE3B28DAFE1D}" presName="root" presStyleCnt="0">
        <dgm:presLayoutVars>
          <dgm:dir/>
          <dgm:resizeHandles val="exact"/>
        </dgm:presLayoutVars>
      </dgm:prSet>
      <dgm:spPr/>
    </dgm:pt>
    <dgm:pt modelId="{401919E9-1657-418F-BE16-D4872DA694D7}" type="pres">
      <dgm:prSet presAssocID="{FFF761DA-D7FA-4DAB-A02B-303ABEA4E993}" presName="compNode" presStyleCnt="0"/>
      <dgm:spPr/>
    </dgm:pt>
    <dgm:pt modelId="{356E476B-9AC3-46EC-B987-EFA0994028D9}" type="pres">
      <dgm:prSet presAssocID="{FFF761DA-D7FA-4DAB-A02B-303ABEA4E993}" presName="iconBgRect" presStyleLbl="bgShp" presStyleIdx="0" presStyleCnt="3"/>
      <dgm:spPr/>
    </dgm:pt>
    <dgm:pt modelId="{85B16EA9-1E62-4A54-96D1-CB16CCEA359A}" type="pres">
      <dgm:prSet presAssocID="{FFF761DA-D7FA-4DAB-A02B-303ABEA4E9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ADD262D8-83FE-4F2D-8D7A-C08DFEB6601D}" type="pres">
      <dgm:prSet presAssocID="{FFF761DA-D7FA-4DAB-A02B-303ABEA4E993}" presName="spaceRect" presStyleCnt="0"/>
      <dgm:spPr/>
    </dgm:pt>
    <dgm:pt modelId="{26AC2F51-398E-436E-AEB4-5C72E0700AF9}" type="pres">
      <dgm:prSet presAssocID="{FFF761DA-D7FA-4DAB-A02B-303ABEA4E993}" presName="textRect" presStyleLbl="revTx" presStyleIdx="0" presStyleCnt="3">
        <dgm:presLayoutVars>
          <dgm:chMax val="1"/>
          <dgm:chPref val="1"/>
        </dgm:presLayoutVars>
      </dgm:prSet>
      <dgm:spPr/>
    </dgm:pt>
    <dgm:pt modelId="{02B6E251-369D-4601-95A5-876858EAA42D}" type="pres">
      <dgm:prSet presAssocID="{87AF4ED9-619F-4B6E-B3BA-5F395E82425F}" presName="sibTrans" presStyleCnt="0"/>
      <dgm:spPr/>
    </dgm:pt>
    <dgm:pt modelId="{8A022261-897A-434D-8856-21EAE11711E6}" type="pres">
      <dgm:prSet presAssocID="{18EDF589-D623-4A72-91F5-6B0990C1761F}" presName="compNode" presStyleCnt="0"/>
      <dgm:spPr/>
    </dgm:pt>
    <dgm:pt modelId="{B551DDE2-36F6-4E52-A995-5C2E2B3AF5A1}" type="pres">
      <dgm:prSet presAssocID="{18EDF589-D623-4A72-91F5-6B0990C1761F}" presName="iconBgRect" presStyleLbl="bgShp" presStyleIdx="1" presStyleCnt="3"/>
      <dgm:spPr/>
    </dgm:pt>
    <dgm:pt modelId="{1567FC72-C6CF-477E-82FB-9B3E2650AF9B}" type="pres">
      <dgm:prSet presAssocID="{18EDF589-D623-4A72-91F5-6B0990C176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E0132E2F-3119-4D50-AAFC-E11E4B641DB6}" type="pres">
      <dgm:prSet presAssocID="{18EDF589-D623-4A72-91F5-6B0990C1761F}" presName="spaceRect" presStyleCnt="0"/>
      <dgm:spPr/>
    </dgm:pt>
    <dgm:pt modelId="{A6775DB0-C2D6-4E79-8BCC-C8414B2A544C}" type="pres">
      <dgm:prSet presAssocID="{18EDF589-D623-4A72-91F5-6B0990C1761F}" presName="textRect" presStyleLbl="revTx" presStyleIdx="1" presStyleCnt="3">
        <dgm:presLayoutVars>
          <dgm:chMax val="1"/>
          <dgm:chPref val="1"/>
        </dgm:presLayoutVars>
      </dgm:prSet>
      <dgm:spPr/>
    </dgm:pt>
    <dgm:pt modelId="{DA3CCE07-364D-4A63-8E29-4D71E96F0F5B}" type="pres">
      <dgm:prSet presAssocID="{715F5281-5C72-415E-8334-16E43BB5CB69}" presName="sibTrans" presStyleCnt="0"/>
      <dgm:spPr/>
    </dgm:pt>
    <dgm:pt modelId="{7DFA4E4A-E9C1-423B-9176-2711BF55C5BD}" type="pres">
      <dgm:prSet presAssocID="{AFD65DAA-4C10-4284-B7C8-C2AF6C1EA407}" presName="compNode" presStyleCnt="0"/>
      <dgm:spPr/>
    </dgm:pt>
    <dgm:pt modelId="{88D1FFE0-7DA1-4FB1-AD09-865603B879B2}" type="pres">
      <dgm:prSet presAssocID="{AFD65DAA-4C10-4284-B7C8-C2AF6C1EA407}" presName="iconBgRect" presStyleLbl="bgShp" presStyleIdx="2" presStyleCnt="3"/>
      <dgm:spPr/>
    </dgm:pt>
    <dgm:pt modelId="{5C3FD701-3B18-48BD-AD3E-5486877E2E86}" type="pres">
      <dgm:prSet presAssocID="{AFD65DAA-4C10-4284-B7C8-C2AF6C1EA4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rarchia"/>
        </a:ext>
      </dgm:extLst>
    </dgm:pt>
    <dgm:pt modelId="{13F3A759-99CC-4456-BF2E-C818B11E9C6E}" type="pres">
      <dgm:prSet presAssocID="{AFD65DAA-4C10-4284-B7C8-C2AF6C1EA407}" presName="spaceRect" presStyleCnt="0"/>
      <dgm:spPr/>
    </dgm:pt>
    <dgm:pt modelId="{4A1964A0-7A7F-42EA-A6FA-9449DA636E48}" type="pres">
      <dgm:prSet presAssocID="{AFD65DAA-4C10-4284-B7C8-C2AF6C1EA40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F71E15-00B5-48A3-ACE6-A59B899BD4DF}" srcId="{ADBFF63F-7C84-4505-A021-EE3B28DAFE1D}" destId="{AFD65DAA-4C10-4284-B7C8-C2AF6C1EA407}" srcOrd="2" destOrd="0" parTransId="{F575EC41-5476-423C-BB56-569B07BAD25B}" sibTransId="{E0FE6F64-0A79-4092-83AD-B3EAA1DCE116}"/>
    <dgm:cxn modelId="{B74E812C-EE00-4E3D-B068-8DCBCF75F1E4}" type="presOf" srcId="{AFD65DAA-4C10-4284-B7C8-C2AF6C1EA407}" destId="{4A1964A0-7A7F-42EA-A6FA-9449DA636E48}" srcOrd="0" destOrd="0" presId="urn:microsoft.com/office/officeart/2018/5/layout/IconCircleLabelList"/>
    <dgm:cxn modelId="{9B88665D-EEA1-4B3B-95F1-F4E103DFCBCA}" type="presOf" srcId="{ADBFF63F-7C84-4505-A021-EE3B28DAFE1D}" destId="{00043120-665A-4C73-88C9-D90EA087CD51}" srcOrd="0" destOrd="0" presId="urn:microsoft.com/office/officeart/2018/5/layout/IconCircleLabelList"/>
    <dgm:cxn modelId="{501EED65-0BCB-48CC-803F-DAB81A13B95F}" srcId="{ADBFF63F-7C84-4505-A021-EE3B28DAFE1D}" destId="{FFF761DA-D7FA-4DAB-A02B-303ABEA4E993}" srcOrd="0" destOrd="0" parTransId="{6CE26B85-45F0-481C-8797-81A58325CE54}" sibTransId="{87AF4ED9-619F-4B6E-B3BA-5F395E82425F}"/>
    <dgm:cxn modelId="{4AAAF780-FF27-4065-9435-2EF688987D36}" type="presOf" srcId="{18EDF589-D623-4A72-91F5-6B0990C1761F}" destId="{A6775DB0-C2D6-4E79-8BCC-C8414B2A544C}" srcOrd="0" destOrd="0" presId="urn:microsoft.com/office/officeart/2018/5/layout/IconCircleLabelList"/>
    <dgm:cxn modelId="{4ED85095-F6A0-4E52-8C6E-49773C0D9DAC}" srcId="{ADBFF63F-7C84-4505-A021-EE3B28DAFE1D}" destId="{18EDF589-D623-4A72-91F5-6B0990C1761F}" srcOrd="1" destOrd="0" parTransId="{581C4259-2449-4D83-BFF9-8A0085FE4DC7}" sibTransId="{715F5281-5C72-415E-8334-16E43BB5CB69}"/>
    <dgm:cxn modelId="{104B749E-DB62-41AF-BF8A-A8506CD7F843}" type="presOf" srcId="{FFF761DA-D7FA-4DAB-A02B-303ABEA4E993}" destId="{26AC2F51-398E-436E-AEB4-5C72E0700AF9}" srcOrd="0" destOrd="0" presId="urn:microsoft.com/office/officeart/2018/5/layout/IconCircleLabelList"/>
    <dgm:cxn modelId="{9EF89006-57CE-4FF8-90C3-FA1DAC7109A7}" type="presParOf" srcId="{00043120-665A-4C73-88C9-D90EA087CD51}" destId="{401919E9-1657-418F-BE16-D4872DA694D7}" srcOrd="0" destOrd="0" presId="urn:microsoft.com/office/officeart/2018/5/layout/IconCircleLabelList"/>
    <dgm:cxn modelId="{9B94D062-B970-4882-87EB-B25A2F6B60D6}" type="presParOf" srcId="{401919E9-1657-418F-BE16-D4872DA694D7}" destId="{356E476B-9AC3-46EC-B987-EFA0994028D9}" srcOrd="0" destOrd="0" presId="urn:microsoft.com/office/officeart/2018/5/layout/IconCircleLabelList"/>
    <dgm:cxn modelId="{AC253198-7E6D-41DC-B453-52EF480EA07C}" type="presParOf" srcId="{401919E9-1657-418F-BE16-D4872DA694D7}" destId="{85B16EA9-1E62-4A54-96D1-CB16CCEA359A}" srcOrd="1" destOrd="0" presId="urn:microsoft.com/office/officeart/2018/5/layout/IconCircleLabelList"/>
    <dgm:cxn modelId="{4D8EE7BA-95ED-4601-A0B6-9779FA173FA5}" type="presParOf" srcId="{401919E9-1657-418F-BE16-D4872DA694D7}" destId="{ADD262D8-83FE-4F2D-8D7A-C08DFEB6601D}" srcOrd="2" destOrd="0" presId="urn:microsoft.com/office/officeart/2018/5/layout/IconCircleLabelList"/>
    <dgm:cxn modelId="{172E1B4E-B2EB-4009-BE00-8C5FBD8B6B7E}" type="presParOf" srcId="{401919E9-1657-418F-BE16-D4872DA694D7}" destId="{26AC2F51-398E-436E-AEB4-5C72E0700AF9}" srcOrd="3" destOrd="0" presId="urn:microsoft.com/office/officeart/2018/5/layout/IconCircleLabelList"/>
    <dgm:cxn modelId="{107DC8BE-A4E0-4690-A769-CF8282E63CB0}" type="presParOf" srcId="{00043120-665A-4C73-88C9-D90EA087CD51}" destId="{02B6E251-369D-4601-95A5-876858EAA42D}" srcOrd="1" destOrd="0" presId="urn:microsoft.com/office/officeart/2018/5/layout/IconCircleLabelList"/>
    <dgm:cxn modelId="{44BEFCC1-1A02-4C6E-8586-5C948B7C7565}" type="presParOf" srcId="{00043120-665A-4C73-88C9-D90EA087CD51}" destId="{8A022261-897A-434D-8856-21EAE11711E6}" srcOrd="2" destOrd="0" presId="urn:microsoft.com/office/officeart/2018/5/layout/IconCircleLabelList"/>
    <dgm:cxn modelId="{B48A5276-83A2-4626-BFA4-F219C76D8590}" type="presParOf" srcId="{8A022261-897A-434D-8856-21EAE11711E6}" destId="{B551DDE2-36F6-4E52-A995-5C2E2B3AF5A1}" srcOrd="0" destOrd="0" presId="urn:microsoft.com/office/officeart/2018/5/layout/IconCircleLabelList"/>
    <dgm:cxn modelId="{B8B7B4FC-FC77-40DA-942B-913A083CA5D9}" type="presParOf" srcId="{8A022261-897A-434D-8856-21EAE11711E6}" destId="{1567FC72-C6CF-477E-82FB-9B3E2650AF9B}" srcOrd="1" destOrd="0" presId="urn:microsoft.com/office/officeart/2018/5/layout/IconCircleLabelList"/>
    <dgm:cxn modelId="{61186CE3-6DAE-4D01-AA67-FA7D2BF5DD28}" type="presParOf" srcId="{8A022261-897A-434D-8856-21EAE11711E6}" destId="{E0132E2F-3119-4D50-AAFC-E11E4B641DB6}" srcOrd="2" destOrd="0" presId="urn:microsoft.com/office/officeart/2018/5/layout/IconCircleLabelList"/>
    <dgm:cxn modelId="{DD59D6D1-5D16-4E9C-A558-66BD2F95A2A6}" type="presParOf" srcId="{8A022261-897A-434D-8856-21EAE11711E6}" destId="{A6775DB0-C2D6-4E79-8BCC-C8414B2A544C}" srcOrd="3" destOrd="0" presId="urn:microsoft.com/office/officeart/2018/5/layout/IconCircleLabelList"/>
    <dgm:cxn modelId="{9C67553E-3B31-4989-86A4-94FDE76FE28E}" type="presParOf" srcId="{00043120-665A-4C73-88C9-D90EA087CD51}" destId="{DA3CCE07-364D-4A63-8E29-4D71E96F0F5B}" srcOrd="3" destOrd="0" presId="urn:microsoft.com/office/officeart/2018/5/layout/IconCircleLabelList"/>
    <dgm:cxn modelId="{9C707AB2-0F98-4DD3-9C58-6DB07C84D19B}" type="presParOf" srcId="{00043120-665A-4C73-88C9-D90EA087CD51}" destId="{7DFA4E4A-E9C1-423B-9176-2711BF55C5BD}" srcOrd="4" destOrd="0" presId="urn:microsoft.com/office/officeart/2018/5/layout/IconCircleLabelList"/>
    <dgm:cxn modelId="{D4C0CA69-50C4-4A71-8B1C-0967CBABD985}" type="presParOf" srcId="{7DFA4E4A-E9C1-423B-9176-2711BF55C5BD}" destId="{88D1FFE0-7DA1-4FB1-AD09-865603B879B2}" srcOrd="0" destOrd="0" presId="urn:microsoft.com/office/officeart/2018/5/layout/IconCircleLabelList"/>
    <dgm:cxn modelId="{A3878CDD-4626-4A50-BD64-298692EE7443}" type="presParOf" srcId="{7DFA4E4A-E9C1-423B-9176-2711BF55C5BD}" destId="{5C3FD701-3B18-48BD-AD3E-5486877E2E86}" srcOrd="1" destOrd="0" presId="urn:microsoft.com/office/officeart/2018/5/layout/IconCircleLabelList"/>
    <dgm:cxn modelId="{8E327F22-8A81-469F-A2A2-2F002B17ABA4}" type="presParOf" srcId="{7DFA4E4A-E9C1-423B-9176-2711BF55C5BD}" destId="{13F3A759-99CC-4456-BF2E-C818B11E9C6E}" srcOrd="2" destOrd="0" presId="urn:microsoft.com/office/officeart/2018/5/layout/IconCircleLabelList"/>
    <dgm:cxn modelId="{89CAB0CC-F87C-41EA-B1F9-CFF80D227526}" type="presParOf" srcId="{7DFA4E4A-E9C1-423B-9176-2711BF55C5BD}" destId="{4A1964A0-7A7F-42EA-A6FA-9449DA636E4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DBFF63F-7C84-4505-A021-EE3B28DAFE1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FF761DA-D7FA-4DAB-A02B-303ABEA4E993}">
      <dgm:prSet/>
      <dgm:spPr/>
      <dgm:t>
        <a:bodyPr/>
        <a:lstStyle/>
        <a:p>
          <a:pPr>
            <a:buNone/>
          </a:pPr>
          <a:r>
            <a:rPr lang="en-US" b="0" i="0" dirty="0"/>
            <a:t>As a player, I want to make choices that influence the main story, so that I can experience a unique and personalized narrative.</a:t>
          </a:r>
          <a:endParaRPr lang="it-IT" noProof="0" dirty="0"/>
        </a:p>
      </dgm:t>
    </dgm:pt>
    <dgm:pt modelId="{6CE26B85-45F0-481C-8797-81A58325CE54}" type="parTrans" cxnId="{501EED65-0BCB-48CC-803F-DAB81A13B95F}">
      <dgm:prSet/>
      <dgm:spPr/>
      <dgm:t>
        <a:bodyPr/>
        <a:lstStyle/>
        <a:p>
          <a:endParaRPr lang="en-US"/>
        </a:p>
      </dgm:t>
    </dgm:pt>
    <dgm:pt modelId="{87AF4ED9-619F-4B6E-B3BA-5F395E82425F}" type="sibTrans" cxnId="{501EED65-0BCB-48CC-803F-DAB81A13B95F}">
      <dgm:prSet/>
      <dgm:spPr/>
      <dgm:t>
        <a:bodyPr/>
        <a:lstStyle/>
        <a:p>
          <a:endParaRPr lang="en-US"/>
        </a:p>
      </dgm:t>
    </dgm:pt>
    <dgm:pt modelId="{18EDF589-D623-4A72-91F5-6B0990C1761F}">
      <dgm:prSet/>
      <dgm:spPr/>
      <dgm:t>
        <a:bodyPr/>
        <a:lstStyle/>
        <a:p>
          <a:pPr>
            <a:buNone/>
          </a:pPr>
          <a:r>
            <a:rPr lang="en-US" b="0" i="0" dirty="0"/>
            <a:t>acceptance criteria: the system records choices for future consequences.</a:t>
          </a:r>
          <a:endParaRPr lang="it-IT" noProof="0" dirty="0"/>
        </a:p>
      </dgm:t>
    </dgm:pt>
    <dgm:pt modelId="{581C4259-2449-4D83-BFF9-8A0085FE4DC7}" type="parTrans" cxnId="{4ED85095-F6A0-4E52-8C6E-49773C0D9DAC}">
      <dgm:prSet/>
      <dgm:spPr/>
      <dgm:t>
        <a:bodyPr/>
        <a:lstStyle/>
        <a:p>
          <a:endParaRPr lang="en-US"/>
        </a:p>
      </dgm:t>
    </dgm:pt>
    <dgm:pt modelId="{715F5281-5C72-415E-8334-16E43BB5CB69}" type="sibTrans" cxnId="{4ED85095-F6A0-4E52-8C6E-49773C0D9DAC}">
      <dgm:prSet/>
      <dgm:spPr/>
      <dgm:t>
        <a:bodyPr/>
        <a:lstStyle/>
        <a:p>
          <a:endParaRPr lang="en-US"/>
        </a:p>
      </dgm:t>
    </dgm:pt>
    <dgm:pt modelId="{AFD65DAA-4C10-4284-B7C8-C2AF6C1EA407}">
      <dgm:prSet/>
      <dgm:spPr/>
      <dgm:t>
        <a:bodyPr/>
        <a:lstStyle/>
        <a:p>
          <a:pPr>
            <a:defRPr cap="all"/>
          </a:pPr>
          <a:r>
            <a:rPr lang="it-IT" noProof="0" dirty="0"/>
            <a:t>Pattern: Builder</a:t>
          </a:r>
          <a:endParaRPr lang="it-IT" b="1" noProof="0" dirty="0"/>
        </a:p>
      </dgm:t>
    </dgm:pt>
    <dgm:pt modelId="{F575EC41-5476-423C-BB56-569B07BAD25B}" type="parTrans" cxnId="{72F71E15-00B5-48A3-ACE6-A59B899BD4DF}">
      <dgm:prSet/>
      <dgm:spPr/>
      <dgm:t>
        <a:bodyPr/>
        <a:lstStyle/>
        <a:p>
          <a:endParaRPr lang="en-US"/>
        </a:p>
      </dgm:t>
    </dgm:pt>
    <dgm:pt modelId="{E0FE6F64-0A79-4092-83AD-B3EAA1DCE116}" type="sibTrans" cxnId="{72F71E15-00B5-48A3-ACE6-A59B899BD4DF}">
      <dgm:prSet/>
      <dgm:spPr/>
      <dgm:t>
        <a:bodyPr/>
        <a:lstStyle/>
        <a:p>
          <a:endParaRPr lang="en-US"/>
        </a:p>
      </dgm:t>
    </dgm:pt>
    <dgm:pt modelId="{00043120-665A-4C73-88C9-D90EA087CD51}" type="pres">
      <dgm:prSet presAssocID="{ADBFF63F-7C84-4505-A021-EE3B28DAFE1D}" presName="root" presStyleCnt="0">
        <dgm:presLayoutVars>
          <dgm:dir/>
          <dgm:resizeHandles val="exact"/>
        </dgm:presLayoutVars>
      </dgm:prSet>
      <dgm:spPr/>
    </dgm:pt>
    <dgm:pt modelId="{401919E9-1657-418F-BE16-D4872DA694D7}" type="pres">
      <dgm:prSet presAssocID="{FFF761DA-D7FA-4DAB-A02B-303ABEA4E993}" presName="compNode" presStyleCnt="0"/>
      <dgm:spPr/>
    </dgm:pt>
    <dgm:pt modelId="{356E476B-9AC3-46EC-B987-EFA0994028D9}" type="pres">
      <dgm:prSet presAssocID="{FFF761DA-D7FA-4DAB-A02B-303ABEA4E993}" presName="iconBgRect" presStyleLbl="bgShp" presStyleIdx="0" presStyleCnt="3"/>
      <dgm:spPr/>
    </dgm:pt>
    <dgm:pt modelId="{85B16EA9-1E62-4A54-96D1-CB16CCEA359A}" type="pres">
      <dgm:prSet presAssocID="{FFF761DA-D7FA-4DAB-A02B-303ABEA4E9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ss Pieces"/>
        </a:ext>
      </dgm:extLst>
    </dgm:pt>
    <dgm:pt modelId="{ADD262D8-83FE-4F2D-8D7A-C08DFEB6601D}" type="pres">
      <dgm:prSet presAssocID="{FFF761DA-D7FA-4DAB-A02B-303ABEA4E993}" presName="spaceRect" presStyleCnt="0"/>
      <dgm:spPr/>
    </dgm:pt>
    <dgm:pt modelId="{26AC2F51-398E-436E-AEB4-5C72E0700AF9}" type="pres">
      <dgm:prSet presAssocID="{FFF761DA-D7FA-4DAB-A02B-303ABEA4E993}" presName="textRect" presStyleLbl="revTx" presStyleIdx="0" presStyleCnt="3">
        <dgm:presLayoutVars>
          <dgm:chMax val="1"/>
          <dgm:chPref val="1"/>
        </dgm:presLayoutVars>
      </dgm:prSet>
      <dgm:spPr/>
    </dgm:pt>
    <dgm:pt modelId="{02B6E251-369D-4601-95A5-876858EAA42D}" type="pres">
      <dgm:prSet presAssocID="{87AF4ED9-619F-4B6E-B3BA-5F395E82425F}" presName="sibTrans" presStyleCnt="0"/>
      <dgm:spPr/>
    </dgm:pt>
    <dgm:pt modelId="{8A022261-897A-434D-8856-21EAE11711E6}" type="pres">
      <dgm:prSet presAssocID="{18EDF589-D623-4A72-91F5-6B0990C1761F}" presName="compNode" presStyleCnt="0"/>
      <dgm:spPr/>
    </dgm:pt>
    <dgm:pt modelId="{B551DDE2-36F6-4E52-A995-5C2E2B3AF5A1}" type="pres">
      <dgm:prSet presAssocID="{18EDF589-D623-4A72-91F5-6B0990C1761F}" presName="iconBgRect" presStyleLbl="bgShp" presStyleIdx="1" presStyleCnt="3"/>
      <dgm:spPr/>
    </dgm:pt>
    <dgm:pt modelId="{1567FC72-C6CF-477E-82FB-9B3E2650AF9B}" type="pres">
      <dgm:prSet presAssocID="{18EDF589-D623-4A72-91F5-6B0990C176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Envelope"/>
        </a:ext>
      </dgm:extLst>
    </dgm:pt>
    <dgm:pt modelId="{E0132E2F-3119-4D50-AAFC-E11E4B641DB6}" type="pres">
      <dgm:prSet presAssocID="{18EDF589-D623-4A72-91F5-6B0990C1761F}" presName="spaceRect" presStyleCnt="0"/>
      <dgm:spPr/>
    </dgm:pt>
    <dgm:pt modelId="{A6775DB0-C2D6-4E79-8BCC-C8414B2A544C}" type="pres">
      <dgm:prSet presAssocID="{18EDF589-D623-4A72-91F5-6B0990C1761F}" presName="textRect" presStyleLbl="revTx" presStyleIdx="1" presStyleCnt="3">
        <dgm:presLayoutVars>
          <dgm:chMax val="1"/>
          <dgm:chPref val="1"/>
        </dgm:presLayoutVars>
      </dgm:prSet>
      <dgm:spPr/>
    </dgm:pt>
    <dgm:pt modelId="{DA3CCE07-364D-4A63-8E29-4D71E96F0F5B}" type="pres">
      <dgm:prSet presAssocID="{715F5281-5C72-415E-8334-16E43BB5CB69}" presName="sibTrans" presStyleCnt="0"/>
      <dgm:spPr/>
    </dgm:pt>
    <dgm:pt modelId="{7DFA4E4A-E9C1-423B-9176-2711BF55C5BD}" type="pres">
      <dgm:prSet presAssocID="{AFD65DAA-4C10-4284-B7C8-C2AF6C1EA407}" presName="compNode" presStyleCnt="0"/>
      <dgm:spPr/>
    </dgm:pt>
    <dgm:pt modelId="{88D1FFE0-7DA1-4FB1-AD09-865603B879B2}" type="pres">
      <dgm:prSet presAssocID="{AFD65DAA-4C10-4284-B7C8-C2AF6C1EA407}" presName="iconBgRect" presStyleLbl="bgShp" presStyleIdx="2" presStyleCnt="3"/>
      <dgm:spPr/>
    </dgm:pt>
    <dgm:pt modelId="{5C3FD701-3B18-48BD-AD3E-5486877E2E86}" type="pres">
      <dgm:prSet presAssocID="{AFD65DAA-4C10-4284-B7C8-C2AF6C1EA4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rarchia"/>
        </a:ext>
      </dgm:extLst>
    </dgm:pt>
    <dgm:pt modelId="{13F3A759-99CC-4456-BF2E-C818B11E9C6E}" type="pres">
      <dgm:prSet presAssocID="{AFD65DAA-4C10-4284-B7C8-C2AF6C1EA407}" presName="spaceRect" presStyleCnt="0"/>
      <dgm:spPr/>
    </dgm:pt>
    <dgm:pt modelId="{4A1964A0-7A7F-42EA-A6FA-9449DA636E48}" type="pres">
      <dgm:prSet presAssocID="{AFD65DAA-4C10-4284-B7C8-C2AF6C1EA40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F71E15-00B5-48A3-ACE6-A59B899BD4DF}" srcId="{ADBFF63F-7C84-4505-A021-EE3B28DAFE1D}" destId="{AFD65DAA-4C10-4284-B7C8-C2AF6C1EA407}" srcOrd="2" destOrd="0" parTransId="{F575EC41-5476-423C-BB56-569B07BAD25B}" sibTransId="{E0FE6F64-0A79-4092-83AD-B3EAA1DCE116}"/>
    <dgm:cxn modelId="{B74E812C-EE00-4E3D-B068-8DCBCF75F1E4}" type="presOf" srcId="{AFD65DAA-4C10-4284-B7C8-C2AF6C1EA407}" destId="{4A1964A0-7A7F-42EA-A6FA-9449DA636E48}" srcOrd="0" destOrd="0" presId="urn:microsoft.com/office/officeart/2018/5/layout/IconCircleLabelList"/>
    <dgm:cxn modelId="{9B88665D-EEA1-4B3B-95F1-F4E103DFCBCA}" type="presOf" srcId="{ADBFF63F-7C84-4505-A021-EE3B28DAFE1D}" destId="{00043120-665A-4C73-88C9-D90EA087CD51}" srcOrd="0" destOrd="0" presId="urn:microsoft.com/office/officeart/2018/5/layout/IconCircleLabelList"/>
    <dgm:cxn modelId="{501EED65-0BCB-48CC-803F-DAB81A13B95F}" srcId="{ADBFF63F-7C84-4505-A021-EE3B28DAFE1D}" destId="{FFF761DA-D7FA-4DAB-A02B-303ABEA4E993}" srcOrd="0" destOrd="0" parTransId="{6CE26B85-45F0-481C-8797-81A58325CE54}" sibTransId="{87AF4ED9-619F-4B6E-B3BA-5F395E82425F}"/>
    <dgm:cxn modelId="{4AAAF780-FF27-4065-9435-2EF688987D36}" type="presOf" srcId="{18EDF589-D623-4A72-91F5-6B0990C1761F}" destId="{A6775DB0-C2D6-4E79-8BCC-C8414B2A544C}" srcOrd="0" destOrd="0" presId="urn:microsoft.com/office/officeart/2018/5/layout/IconCircleLabelList"/>
    <dgm:cxn modelId="{4ED85095-F6A0-4E52-8C6E-49773C0D9DAC}" srcId="{ADBFF63F-7C84-4505-A021-EE3B28DAFE1D}" destId="{18EDF589-D623-4A72-91F5-6B0990C1761F}" srcOrd="1" destOrd="0" parTransId="{581C4259-2449-4D83-BFF9-8A0085FE4DC7}" sibTransId="{715F5281-5C72-415E-8334-16E43BB5CB69}"/>
    <dgm:cxn modelId="{104B749E-DB62-41AF-BF8A-A8506CD7F843}" type="presOf" srcId="{FFF761DA-D7FA-4DAB-A02B-303ABEA4E993}" destId="{26AC2F51-398E-436E-AEB4-5C72E0700AF9}" srcOrd="0" destOrd="0" presId="urn:microsoft.com/office/officeart/2018/5/layout/IconCircleLabelList"/>
    <dgm:cxn modelId="{9EF89006-57CE-4FF8-90C3-FA1DAC7109A7}" type="presParOf" srcId="{00043120-665A-4C73-88C9-D90EA087CD51}" destId="{401919E9-1657-418F-BE16-D4872DA694D7}" srcOrd="0" destOrd="0" presId="urn:microsoft.com/office/officeart/2018/5/layout/IconCircleLabelList"/>
    <dgm:cxn modelId="{9B94D062-B970-4882-87EB-B25A2F6B60D6}" type="presParOf" srcId="{401919E9-1657-418F-BE16-D4872DA694D7}" destId="{356E476B-9AC3-46EC-B987-EFA0994028D9}" srcOrd="0" destOrd="0" presId="urn:microsoft.com/office/officeart/2018/5/layout/IconCircleLabelList"/>
    <dgm:cxn modelId="{AC253198-7E6D-41DC-B453-52EF480EA07C}" type="presParOf" srcId="{401919E9-1657-418F-BE16-D4872DA694D7}" destId="{85B16EA9-1E62-4A54-96D1-CB16CCEA359A}" srcOrd="1" destOrd="0" presId="urn:microsoft.com/office/officeart/2018/5/layout/IconCircleLabelList"/>
    <dgm:cxn modelId="{4D8EE7BA-95ED-4601-A0B6-9779FA173FA5}" type="presParOf" srcId="{401919E9-1657-418F-BE16-D4872DA694D7}" destId="{ADD262D8-83FE-4F2D-8D7A-C08DFEB6601D}" srcOrd="2" destOrd="0" presId="urn:microsoft.com/office/officeart/2018/5/layout/IconCircleLabelList"/>
    <dgm:cxn modelId="{172E1B4E-B2EB-4009-BE00-8C5FBD8B6B7E}" type="presParOf" srcId="{401919E9-1657-418F-BE16-D4872DA694D7}" destId="{26AC2F51-398E-436E-AEB4-5C72E0700AF9}" srcOrd="3" destOrd="0" presId="urn:microsoft.com/office/officeart/2018/5/layout/IconCircleLabelList"/>
    <dgm:cxn modelId="{107DC8BE-A4E0-4690-A769-CF8282E63CB0}" type="presParOf" srcId="{00043120-665A-4C73-88C9-D90EA087CD51}" destId="{02B6E251-369D-4601-95A5-876858EAA42D}" srcOrd="1" destOrd="0" presId="urn:microsoft.com/office/officeart/2018/5/layout/IconCircleLabelList"/>
    <dgm:cxn modelId="{44BEFCC1-1A02-4C6E-8586-5C948B7C7565}" type="presParOf" srcId="{00043120-665A-4C73-88C9-D90EA087CD51}" destId="{8A022261-897A-434D-8856-21EAE11711E6}" srcOrd="2" destOrd="0" presId="urn:microsoft.com/office/officeart/2018/5/layout/IconCircleLabelList"/>
    <dgm:cxn modelId="{B48A5276-83A2-4626-BFA4-F219C76D8590}" type="presParOf" srcId="{8A022261-897A-434D-8856-21EAE11711E6}" destId="{B551DDE2-36F6-4E52-A995-5C2E2B3AF5A1}" srcOrd="0" destOrd="0" presId="urn:microsoft.com/office/officeart/2018/5/layout/IconCircleLabelList"/>
    <dgm:cxn modelId="{B8B7B4FC-FC77-40DA-942B-913A083CA5D9}" type="presParOf" srcId="{8A022261-897A-434D-8856-21EAE11711E6}" destId="{1567FC72-C6CF-477E-82FB-9B3E2650AF9B}" srcOrd="1" destOrd="0" presId="urn:microsoft.com/office/officeart/2018/5/layout/IconCircleLabelList"/>
    <dgm:cxn modelId="{61186CE3-6DAE-4D01-AA67-FA7D2BF5DD28}" type="presParOf" srcId="{8A022261-897A-434D-8856-21EAE11711E6}" destId="{E0132E2F-3119-4D50-AAFC-E11E4B641DB6}" srcOrd="2" destOrd="0" presId="urn:microsoft.com/office/officeart/2018/5/layout/IconCircleLabelList"/>
    <dgm:cxn modelId="{DD59D6D1-5D16-4E9C-A558-66BD2F95A2A6}" type="presParOf" srcId="{8A022261-897A-434D-8856-21EAE11711E6}" destId="{A6775DB0-C2D6-4E79-8BCC-C8414B2A544C}" srcOrd="3" destOrd="0" presId="urn:microsoft.com/office/officeart/2018/5/layout/IconCircleLabelList"/>
    <dgm:cxn modelId="{9C67553E-3B31-4989-86A4-94FDE76FE28E}" type="presParOf" srcId="{00043120-665A-4C73-88C9-D90EA087CD51}" destId="{DA3CCE07-364D-4A63-8E29-4D71E96F0F5B}" srcOrd="3" destOrd="0" presId="urn:microsoft.com/office/officeart/2018/5/layout/IconCircleLabelList"/>
    <dgm:cxn modelId="{9C707AB2-0F98-4DD3-9C58-6DB07C84D19B}" type="presParOf" srcId="{00043120-665A-4C73-88C9-D90EA087CD51}" destId="{7DFA4E4A-E9C1-423B-9176-2711BF55C5BD}" srcOrd="4" destOrd="0" presId="urn:microsoft.com/office/officeart/2018/5/layout/IconCircleLabelList"/>
    <dgm:cxn modelId="{D4C0CA69-50C4-4A71-8B1C-0967CBABD985}" type="presParOf" srcId="{7DFA4E4A-E9C1-423B-9176-2711BF55C5BD}" destId="{88D1FFE0-7DA1-4FB1-AD09-865603B879B2}" srcOrd="0" destOrd="0" presId="urn:microsoft.com/office/officeart/2018/5/layout/IconCircleLabelList"/>
    <dgm:cxn modelId="{A3878CDD-4626-4A50-BD64-298692EE7443}" type="presParOf" srcId="{7DFA4E4A-E9C1-423B-9176-2711BF55C5BD}" destId="{5C3FD701-3B18-48BD-AD3E-5486877E2E86}" srcOrd="1" destOrd="0" presId="urn:microsoft.com/office/officeart/2018/5/layout/IconCircleLabelList"/>
    <dgm:cxn modelId="{8E327F22-8A81-469F-A2A2-2F002B17ABA4}" type="presParOf" srcId="{7DFA4E4A-E9C1-423B-9176-2711BF55C5BD}" destId="{13F3A759-99CC-4456-BF2E-C818B11E9C6E}" srcOrd="2" destOrd="0" presId="urn:microsoft.com/office/officeart/2018/5/layout/IconCircleLabelList"/>
    <dgm:cxn modelId="{89CAB0CC-F87C-41EA-B1F9-CFF80D227526}" type="presParOf" srcId="{7DFA4E4A-E9C1-423B-9176-2711BF55C5BD}" destId="{4A1964A0-7A7F-42EA-A6FA-9449DA636E4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DB1E62-1B90-4700-89FA-10C01D129410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C1CE1-F139-45AE-9F5D-FDEBBDE6CBBE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B845FB-01CC-4EB6-92E4-8480887060B0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noProof="0" dirty="0" err="1"/>
            <a:t>As</a:t>
          </a:r>
          <a:r>
            <a:rPr lang="it-IT" sz="2100" kern="1200" noProof="0" dirty="0"/>
            <a:t> a player, I </a:t>
          </a:r>
          <a:r>
            <a:rPr lang="it-IT" sz="2100" kern="1200" noProof="0" dirty="0" err="1"/>
            <a:t>want</a:t>
          </a:r>
          <a:r>
            <a:rPr lang="it-IT" sz="2100" kern="1200" noProof="0" dirty="0"/>
            <a:t> to </a:t>
          </a:r>
          <a:r>
            <a:rPr lang="it-IT" sz="2100" kern="1200" noProof="0" dirty="0" err="1"/>
            <a:t>launch</a:t>
          </a:r>
          <a:r>
            <a:rPr lang="it-IT" sz="2100" kern="1200" noProof="0" dirty="0"/>
            <a:t> the game and access the </a:t>
          </a:r>
          <a:r>
            <a:rPr lang="it-IT" sz="2100" kern="1200" noProof="0" dirty="0" err="1"/>
            <a:t>main</a:t>
          </a:r>
          <a:r>
            <a:rPr lang="it-IT" sz="2100" kern="1200" noProof="0" dirty="0"/>
            <a:t> menu, so </a:t>
          </a:r>
          <a:r>
            <a:rPr lang="it-IT" sz="2100" kern="1200" noProof="0" dirty="0" err="1"/>
            <a:t>that</a:t>
          </a:r>
          <a:r>
            <a:rPr lang="it-IT" sz="2100" kern="1200" noProof="0" dirty="0"/>
            <a:t> I can </a:t>
          </a:r>
          <a:r>
            <a:rPr lang="it-IT" sz="2100" kern="1200" noProof="0" dirty="0" err="1"/>
            <a:t>choose</a:t>
          </a:r>
          <a:r>
            <a:rPr lang="it-IT" sz="2100" kern="1200" noProof="0" dirty="0"/>
            <a:t> to start, continue, or </a:t>
          </a:r>
          <a:r>
            <a:rPr lang="it-IT" sz="2100" kern="1200" noProof="0" dirty="0" err="1"/>
            <a:t>configure</a:t>
          </a:r>
          <a:r>
            <a:rPr lang="it-IT" sz="2100" kern="1200" noProof="0" dirty="0"/>
            <a:t> </a:t>
          </a:r>
          <a:r>
            <a:rPr lang="it-IT" sz="2100" kern="1200" noProof="0" dirty="0" err="1"/>
            <a:t>my</a:t>
          </a:r>
          <a:r>
            <a:rPr lang="it-IT" sz="2100" kern="1200" noProof="0" dirty="0"/>
            <a:t> game.</a:t>
          </a:r>
        </a:p>
      </dsp:txBody>
      <dsp:txXfrm>
        <a:off x="1939533" y="717"/>
        <a:ext cx="4362067" cy="1679249"/>
      </dsp:txXfrm>
    </dsp:sp>
    <dsp:sp modelId="{0C439C05-E3DA-4022-BC99-642E8E3EE121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68A32-64BA-4C70-A040-1835F6AF5808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DD3097-3472-41AD-A195-4BC459963CDF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noProof="0" dirty="0" err="1"/>
            <a:t>Acceptance</a:t>
          </a:r>
          <a:r>
            <a:rPr lang="it-IT" sz="2100" kern="1200" noProof="0" dirty="0"/>
            <a:t> </a:t>
          </a:r>
          <a:r>
            <a:rPr lang="it-IT" sz="2100" kern="1200" noProof="0" dirty="0" err="1"/>
            <a:t>criteria</a:t>
          </a:r>
          <a:r>
            <a:rPr lang="it-IT" sz="2100" kern="1200" noProof="0" dirty="0"/>
            <a:t>: the game </a:t>
          </a:r>
          <a:r>
            <a:rPr lang="it-IT" sz="2100" kern="1200" noProof="0" dirty="0" err="1"/>
            <a:t>launches</a:t>
          </a:r>
          <a:r>
            <a:rPr lang="it-IT" sz="2100" kern="1200" noProof="0" dirty="0"/>
            <a:t> and the </a:t>
          </a:r>
          <a:r>
            <a:rPr lang="it-IT" sz="2100" kern="1200" noProof="0" dirty="0" err="1"/>
            <a:t>main</a:t>
          </a:r>
          <a:r>
            <a:rPr lang="it-IT" sz="2100" kern="1200" noProof="0" dirty="0"/>
            <a:t> menu </a:t>
          </a:r>
          <a:r>
            <a:rPr lang="it-IT" sz="2100" kern="1200" noProof="0" dirty="0" err="1"/>
            <a:t>is</a:t>
          </a:r>
          <a:r>
            <a:rPr lang="it-IT" sz="2100" kern="1200" noProof="0" dirty="0"/>
            <a:t> </a:t>
          </a:r>
          <a:r>
            <a:rPr lang="it-IT" sz="2100" kern="1200" noProof="0" dirty="0" err="1"/>
            <a:t>showed</a:t>
          </a:r>
          <a:r>
            <a:rPr lang="it-IT" sz="2100" kern="1200" noProof="0" dirty="0"/>
            <a:t>.</a:t>
          </a:r>
        </a:p>
      </dsp:txBody>
      <dsp:txXfrm>
        <a:off x="1939533" y="2099779"/>
        <a:ext cx="4362067" cy="1679249"/>
      </dsp:txXfrm>
    </dsp:sp>
    <dsp:sp modelId="{1F1F13AC-1B21-4549-9290-145AE0D49428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C5301-C3D4-4693-AF87-8D01706211DC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12115-F87A-435D-8B0E-36F24BA800BA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noProof="0" dirty="0"/>
            <a:t>Pattern: Singleton</a:t>
          </a:r>
        </a:p>
      </dsp:txBody>
      <dsp:txXfrm>
        <a:off x="1939533" y="4198841"/>
        <a:ext cx="4362067" cy="16792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CC5DE0-44F3-4E94-819A-748039762D47}">
      <dsp:nvSpPr>
        <dsp:cNvPr id="0" name=""/>
        <dsp:cNvSpPr/>
      </dsp:nvSpPr>
      <dsp:spPr>
        <a:xfrm>
          <a:off x="647429" y="23057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375A17-FA0A-4C0C-95A1-C8FCEA4F9B5C}">
      <dsp:nvSpPr>
        <dsp:cNvPr id="0" name=""/>
        <dsp:cNvSpPr/>
      </dsp:nvSpPr>
      <dsp:spPr>
        <a:xfrm>
          <a:off x="1034992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73D12-DA4D-48EE-AA96-FC673DE14FCD}">
      <dsp:nvSpPr>
        <dsp:cNvPr id="0" name=""/>
        <dsp:cNvSpPr/>
      </dsp:nvSpPr>
      <dsp:spPr>
        <a:xfrm>
          <a:off x="66086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700" kern="1200" noProof="0" dirty="0" err="1"/>
            <a:t>As</a:t>
          </a:r>
          <a:r>
            <a:rPr lang="it-IT" sz="1700" kern="1200" noProof="0" dirty="0"/>
            <a:t> a player, I </a:t>
          </a:r>
          <a:r>
            <a:rPr lang="it-IT" sz="1700" kern="1200" noProof="0" dirty="0" err="1"/>
            <a:t>want</a:t>
          </a:r>
          <a:r>
            <a:rPr lang="it-IT" sz="1700" kern="1200" noProof="0" dirty="0"/>
            <a:t> to start a new game, so </a:t>
          </a:r>
          <a:r>
            <a:rPr lang="it-IT" sz="1700" kern="1200" noProof="0" dirty="0" err="1"/>
            <a:t>that</a:t>
          </a:r>
          <a:r>
            <a:rPr lang="it-IT" sz="1700" kern="1200" noProof="0" dirty="0"/>
            <a:t> I can play</a:t>
          </a:r>
        </a:p>
      </dsp:txBody>
      <dsp:txXfrm>
        <a:off x="66086" y="2615580"/>
        <a:ext cx="2981250" cy="720000"/>
      </dsp:txXfrm>
    </dsp:sp>
    <dsp:sp modelId="{498A7310-C499-4F51-8C8E-928F42E7A51C}">
      <dsp:nvSpPr>
        <dsp:cNvPr id="0" name=""/>
        <dsp:cNvSpPr/>
      </dsp:nvSpPr>
      <dsp:spPr>
        <a:xfrm>
          <a:off x="4150398" y="23057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27026A-7497-49FE-859F-B6CC4D1326A9}">
      <dsp:nvSpPr>
        <dsp:cNvPr id="0" name=""/>
        <dsp:cNvSpPr/>
      </dsp:nvSpPr>
      <dsp:spPr>
        <a:xfrm>
          <a:off x="4537961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9715B-2119-4D4F-A0DD-6A42F1EA64CA}">
      <dsp:nvSpPr>
        <dsp:cNvPr id="0" name=""/>
        <dsp:cNvSpPr/>
      </dsp:nvSpPr>
      <dsp:spPr>
        <a:xfrm>
          <a:off x="3569054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700" kern="1200" noProof="0" dirty="0" err="1"/>
            <a:t>acceptance</a:t>
          </a:r>
          <a:r>
            <a:rPr lang="it-IT" sz="1700" kern="1200" noProof="0" dirty="0"/>
            <a:t> </a:t>
          </a:r>
          <a:r>
            <a:rPr lang="it-IT" sz="1700" kern="1200" noProof="0" dirty="0" err="1"/>
            <a:t>criteria</a:t>
          </a:r>
          <a:r>
            <a:rPr lang="it-IT" sz="1700" kern="1200" noProof="0" dirty="0"/>
            <a:t>: the game starts from the </a:t>
          </a:r>
          <a:r>
            <a:rPr lang="it-IT" sz="1700" kern="1200" noProof="0" dirty="0" err="1"/>
            <a:t>beginning</a:t>
          </a:r>
          <a:endParaRPr lang="it-IT" sz="1700" kern="1200" noProof="0" dirty="0"/>
        </a:p>
      </dsp:txBody>
      <dsp:txXfrm>
        <a:off x="3569054" y="2615580"/>
        <a:ext cx="2981250" cy="720000"/>
      </dsp:txXfrm>
    </dsp:sp>
    <dsp:sp modelId="{AA94CC57-79D2-43F1-ACCE-203953CAC621}">
      <dsp:nvSpPr>
        <dsp:cNvPr id="0" name=""/>
        <dsp:cNvSpPr/>
      </dsp:nvSpPr>
      <dsp:spPr>
        <a:xfrm>
          <a:off x="7653367" y="230579"/>
          <a:ext cx="1818562" cy="18185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818566-68BC-40AF-A3F5-800E516E37DB}">
      <dsp:nvSpPr>
        <dsp:cNvPr id="0" name=""/>
        <dsp:cNvSpPr/>
      </dsp:nvSpPr>
      <dsp:spPr>
        <a:xfrm>
          <a:off x="8040930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1299E-0389-4D77-8636-4B9131AA2F74}">
      <dsp:nvSpPr>
        <dsp:cNvPr id="0" name=""/>
        <dsp:cNvSpPr/>
      </dsp:nvSpPr>
      <dsp:spPr>
        <a:xfrm>
          <a:off x="7072023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700" kern="1200" noProof="0" dirty="0"/>
            <a:t>Pattern: Factory</a:t>
          </a:r>
        </a:p>
      </dsp:txBody>
      <dsp:txXfrm>
        <a:off x="7072023" y="2615580"/>
        <a:ext cx="2981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85631A-DA3E-445E-B38C-DDBB283F6060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BCD683-510A-4201-97CC-4A75303B2EB6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431CB-344E-4F35-B5B8-E0D9A3882219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500" kern="1200" noProof="0" dirty="0" err="1"/>
            <a:t>As</a:t>
          </a:r>
          <a:r>
            <a:rPr lang="it-IT" sz="1500" kern="1200" noProof="0" dirty="0"/>
            <a:t> a player, I </a:t>
          </a:r>
          <a:r>
            <a:rPr lang="it-IT" sz="1500" kern="1200" noProof="0" dirty="0" err="1"/>
            <a:t>want</a:t>
          </a:r>
          <a:r>
            <a:rPr lang="it-IT" sz="1500" kern="1200" noProof="0" dirty="0"/>
            <a:t> to </a:t>
          </a:r>
          <a:r>
            <a:rPr lang="it-IT" sz="1500" kern="1200" noProof="0" dirty="0" err="1"/>
            <a:t>fight</a:t>
          </a:r>
          <a:r>
            <a:rPr lang="it-IT" sz="1500" kern="1200" noProof="0" dirty="0"/>
            <a:t> the </a:t>
          </a:r>
          <a:r>
            <a:rPr lang="it-IT" sz="1500" kern="1200" noProof="0" dirty="0" err="1"/>
            <a:t>enemies</a:t>
          </a:r>
          <a:r>
            <a:rPr lang="it-IT" sz="1500" kern="1200" noProof="0" dirty="0"/>
            <a:t> so </a:t>
          </a:r>
          <a:r>
            <a:rPr lang="it-IT" sz="1500" kern="1200" noProof="0" dirty="0" err="1"/>
            <a:t>that</a:t>
          </a:r>
          <a:r>
            <a:rPr lang="it-IT" sz="1500" kern="1200" noProof="0" dirty="0"/>
            <a:t> I can go on with the plot</a:t>
          </a:r>
        </a:p>
      </dsp:txBody>
      <dsp:txXfrm>
        <a:off x="93445" y="3018902"/>
        <a:ext cx="3206250" cy="720000"/>
      </dsp:txXfrm>
    </dsp:sp>
    <dsp:sp modelId="{0B14F369-5414-49FC-9AF0-392D381764B2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A5BD62-0BEA-48C6-AC6F-9982F9636446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FD421-35F3-41F8-A317-F047E8259D85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500" kern="1200" noProof="0" dirty="0" err="1"/>
            <a:t>acceptance</a:t>
          </a:r>
          <a:r>
            <a:rPr lang="it-IT" sz="1500" kern="1200" noProof="0" dirty="0"/>
            <a:t> </a:t>
          </a:r>
          <a:r>
            <a:rPr lang="it-IT" sz="1500" kern="1200" noProof="0" dirty="0" err="1"/>
            <a:t>criteria</a:t>
          </a:r>
          <a:r>
            <a:rPr lang="it-IT" sz="1500" kern="1200" noProof="0" dirty="0"/>
            <a:t>: the game </a:t>
          </a:r>
          <a:r>
            <a:rPr lang="it-IT" sz="1500" kern="1200" noProof="0" dirty="0" err="1"/>
            <a:t>allows</a:t>
          </a:r>
          <a:r>
            <a:rPr lang="it-IT" sz="1500" kern="1200" noProof="0" dirty="0"/>
            <a:t> the player to </a:t>
          </a:r>
          <a:r>
            <a:rPr lang="it-IT" sz="1500" kern="1200" noProof="0" dirty="0" err="1"/>
            <a:t>choose</a:t>
          </a:r>
          <a:r>
            <a:rPr lang="it-IT" sz="1500" kern="1200" noProof="0" dirty="0"/>
            <a:t> an </a:t>
          </a:r>
          <a:r>
            <a:rPr lang="it-IT" sz="1500" kern="1200" noProof="0" dirty="0" err="1"/>
            <a:t>attack</a:t>
          </a:r>
          <a:r>
            <a:rPr lang="it-IT" sz="1500" kern="1200" noProof="0" dirty="0"/>
            <a:t> or use an item</a:t>
          </a:r>
        </a:p>
      </dsp:txBody>
      <dsp:txXfrm>
        <a:off x="3860789" y="3018902"/>
        <a:ext cx="3206250" cy="720000"/>
      </dsp:txXfrm>
    </dsp:sp>
    <dsp:sp modelId="{8EC44CBD-47A4-4FB0-ADB7-D84E9B7FD5F0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265A3D-7DF8-4C53-A661-DB2075A65632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209AF-D467-4BFD-A501-051EA5A310AF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500" kern="1200" noProof="0" dirty="0"/>
            <a:t>Pattern: </a:t>
          </a:r>
          <a:r>
            <a:rPr lang="it-IT" sz="1500" b="1" kern="1200" noProof="0" dirty="0"/>
            <a:t>Strategy + Observer</a:t>
          </a:r>
          <a:endParaRPr lang="it-IT" sz="1500" kern="1200" noProof="0" dirty="0"/>
        </a:p>
      </dsp:txBody>
      <dsp:txXfrm>
        <a:off x="7628133" y="3018902"/>
        <a:ext cx="320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81AF7-A197-41A7-B19C-436F0D878782}">
      <dsp:nvSpPr>
        <dsp:cNvPr id="0" name=""/>
        <dsp:cNvSpPr/>
      </dsp:nvSpPr>
      <dsp:spPr>
        <a:xfrm>
          <a:off x="0" y="640"/>
          <a:ext cx="6589260" cy="1497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568B2-C461-40B2-9EA7-C0F2FAFA5D5E}">
      <dsp:nvSpPr>
        <dsp:cNvPr id="0" name=""/>
        <dsp:cNvSpPr/>
      </dsp:nvSpPr>
      <dsp:spPr>
        <a:xfrm>
          <a:off x="453120" y="337671"/>
          <a:ext cx="823854" cy="8238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49514-D71D-4926-B777-F1967F3188FD}">
      <dsp:nvSpPr>
        <dsp:cNvPr id="0" name=""/>
        <dsp:cNvSpPr/>
      </dsp:nvSpPr>
      <dsp:spPr>
        <a:xfrm>
          <a:off x="1730095" y="640"/>
          <a:ext cx="4859164" cy="1497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158530" rIns="158530" bIns="1585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noProof="0" dirty="0" err="1"/>
            <a:t>As</a:t>
          </a:r>
          <a:r>
            <a:rPr lang="it-IT" sz="2100" kern="1200" noProof="0" dirty="0"/>
            <a:t> a player, I </a:t>
          </a:r>
          <a:r>
            <a:rPr lang="it-IT" sz="2100" kern="1200" noProof="0" dirty="0" err="1"/>
            <a:t>want</a:t>
          </a:r>
          <a:r>
            <a:rPr lang="it-IT" sz="2100" kern="1200" noProof="0" dirty="0"/>
            <a:t> the system to </a:t>
          </a:r>
          <a:r>
            <a:rPr lang="it-IT" sz="2100" kern="1200" noProof="0" dirty="0" err="1"/>
            <a:t>calculate</a:t>
          </a:r>
          <a:r>
            <a:rPr lang="it-IT" sz="2100" kern="1200" noProof="0" dirty="0"/>
            <a:t> </a:t>
          </a:r>
          <a:r>
            <a:rPr lang="it-IT" sz="2100" kern="1200" noProof="0" dirty="0" err="1"/>
            <a:t>damage</a:t>
          </a:r>
          <a:r>
            <a:rPr lang="it-IT" sz="2100" kern="1200" noProof="0" dirty="0"/>
            <a:t>, </a:t>
          </a:r>
          <a:r>
            <a:rPr lang="it-IT" sz="2100" kern="1200" noProof="0" dirty="0" err="1"/>
            <a:t>effects</a:t>
          </a:r>
          <a:r>
            <a:rPr lang="it-IT" sz="2100" kern="1200" noProof="0" dirty="0"/>
            <a:t> and </a:t>
          </a:r>
          <a:r>
            <a:rPr lang="it-IT" sz="2100" kern="1200" noProof="0" dirty="0" err="1"/>
            <a:t>healing</a:t>
          </a:r>
          <a:r>
            <a:rPr lang="it-IT" sz="2100" kern="1200" noProof="0" dirty="0"/>
            <a:t> so </a:t>
          </a:r>
          <a:r>
            <a:rPr lang="it-IT" sz="2100" kern="1200" noProof="0" dirty="0" err="1"/>
            <a:t>that</a:t>
          </a:r>
          <a:r>
            <a:rPr lang="it-IT" sz="2100" kern="1200" noProof="0" dirty="0"/>
            <a:t> I can </a:t>
          </a:r>
          <a:r>
            <a:rPr lang="it-IT" sz="2100" kern="1200" noProof="0" dirty="0" err="1"/>
            <a:t>see</a:t>
          </a:r>
          <a:r>
            <a:rPr lang="it-IT" sz="2100" kern="1200" noProof="0" dirty="0"/>
            <a:t> the </a:t>
          </a:r>
          <a:r>
            <a:rPr lang="it-IT" sz="2100" kern="1200" noProof="0" dirty="0" err="1"/>
            <a:t>results</a:t>
          </a:r>
          <a:r>
            <a:rPr lang="it-IT" sz="2100" kern="1200" noProof="0" dirty="0"/>
            <a:t> of </a:t>
          </a:r>
          <a:r>
            <a:rPr lang="it-IT" sz="2100" kern="1200" noProof="0" dirty="0" err="1"/>
            <a:t>each</a:t>
          </a:r>
          <a:r>
            <a:rPr lang="it-IT" sz="2100" kern="1200" noProof="0" dirty="0"/>
            <a:t> turn.</a:t>
          </a:r>
        </a:p>
      </dsp:txBody>
      <dsp:txXfrm>
        <a:off x="1730095" y="640"/>
        <a:ext cx="4859164" cy="1497917"/>
      </dsp:txXfrm>
    </dsp:sp>
    <dsp:sp modelId="{CE2F0C63-82EE-4C0D-8EF5-DE3C704A19E7}">
      <dsp:nvSpPr>
        <dsp:cNvPr id="0" name=""/>
        <dsp:cNvSpPr/>
      </dsp:nvSpPr>
      <dsp:spPr>
        <a:xfrm>
          <a:off x="0" y="1873037"/>
          <a:ext cx="6589260" cy="1497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CF5238-7E8B-4038-9ACF-C3CFBCA66B21}">
      <dsp:nvSpPr>
        <dsp:cNvPr id="0" name=""/>
        <dsp:cNvSpPr/>
      </dsp:nvSpPr>
      <dsp:spPr>
        <a:xfrm>
          <a:off x="453120" y="2210069"/>
          <a:ext cx="823854" cy="8238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9A2C3-9C32-4CBB-8FC1-3D1BE7FE750F}">
      <dsp:nvSpPr>
        <dsp:cNvPr id="0" name=""/>
        <dsp:cNvSpPr/>
      </dsp:nvSpPr>
      <dsp:spPr>
        <a:xfrm>
          <a:off x="1730095" y="1873037"/>
          <a:ext cx="4859164" cy="1497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158530" rIns="158530" bIns="1585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noProof="0" dirty="0" err="1"/>
            <a:t>acceptance</a:t>
          </a:r>
          <a:r>
            <a:rPr lang="it-IT" sz="2100" kern="1200" noProof="0" dirty="0"/>
            <a:t> </a:t>
          </a:r>
          <a:r>
            <a:rPr lang="it-IT" sz="2100" kern="1200" noProof="0" dirty="0" err="1"/>
            <a:t>criteria</a:t>
          </a:r>
          <a:r>
            <a:rPr lang="it-IT" sz="2100" kern="1200" noProof="0" dirty="0"/>
            <a:t>: the game </a:t>
          </a:r>
          <a:r>
            <a:rPr lang="it-IT" sz="2100" kern="1200" noProof="0" dirty="0" err="1"/>
            <a:t>calculates</a:t>
          </a:r>
          <a:r>
            <a:rPr lang="it-IT" sz="2100" kern="1200" noProof="0" dirty="0"/>
            <a:t> </a:t>
          </a:r>
          <a:r>
            <a:rPr lang="it-IT" sz="2100" kern="1200" noProof="0" dirty="0" err="1"/>
            <a:t>correctly</a:t>
          </a:r>
          <a:r>
            <a:rPr lang="it-IT" sz="2100" kern="1200" noProof="0" dirty="0"/>
            <a:t> the new </a:t>
          </a:r>
          <a:r>
            <a:rPr lang="it-IT" sz="2100" kern="1200" noProof="0" dirty="0" err="1"/>
            <a:t>combat</a:t>
          </a:r>
          <a:r>
            <a:rPr lang="it-IT" sz="2100" kern="1200" noProof="0" dirty="0"/>
            <a:t> state and the game </a:t>
          </a:r>
          <a:r>
            <a:rPr lang="it-IT" sz="2100" kern="1200" noProof="0" dirty="0" err="1"/>
            <a:t>properly</a:t>
          </a:r>
          <a:r>
            <a:rPr lang="it-IT" sz="2100" kern="1200" noProof="0" dirty="0"/>
            <a:t> shows the new </a:t>
          </a:r>
          <a:r>
            <a:rPr lang="it-IT" sz="2100" kern="1200" noProof="0" dirty="0" err="1"/>
            <a:t>combat</a:t>
          </a:r>
          <a:r>
            <a:rPr lang="it-IT" sz="2100" kern="1200" noProof="0" dirty="0"/>
            <a:t> state.</a:t>
          </a:r>
        </a:p>
      </dsp:txBody>
      <dsp:txXfrm>
        <a:off x="1730095" y="1873037"/>
        <a:ext cx="4859164" cy="1497917"/>
      </dsp:txXfrm>
    </dsp:sp>
    <dsp:sp modelId="{67FD8F6C-A64C-4C0E-8E97-1895CE3E8C3E}">
      <dsp:nvSpPr>
        <dsp:cNvPr id="0" name=""/>
        <dsp:cNvSpPr/>
      </dsp:nvSpPr>
      <dsp:spPr>
        <a:xfrm>
          <a:off x="0" y="3745434"/>
          <a:ext cx="6589260" cy="1497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E24EC2-2B34-477E-BE00-3A882924C755}">
      <dsp:nvSpPr>
        <dsp:cNvPr id="0" name=""/>
        <dsp:cNvSpPr/>
      </dsp:nvSpPr>
      <dsp:spPr>
        <a:xfrm>
          <a:off x="453120" y="4082466"/>
          <a:ext cx="823854" cy="8238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B3CEA-E3CF-4F86-B4DF-B3280E1D36C4}">
      <dsp:nvSpPr>
        <dsp:cNvPr id="0" name=""/>
        <dsp:cNvSpPr/>
      </dsp:nvSpPr>
      <dsp:spPr>
        <a:xfrm>
          <a:off x="1730095" y="3745434"/>
          <a:ext cx="4859164" cy="1497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158530" rIns="158530" bIns="15853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100" kern="1200" noProof="0" dirty="0"/>
            <a:t>Pattern usati: Strategy + Observer</a:t>
          </a:r>
        </a:p>
      </dsp:txBody>
      <dsp:txXfrm>
        <a:off x="1730095" y="3745434"/>
        <a:ext cx="4859164" cy="14979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E476B-9AC3-46EC-B987-EFA0994028D9}">
      <dsp:nvSpPr>
        <dsp:cNvPr id="0" name=""/>
        <dsp:cNvSpPr/>
      </dsp:nvSpPr>
      <dsp:spPr>
        <a:xfrm>
          <a:off x="647429" y="230579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16EA9-1E62-4A54-96D1-CB16CCEA359A}">
      <dsp:nvSpPr>
        <dsp:cNvPr id="0" name=""/>
        <dsp:cNvSpPr/>
      </dsp:nvSpPr>
      <dsp:spPr>
        <a:xfrm>
          <a:off x="1034992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C2F51-398E-436E-AEB4-5C72E0700AF9}">
      <dsp:nvSpPr>
        <dsp:cNvPr id="0" name=""/>
        <dsp:cNvSpPr/>
      </dsp:nvSpPr>
      <dsp:spPr>
        <a:xfrm>
          <a:off x="66086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200" kern="1200" noProof="0" dirty="0" err="1"/>
            <a:t>As</a:t>
          </a:r>
          <a:r>
            <a:rPr lang="it-IT" sz="1200" kern="1200" noProof="0" dirty="0"/>
            <a:t> a player, I </a:t>
          </a:r>
          <a:r>
            <a:rPr lang="it-IT" sz="1200" kern="1200" noProof="0" dirty="0" err="1"/>
            <a:t>want</a:t>
          </a:r>
          <a:r>
            <a:rPr lang="it-IT" sz="1200" kern="1200" noProof="0" dirty="0"/>
            <a:t> </a:t>
          </a:r>
          <a:r>
            <a:rPr lang="it-IT" sz="1200" kern="1200" noProof="0" dirty="0" err="1"/>
            <a:t>battles</a:t>
          </a:r>
          <a:r>
            <a:rPr lang="it-IT" sz="1200" kern="1200" noProof="0" dirty="0"/>
            <a:t> to </a:t>
          </a:r>
          <a:r>
            <a:rPr lang="it-IT" sz="1200" kern="1200" noProof="0" dirty="0" err="1"/>
            <a:t>proceed</a:t>
          </a:r>
          <a:r>
            <a:rPr lang="it-IT" sz="1200" kern="1200" noProof="0" dirty="0"/>
            <a:t> in </a:t>
          </a:r>
          <a:r>
            <a:rPr lang="it-IT" sz="1200" kern="1200" noProof="0" dirty="0" err="1"/>
            <a:t>alternating</a:t>
          </a:r>
          <a:r>
            <a:rPr lang="it-IT" sz="1200" kern="1200" noProof="0" dirty="0"/>
            <a:t> turns </a:t>
          </a:r>
          <a:r>
            <a:rPr lang="it-IT" sz="1200" kern="1200" noProof="0" dirty="0" err="1"/>
            <a:t>until</a:t>
          </a:r>
          <a:r>
            <a:rPr lang="it-IT" sz="1200" kern="1200" noProof="0" dirty="0"/>
            <a:t> one side </a:t>
          </a:r>
          <a:r>
            <a:rPr lang="it-IT" sz="1200" kern="1200" noProof="0" dirty="0" err="1"/>
            <a:t>is</a:t>
          </a:r>
          <a:r>
            <a:rPr lang="it-IT" sz="1200" kern="1200" noProof="0" dirty="0"/>
            <a:t> </a:t>
          </a:r>
          <a:r>
            <a:rPr lang="it-IT" sz="1200" kern="1200" noProof="0" dirty="0" err="1"/>
            <a:t>defeated</a:t>
          </a:r>
          <a:r>
            <a:rPr lang="it-IT" sz="1200" kern="1200" noProof="0" dirty="0"/>
            <a:t> so </a:t>
          </a:r>
          <a:r>
            <a:rPr lang="it-IT" sz="1200" kern="1200" noProof="0" dirty="0" err="1"/>
            <a:t>that</a:t>
          </a:r>
          <a:r>
            <a:rPr lang="it-IT" sz="1200" kern="1200" noProof="0" dirty="0"/>
            <a:t> the </a:t>
          </a:r>
          <a:r>
            <a:rPr lang="it-IT" sz="1200" kern="1200" noProof="0" dirty="0" err="1"/>
            <a:t>fight</a:t>
          </a:r>
          <a:r>
            <a:rPr lang="it-IT" sz="1200" kern="1200" noProof="0" dirty="0"/>
            <a:t> </a:t>
          </a:r>
          <a:r>
            <a:rPr lang="it-IT" sz="1200" kern="1200" noProof="0" dirty="0" err="1"/>
            <a:t>resolves</a:t>
          </a:r>
          <a:r>
            <a:rPr lang="it-IT" sz="1200" kern="1200" noProof="0" dirty="0"/>
            <a:t> </a:t>
          </a:r>
          <a:r>
            <a:rPr lang="it-IT" sz="1200" kern="1200" noProof="0" dirty="0" err="1"/>
            <a:t>fairly</a:t>
          </a:r>
          <a:r>
            <a:rPr lang="it-IT" sz="1200" kern="1200" noProof="0" dirty="0"/>
            <a:t>.</a:t>
          </a:r>
        </a:p>
      </dsp:txBody>
      <dsp:txXfrm>
        <a:off x="66086" y="2615580"/>
        <a:ext cx="2981250" cy="720000"/>
      </dsp:txXfrm>
    </dsp:sp>
    <dsp:sp modelId="{B551DDE2-36F6-4E52-A995-5C2E2B3AF5A1}">
      <dsp:nvSpPr>
        <dsp:cNvPr id="0" name=""/>
        <dsp:cNvSpPr/>
      </dsp:nvSpPr>
      <dsp:spPr>
        <a:xfrm>
          <a:off x="4150398" y="230579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7FC72-C6CF-477E-82FB-9B3E2650AF9B}">
      <dsp:nvSpPr>
        <dsp:cNvPr id="0" name=""/>
        <dsp:cNvSpPr/>
      </dsp:nvSpPr>
      <dsp:spPr>
        <a:xfrm>
          <a:off x="4537961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75DB0-C2D6-4E79-8BCC-C8414B2A544C}">
      <dsp:nvSpPr>
        <dsp:cNvPr id="0" name=""/>
        <dsp:cNvSpPr/>
      </dsp:nvSpPr>
      <dsp:spPr>
        <a:xfrm>
          <a:off x="3569054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200" b="1" kern="1200" noProof="0" dirty="0" err="1"/>
            <a:t>acceptance</a:t>
          </a:r>
          <a:r>
            <a:rPr lang="it-IT" sz="1200" b="1" kern="1200" noProof="0" dirty="0"/>
            <a:t> </a:t>
          </a:r>
          <a:r>
            <a:rPr lang="it-IT" sz="1200" b="1" kern="1200" noProof="0" dirty="0" err="1"/>
            <a:t>criteria</a:t>
          </a:r>
          <a:r>
            <a:rPr lang="it-IT" sz="1200" kern="1200" noProof="0" dirty="0"/>
            <a:t>: turns alternate </a:t>
          </a:r>
          <a:r>
            <a:rPr lang="it-IT" sz="1200" kern="1200" noProof="0" dirty="0" err="1"/>
            <a:t>between</a:t>
          </a:r>
          <a:r>
            <a:rPr lang="it-IT" sz="1200" kern="1200" noProof="0" dirty="0"/>
            <a:t> player and </a:t>
          </a:r>
          <a:r>
            <a:rPr lang="it-IT" sz="1200" kern="1200" noProof="0" dirty="0" err="1"/>
            <a:t>enemy</a:t>
          </a:r>
          <a:r>
            <a:rPr lang="it-IT" sz="1200" kern="1200" noProof="0" dirty="0"/>
            <a:t> and </a:t>
          </a:r>
          <a:r>
            <a:rPr lang="it-IT" sz="1200" kern="1200" noProof="0" dirty="0" err="1"/>
            <a:t>rewards</a:t>
          </a:r>
          <a:r>
            <a:rPr lang="it-IT" sz="1200" kern="1200" noProof="0" dirty="0"/>
            <a:t> (XP, items) are </a:t>
          </a:r>
          <a:r>
            <a:rPr lang="it-IT" sz="1200" kern="1200" noProof="0" dirty="0" err="1"/>
            <a:t>assigned</a:t>
          </a:r>
          <a:r>
            <a:rPr lang="it-IT" sz="1200" kern="1200" noProof="0" dirty="0"/>
            <a:t> after </a:t>
          </a:r>
          <a:r>
            <a:rPr lang="it-IT" sz="1200" kern="1200" noProof="0" dirty="0" err="1"/>
            <a:t>victory</a:t>
          </a:r>
          <a:r>
            <a:rPr lang="it-IT" sz="1200" kern="1200" noProof="0" dirty="0"/>
            <a:t>.</a:t>
          </a:r>
        </a:p>
      </dsp:txBody>
      <dsp:txXfrm>
        <a:off x="3569054" y="2615580"/>
        <a:ext cx="2981250" cy="720000"/>
      </dsp:txXfrm>
    </dsp:sp>
    <dsp:sp modelId="{88D1FFE0-7DA1-4FB1-AD09-865603B879B2}">
      <dsp:nvSpPr>
        <dsp:cNvPr id="0" name=""/>
        <dsp:cNvSpPr/>
      </dsp:nvSpPr>
      <dsp:spPr>
        <a:xfrm>
          <a:off x="7653367" y="230579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FD701-3B18-48BD-AD3E-5486877E2E86}">
      <dsp:nvSpPr>
        <dsp:cNvPr id="0" name=""/>
        <dsp:cNvSpPr/>
      </dsp:nvSpPr>
      <dsp:spPr>
        <a:xfrm>
          <a:off x="8040930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964A0-7A7F-42EA-A6FA-9449DA636E48}">
      <dsp:nvSpPr>
        <dsp:cNvPr id="0" name=""/>
        <dsp:cNvSpPr/>
      </dsp:nvSpPr>
      <dsp:spPr>
        <a:xfrm>
          <a:off x="7072023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200" kern="1200" noProof="0" dirty="0"/>
            <a:t>Pattern usati: </a:t>
          </a:r>
          <a:r>
            <a:rPr lang="it-IT" sz="1200" b="1" kern="1200" noProof="0" dirty="0"/>
            <a:t>Strategy + Iterator</a:t>
          </a:r>
          <a:endParaRPr lang="it-IT" sz="1200" kern="1200" noProof="0" dirty="0"/>
        </a:p>
      </dsp:txBody>
      <dsp:txXfrm>
        <a:off x="7072023" y="2615580"/>
        <a:ext cx="29812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E476B-9AC3-46EC-B987-EFA0994028D9}">
      <dsp:nvSpPr>
        <dsp:cNvPr id="0" name=""/>
        <dsp:cNvSpPr/>
      </dsp:nvSpPr>
      <dsp:spPr>
        <a:xfrm>
          <a:off x="647429" y="196829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16EA9-1E62-4A54-96D1-CB16CCEA359A}">
      <dsp:nvSpPr>
        <dsp:cNvPr id="0" name=""/>
        <dsp:cNvSpPr/>
      </dsp:nvSpPr>
      <dsp:spPr>
        <a:xfrm>
          <a:off x="1034992" y="58439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C2F51-398E-436E-AEB4-5C72E0700AF9}">
      <dsp:nvSpPr>
        <dsp:cNvPr id="0" name=""/>
        <dsp:cNvSpPr/>
      </dsp:nvSpPr>
      <dsp:spPr>
        <a:xfrm>
          <a:off x="66086" y="2581830"/>
          <a:ext cx="298125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As a</a:t>
          </a:r>
          <a:r>
            <a:rPr lang="en-US" sz="1100" kern="1200" dirty="0"/>
            <a:t> player </a:t>
          </a:r>
          <a:r>
            <a:rPr lang="en-US" sz="1100" b="1" kern="1200" dirty="0"/>
            <a:t>I want</a:t>
          </a:r>
          <a:r>
            <a:rPr lang="en-US" sz="1100" kern="1200" dirty="0"/>
            <a:t> to view an interactive map,</a:t>
          </a:r>
          <a:br>
            <a:rPr lang="en-US" sz="1100" kern="1200" dirty="0"/>
          </a:br>
          <a:r>
            <a:rPr lang="en-US" sz="1100" b="1" kern="1200" dirty="0"/>
            <a:t>So that</a:t>
          </a:r>
          <a:r>
            <a:rPr lang="en-US" sz="1100" kern="1200" dirty="0"/>
            <a:t> I can easily see locations and understand their position relative to my current location.</a:t>
          </a:r>
          <a:endParaRPr lang="it-IT" sz="1100" kern="1200" noProof="0" dirty="0"/>
        </a:p>
      </dsp:txBody>
      <dsp:txXfrm>
        <a:off x="66086" y="2581830"/>
        <a:ext cx="2981250" cy="787500"/>
      </dsp:txXfrm>
    </dsp:sp>
    <dsp:sp modelId="{B551DDE2-36F6-4E52-A995-5C2E2B3AF5A1}">
      <dsp:nvSpPr>
        <dsp:cNvPr id="0" name=""/>
        <dsp:cNvSpPr/>
      </dsp:nvSpPr>
      <dsp:spPr>
        <a:xfrm>
          <a:off x="4150398" y="196829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7FC72-C6CF-477E-82FB-9B3E2650AF9B}">
      <dsp:nvSpPr>
        <dsp:cNvPr id="0" name=""/>
        <dsp:cNvSpPr/>
      </dsp:nvSpPr>
      <dsp:spPr>
        <a:xfrm>
          <a:off x="4537961" y="58439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75DB0-C2D6-4E79-8BCC-C8414B2A544C}">
      <dsp:nvSpPr>
        <dsp:cNvPr id="0" name=""/>
        <dsp:cNvSpPr/>
      </dsp:nvSpPr>
      <dsp:spPr>
        <a:xfrm>
          <a:off x="3569054" y="2581830"/>
          <a:ext cx="298125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Acceptance Criteria: The map is displayed correctly when the </a:t>
          </a:r>
          <a:r>
            <a:rPr lang="en-US" sz="1100" b="1" kern="1200" dirty="0" err="1"/>
            <a:t>MapView</a:t>
          </a:r>
          <a:r>
            <a:rPr lang="en-US" sz="1100" b="1" kern="1200" dirty="0"/>
            <a:t> is opened</a:t>
          </a:r>
          <a:endParaRPr lang="it-IT" sz="1100" kern="1200" noProof="0" dirty="0"/>
        </a:p>
      </dsp:txBody>
      <dsp:txXfrm>
        <a:off x="3569054" y="2581830"/>
        <a:ext cx="2981250" cy="787500"/>
      </dsp:txXfrm>
    </dsp:sp>
    <dsp:sp modelId="{88D1FFE0-7DA1-4FB1-AD09-865603B879B2}">
      <dsp:nvSpPr>
        <dsp:cNvPr id="0" name=""/>
        <dsp:cNvSpPr/>
      </dsp:nvSpPr>
      <dsp:spPr>
        <a:xfrm>
          <a:off x="7653367" y="196829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FD701-3B18-48BD-AD3E-5486877E2E86}">
      <dsp:nvSpPr>
        <dsp:cNvPr id="0" name=""/>
        <dsp:cNvSpPr/>
      </dsp:nvSpPr>
      <dsp:spPr>
        <a:xfrm>
          <a:off x="8040930" y="58439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964A0-7A7F-42EA-A6FA-9449DA636E48}">
      <dsp:nvSpPr>
        <dsp:cNvPr id="0" name=""/>
        <dsp:cNvSpPr/>
      </dsp:nvSpPr>
      <dsp:spPr>
        <a:xfrm>
          <a:off x="7072023" y="2581830"/>
          <a:ext cx="2981250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100" kern="1200" noProof="0" dirty="0"/>
            <a:t>Pattern </a:t>
          </a:r>
          <a:r>
            <a:rPr lang="it-IT" sz="1100" kern="1200" noProof="0" dirty="0" err="1"/>
            <a:t>usatO</a:t>
          </a:r>
          <a:r>
            <a:rPr lang="it-IT" sz="1100" kern="1200" noProof="0" dirty="0"/>
            <a:t>: </a:t>
          </a:r>
          <a:r>
            <a:rPr lang="it-IT" sz="1100" b="1" kern="1200" noProof="0" dirty="0"/>
            <a:t>BUILDER</a:t>
          </a:r>
        </a:p>
      </dsp:txBody>
      <dsp:txXfrm>
        <a:off x="7072023" y="2581830"/>
        <a:ext cx="2981250" cy="7875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E476B-9AC3-46EC-B987-EFA0994028D9}">
      <dsp:nvSpPr>
        <dsp:cNvPr id="0" name=""/>
        <dsp:cNvSpPr/>
      </dsp:nvSpPr>
      <dsp:spPr>
        <a:xfrm>
          <a:off x="647429" y="230579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16EA9-1E62-4A54-96D1-CB16CCEA359A}">
      <dsp:nvSpPr>
        <dsp:cNvPr id="0" name=""/>
        <dsp:cNvSpPr/>
      </dsp:nvSpPr>
      <dsp:spPr>
        <a:xfrm>
          <a:off x="1034992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C2F51-398E-436E-AEB4-5C72E0700AF9}">
      <dsp:nvSpPr>
        <dsp:cNvPr id="0" name=""/>
        <dsp:cNvSpPr/>
      </dsp:nvSpPr>
      <dsp:spPr>
        <a:xfrm>
          <a:off x="66086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As a player, I want to choose my character’s job, so that I can custom the gameplay</a:t>
          </a:r>
          <a:endParaRPr lang="it-IT" sz="1700" kern="1200" noProof="0" dirty="0"/>
        </a:p>
      </dsp:txBody>
      <dsp:txXfrm>
        <a:off x="66086" y="2615580"/>
        <a:ext cx="2981250" cy="720000"/>
      </dsp:txXfrm>
    </dsp:sp>
    <dsp:sp modelId="{B551DDE2-36F6-4E52-A995-5C2E2B3AF5A1}">
      <dsp:nvSpPr>
        <dsp:cNvPr id="0" name=""/>
        <dsp:cNvSpPr/>
      </dsp:nvSpPr>
      <dsp:spPr>
        <a:xfrm>
          <a:off x="4150398" y="230579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7FC72-C6CF-477E-82FB-9B3E2650AF9B}">
      <dsp:nvSpPr>
        <dsp:cNvPr id="0" name=""/>
        <dsp:cNvSpPr/>
      </dsp:nvSpPr>
      <dsp:spPr>
        <a:xfrm>
          <a:off x="4537961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75DB0-C2D6-4E79-8BCC-C8414B2A544C}">
      <dsp:nvSpPr>
        <dsp:cNvPr id="0" name=""/>
        <dsp:cNvSpPr/>
      </dsp:nvSpPr>
      <dsp:spPr>
        <a:xfrm>
          <a:off x="3569054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Acceptance Criteria: the system displays available jobs with descriptions.</a:t>
          </a:r>
          <a:endParaRPr lang="it-IT" sz="1700" kern="1200" noProof="0" dirty="0"/>
        </a:p>
      </dsp:txBody>
      <dsp:txXfrm>
        <a:off x="3569054" y="2615580"/>
        <a:ext cx="2981250" cy="720000"/>
      </dsp:txXfrm>
    </dsp:sp>
    <dsp:sp modelId="{88D1FFE0-7DA1-4FB1-AD09-865603B879B2}">
      <dsp:nvSpPr>
        <dsp:cNvPr id="0" name=""/>
        <dsp:cNvSpPr/>
      </dsp:nvSpPr>
      <dsp:spPr>
        <a:xfrm>
          <a:off x="7653367" y="230579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FD701-3B18-48BD-AD3E-5486877E2E86}">
      <dsp:nvSpPr>
        <dsp:cNvPr id="0" name=""/>
        <dsp:cNvSpPr/>
      </dsp:nvSpPr>
      <dsp:spPr>
        <a:xfrm>
          <a:off x="8040930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964A0-7A7F-42EA-A6FA-9449DA636E48}">
      <dsp:nvSpPr>
        <dsp:cNvPr id="0" name=""/>
        <dsp:cNvSpPr/>
      </dsp:nvSpPr>
      <dsp:spPr>
        <a:xfrm>
          <a:off x="7072023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700" kern="1200" noProof="0" dirty="0"/>
            <a:t>Pattern </a:t>
          </a:r>
          <a:r>
            <a:rPr lang="it-IT" sz="1700" kern="1200" noProof="0" dirty="0" err="1"/>
            <a:t>usatO</a:t>
          </a:r>
          <a:r>
            <a:rPr lang="it-IT" sz="1700" kern="1200" noProof="0" dirty="0"/>
            <a:t>: </a:t>
          </a:r>
          <a:r>
            <a:rPr lang="it-IT" sz="1700" b="1" kern="1200" noProof="0" dirty="0"/>
            <a:t>Abstract Factory</a:t>
          </a:r>
        </a:p>
      </dsp:txBody>
      <dsp:txXfrm>
        <a:off x="7072023" y="2615580"/>
        <a:ext cx="29812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85631A-DA3E-445E-B38C-DDBB283F6060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BCD683-510A-4201-97CC-4A75303B2EB6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431CB-344E-4F35-B5B8-E0D9A3882219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As a player, I want to fight the enemies so that I can go on with the plot</a:t>
          </a:r>
          <a:endParaRPr lang="it-IT" sz="1500" kern="1200" noProof="0" dirty="0"/>
        </a:p>
      </dsp:txBody>
      <dsp:txXfrm>
        <a:off x="93445" y="3018902"/>
        <a:ext cx="3206250" cy="720000"/>
      </dsp:txXfrm>
    </dsp:sp>
    <dsp:sp modelId="{0B14F369-5414-49FC-9AF0-392D381764B2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A5BD62-0BEA-48C6-AC6F-9982F9636446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EFD421-35F3-41F8-A317-F047E8259D85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dirty="0"/>
            <a:t>Acceptance Criteria: the game allows the player to choose an attack or use an item</a:t>
          </a:r>
          <a:endParaRPr lang="it-IT" sz="1500" kern="1200" noProof="0" dirty="0"/>
        </a:p>
      </dsp:txBody>
      <dsp:txXfrm>
        <a:off x="3860789" y="3018902"/>
        <a:ext cx="3206250" cy="720000"/>
      </dsp:txXfrm>
    </dsp:sp>
    <dsp:sp modelId="{8EC44CBD-47A4-4FB0-ADB7-D84E9B7FD5F0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265A3D-7DF8-4C53-A661-DB2075A65632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209AF-D467-4BFD-A501-051EA5A310AF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500" kern="1200" noProof="0" dirty="0"/>
            <a:t>Pattern: </a:t>
          </a:r>
          <a:r>
            <a:rPr lang="it-IT" sz="1500" b="1" kern="1200" noProof="0" dirty="0"/>
            <a:t>Observer</a:t>
          </a:r>
          <a:endParaRPr lang="it-IT" sz="1500" kern="1200" noProof="0" dirty="0"/>
        </a:p>
      </dsp:txBody>
      <dsp:txXfrm>
        <a:off x="7628133" y="3018902"/>
        <a:ext cx="320625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081AF7-A197-41A7-B19C-436F0D878782}">
      <dsp:nvSpPr>
        <dsp:cNvPr id="0" name=""/>
        <dsp:cNvSpPr/>
      </dsp:nvSpPr>
      <dsp:spPr>
        <a:xfrm>
          <a:off x="0" y="640"/>
          <a:ext cx="6589260" cy="1497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568B2-C461-40B2-9EA7-C0F2FAFA5D5E}">
      <dsp:nvSpPr>
        <dsp:cNvPr id="0" name=""/>
        <dsp:cNvSpPr/>
      </dsp:nvSpPr>
      <dsp:spPr>
        <a:xfrm>
          <a:off x="453120" y="337671"/>
          <a:ext cx="823854" cy="8238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49514-D71D-4926-B777-F1967F3188FD}">
      <dsp:nvSpPr>
        <dsp:cNvPr id="0" name=""/>
        <dsp:cNvSpPr/>
      </dsp:nvSpPr>
      <dsp:spPr>
        <a:xfrm>
          <a:off x="1730095" y="640"/>
          <a:ext cx="4859164" cy="1497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158530" rIns="158530" bIns="15853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As a player, I want to evolve my character, so that I progress in the game.</a:t>
          </a:r>
          <a:endParaRPr lang="it-IT" sz="2500" kern="1200" noProof="0" dirty="0"/>
        </a:p>
      </dsp:txBody>
      <dsp:txXfrm>
        <a:off x="1730095" y="640"/>
        <a:ext cx="4859164" cy="1497917"/>
      </dsp:txXfrm>
    </dsp:sp>
    <dsp:sp modelId="{CE2F0C63-82EE-4C0D-8EF5-DE3C704A19E7}">
      <dsp:nvSpPr>
        <dsp:cNvPr id="0" name=""/>
        <dsp:cNvSpPr/>
      </dsp:nvSpPr>
      <dsp:spPr>
        <a:xfrm>
          <a:off x="0" y="1873037"/>
          <a:ext cx="6589260" cy="1497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CF5238-7E8B-4038-9ACF-C3CFBCA66B21}">
      <dsp:nvSpPr>
        <dsp:cNvPr id="0" name=""/>
        <dsp:cNvSpPr/>
      </dsp:nvSpPr>
      <dsp:spPr>
        <a:xfrm>
          <a:off x="453120" y="2210069"/>
          <a:ext cx="823854" cy="8238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9A2C3-9C32-4CBB-8FC1-3D1BE7FE750F}">
      <dsp:nvSpPr>
        <dsp:cNvPr id="0" name=""/>
        <dsp:cNvSpPr/>
      </dsp:nvSpPr>
      <dsp:spPr>
        <a:xfrm>
          <a:off x="1730095" y="1873037"/>
          <a:ext cx="4859164" cy="1497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158530" rIns="158530" bIns="15853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acceptance criteria: the new ability appears in the ability list</a:t>
          </a:r>
          <a:endParaRPr lang="it-IT" sz="2500" kern="1200" noProof="0" dirty="0"/>
        </a:p>
      </dsp:txBody>
      <dsp:txXfrm>
        <a:off x="1730095" y="1873037"/>
        <a:ext cx="4859164" cy="1497917"/>
      </dsp:txXfrm>
    </dsp:sp>
    <dsp:sp modelId="{67FD8F6C-A64C-4C0E-8E97-1895CE3E8C3E}">
      <dsp:nvSpPr>
        <dsp:cNvPr id="0" name=""/>
        <dsp:cNvSpPr/>
      </dsp:nvSpPr>
      <dsp:spPr>
        <a:xfrm>
          <a:off x="0" y="3745434"/>
          <a:ext cx="6589260" cy="14979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E24EC2-2B34-477E-BE00-3A882924C755}">
      <dsp:nvSpPr>
        <dsp:cNvPr id="0" name=""/>
        <dsp:cNvSpPr/>
      </dsp:nvSpPr>
      <dsp:spPr>
        <a:xfrm>
          <a:off x="453120" y="4082466"/>
          <a:ext cx="823854" cy="8238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5B3CEA-E3CF-4F86-B4DF-B3280E1D36C4}">
      <dsp:nvSpPr>
        <dsp:cNvPr id="0" name=""/>
        <dsp:cNvSpPr/>
      </dsp:nvSpPr>
      <dsp:spPr>
        <a:xfrm>
          <a:off x="1730095" y="3745434"/>
          <a:ext cx="4859164" cy="1497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530" tIns="158530" rIns="158530" bIns="15853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 noProof="0" dirty="0"/>
            <a:t>Pattern usati: Strategy + Observer</a:t>
          </a:r>
        </a:p>
      </dsp:txBody>
      <dsp:txXfrm>
        <a:off x="1730095" y="3745434"/>
        <a:ext cx="4859164" cy="149791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E476B-9AC3-46EC-B987-EFA0994028D9}">
      <dsp:nvSpPr>
        <dsp:cNvPr id="0" name=""/>
        <dsp:cNvSpPr/>
      </dsp:nvSpPr>
      <dsp:spPr>
        <a:xfrm>
          <a:off x="647429" y="230579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16EA9-1E62-4A54-96D1-CB16CCEA359A}">
      <dsp:nvSpPr>
        <dsp:cNvPr id="0" name=""/>
        <dsp:cNvSpPr/>
      </dsp:nvSpPr>
      <dsp:spPr>
        <a:xfrm>
          <a:off x="1034992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C2F51-398E-436E-AEB4-5C72E0700AF9}">
      <dsp:nvSpPr>
        <dsp:cNvPr id="0" name=""/>
        <dsp:cNvSpPr/>
      </dsp:nvSpPr>
      <dsp:spPr>
        <a:xfrm>
          <a:off x="66086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As a player I want to save my progress in either the current slot or another one so that I can continue my game from the last save</a:t>
          </a:r>
          <a:endParaRPr lang="it-IT" sz="1200" kern="1200" noProof="0" dirty="0"/>
        </a:p>
      </dsp:txBody>
      <dsp:txXfrm>
        <a:off x="66086" y="2615580"/>
        <a:ext cx="2981250" cy="720000"/>
      </dsp:txXfrm>
    </dsp:sp>
    <dsp:sp modelId="{B551DDE2-36F6-4E52-A995-5C2E2B3AF5A1}">
      <dsp:nvSpPr>
        <dsp:cNvPr id="0" name=""/>
        <dsp:cNvSpPr/>
      </dsp:nvSpPr>
      <dsp:spPr>
        <a:xfrm>
          <a:off x="4150398" y="230579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7FC72-C6CF-477E-82FB-9B3E2650AF9B}">
      <dsp:nvSpPr>
        <dsp:cNvPr id="0" name=""/>
        <dsp:cNvSpPr/>
      </dsp:nvSpPr>
      <dsp:spPr>
        <a:xfrm>
          <a:off x="4537961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75DB0-C2D6-4E79-8BCC-C8414B2A544C}">
      <dsp:nvSpPr>
        <dsp:cNvPr id="0" name=""/>
        <dsp:cNvSpPr/>
      </dsp:nvSpPr>
      <dsp:spPr>
        <a:xfrm>
          <a:off x="3569054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acceptance criteria: the save menu lists all slots and if a slot is already used, confirmation for overwrite is required.</a:t>
          </a:r>
          <a:endParaRPr lang="it-IT" sz="1200" kern="1200" noProof="0" dirty="0"/>
        </a:p>
      </dsp:txBody>
      <dsp:txXfrm>
        <a:off x="3569054" y="2615580"/>
        <a:ext cx="2981250" cy="720000"/>
      </dsp:txXfrm>
    </dsp:sp>
    <dsp:sp modelId="{88D1FFE0-7DA1-4FB1-AD09-865603B879B2}">
      <dsp:nvSpPr>
        <dsp:cNvPr id="0" name=""/>
        <dsp:cNvSpPr/>
      </dsp:nvSpPr>
      <dsp:spPr>
        <a:xfrm>
          <a:off x="7653367" y="230579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FD701-3B18-48BD-AD3E-5486877E2E86}">
      <dsp:nvSpPr>
        <dsp:cNvPr id="0" name=""/>
        <dsp:cNvSpPr/>
      </dsp:nvSpPr>
      <dsp:spPr>
        <a:xfrm>
          <a:off x="8040930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964A0-7A7F-42EA-A6FA-9449DA636E48}">
      <dsp:nvSpPr>
        <dsp:cNvPr id="0" name=""/>
        <dsp:cNvSpPr/>
      </dsp:nvSpPr>
      <dsp:spPr>
        <a:xfrm>
          <a:off x="7072023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200" kern="1200" noProof="0" dirty="0"/>
            <a:t>Pattern </a:t>
          </a:r>
          <a:r>
            <a:rPr lang="it-IT" sz="1200" kern="1200" noProof="0" dirty="0" err="1"/>
            <a:t>usatO</a:t>
          </a:r>
          <a:r>
            <a:rPr lang="it-IT" sz="1200" kern="1200" noProof="0" dirty="0"/>
            <a:t>: </a:t>
          </a:r>
          <a:r>
            <a:rPr lang="it-IT" sz="1200" b="1" kern="1200" noProof="0" dirty="0"/>
            <a:t>Memento</a:t>
          </a:r>
        </a:p>
      </dsp:txBody>
      <dsp:txXfrm>
        <a:off x="7072023" y="2615580"/>
        <a:ext cx="298125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E476B-9AC3-46EC-B987-EFA0994028D9}">
      <dsp:nvSpPr>
        <dsp:cNvPr id="0" name=""/>
        <dsp:cNvSpPr/>
      </dsp:nvSpPr>
      <dsp:spPr>
        <a:xfrm>
          <a:off x="647429" y="230579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B16EA9-1E62-4A54-96D1-CB16CCEA359A}">
      <dsp:nvSpPr>
        <dsp:cNvPr id="0" name=""/>
        <dsp:cNvSpPr/>
      </dsp:nvSpPr>
      <dsp:spPr>
        <a:xfrm>
          <a:off x="1034992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AC2F51-398E-436E-AEB4-5C72E0700AF9}">
      <dsp:nvSpPr>
        <dsp:cNvPr id="0" name=""/>
        <dsp:cNvSpPr/>
      </dsp:nvSpPr>
      <dsp:spPr>
        <a:xfrm>
          <a:off x="66086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As a player, I want to make choices that influence the main story, so that I can experience a unique and personalized narrative.</a:t>
          </a:r>
          <a:endParaRPr lang="it-IT" sz="1200" kern="1200" noProof="0" dirty="0"/>
        </a:p>
      </dsp:txBody>
      <dsp:txXfrm>
        <a:off x="66086" y="2615580"/>
        <a:ext cx="2981250" cy="720000"/>
      </dsp:txXfrm>
    </dsp:sp>
    <dsp:sp modelId="{B551DDE2-36F6-4E52-A995-5C2E2B3AF5A1}">
      <dsp:nvSpPr>
        <dsp:cNvPr id="0" name=""/>
        <dsp:cNvSpPr/>
      </dsp:nvSpPr>
      <dsp:spPr>
        <a:xfrm>
          <a:off x="4150398" y="230579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7FC72-C6CF-477E-82FB-9B3E2650AF9B}">
      <dsp:nvSpPr>
        <dsp:cNvPr id="0" name=""/>
        <dsp:cNvSpPr/>
      </dsp:nvSpPr>
      <dsp:spPr>
        <a:xfrm>
          <a:off x="4537961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75DB0-C2D6-4E79-8BCC-C8414B2A544C}">
      <dsp:nvSpPr>
        <dsp:cNvPr id="0" name=""/>
        <dsp:cNvSpPr/>
      </dsp:nvSpPr>
      <dsp:spPr>
        <a:xfrm>
          <a:off x="3569054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dirty="0"/>
            <a:t>acceptance criteria: the system records choices for future consequences.</a:t>
          </a:r>
          <a:endParaRPr lang="it-IT" sz="1200" kern="1200" noProof="0" dirty="0"/>
        </a:p>
      </dsp:txBody>
      <dsp:txXfrm>
        <a:off x="3569054" y="2615580"/>
        <a:ext cx="2981250" cy="720000"/>
      </dsp:txXfrm>
    </dsp:sp>
    <dsp:sp modelId="{88D1FFE0-7DA1-4FB1-AD09-865603B879B2}">
      <dsp:nvSpPr>
        <dsp:cNvPr id="0" name=""/>
        <dsp:cNvSpPr/>
      </dsp:nvSpPr>
      <dsp:spPr>
        <a:xfrm>
          <a:off x="7653367" y="230579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FD701-3B18-48BD-AD3E-5486877E2E86}">
      <dsp:nvSpPr>
        <dsp:cNvPr id="0" name=""/>
        <dsp:cNvSpPr/>
      </dsp:nvSpPr>
      <dsp:spPr>
        <a:xfrm>
          <a:off x="8040930" y="61814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964A0-7A7F-42EA-A6FA-9449DA636E48}">
      <dsp:nvSpPr>
        <dsp:cNvPr id="0" name=""/>
        <dsp:cNvSpPr/>
      </dsp:nvSpPr>
      <dsp:spPr>
        <a:xfrm>
          <a:off x="7072023" y="261558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200" kern="1200" noProof="0" dirty="0"/>
            <a:t>Pattern: Builder</a:t>
          </a:r>
          <a:endParaRPr lang="it-IT" sz="1200" b="1" kern="1200" noProof="0" dirty="0"/>
        </a:p>
      </dsp:txBody>
      <dsp:txXfrm>
        <a:off x="7072023" y="2615580"/>
        <a:ext cx="298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2D853-022D-44A2-85A7-08E6250A7C68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6CD520-B1E6-489E-8985-8FB249C3A6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608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6CD520-B1E6-489E-8985-8FB249C3A6D5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904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9502E-200B-6A02-49F5-D7CE9A421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2F8DEC0-A555-D710-CA95-5572840D4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061CE1A-B8A6-45CC-A1AE-0F2DCB62D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8F8222-2E9E-6026-2657-571FE73C9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6CD520-B1E6-489E-8985-8FB249C3A6D5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697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F4443E-220D-A599-AA5F-9D218DD83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D4DBD06-4765-F094-5E91-6CDB4CD0B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39751B-B6C9-9F49-46B3-5ED49F77A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F16CF56-5ABD-94F3-9EF5-E6CA1A237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2737841-95A4-6DAD-2AE4-ED2F69551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5284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D5854A-72F6-5DE7-8EEF-E2B3F0A2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DC3C2F-839F-1B67-6470-12091246E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45B8EA2-E587-430F-C51F-2BD9FC61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E91E6B2-0BA2-D701-D52A-9122E30FB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19E895-E73B-C129-B9B7-5079F6B29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0829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ED83A6-BBF1-9628-29B6-49870624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E2F1518-1044-9DBF-3D2F-D7C744B3A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9B91BC-9470-2A35-4A64-1AAF0707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D22C7C4-BBBC-6271-D394-3915E23A3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A0D6B9-B623-1E89-C848-B69F39C2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9216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9F0BEB-FF09-373F-2DFA-C31412FC7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E0933D-09F4-880F-639F-18AACA92A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B92A691-6BB7-DC00-2BEC-ACF3523AF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11AF020-D43A-FD41-1B97-F72AEE4C2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8E0A687-4A7D-30B4-CD76-6410EF29D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1DB7B42-260D-D4A0-381F-147C5CCBF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798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C57D6B-1E58-85AC-9376-68ED8C443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77C7D5-F624-3A82-6B55-6A2AB4B18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5C3666B-5A5B-AA4F-65B3-691B041D3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FFB44A8-064C-91B7-7A38-703F5F822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F3CAE5-CB03-388E-0059-E3EADB7D26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72CAEB7-EF21-412A-CEA7-C94B6847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47E29BB-6F80-88B9-85A2-57382F2C9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3671EAC-7A6A-E7D9-4CFD-9CE3B12A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6101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CBF884-FAD2-099C-0FBE-F84A8586D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F553C95-FEAE-D1D5-F2A3-8B1935180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A2E1517-80C9-5D56-8B68-13F67082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FD96A23-F2A7-A0A8-FE4C-6FF6D9C5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255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DFAB20-BE6D-74BF-175C-16008AA47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7050A15-51BB-E27F-FCFA-D029E0992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7A711AE-42B4-9801-CD03-023BA9535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4773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A3399B-75AC-B7E9-A00E-2C9AA871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04CF1E-9E56-AB71-A60E-48EFA2618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4201B46-D47A-4079-D495-7BE8795E5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A6F9CDC-4A40-487F-7ED6-845E586E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12DFCDE-028E-7371-9284-AE737434B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E8A6B90-8D6E-FCE5-C083-871DF4E50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1773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6239D5-74D5-8673-577D-A40CE77CC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1A043B1-9A43-8CC6-5574-20FFEE4BE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4897AD0-6B88-49A2-19F2-51A4105DCF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8E5F337-18E0-F811-C0B3-260ACA84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D1DD506-93B4-45B0-0D19-9CA73ADB1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DA9A78B-0F9B-7630-66A2-6D5D2B19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1948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43113A-AE68-8D12-00DA-1E6FC8CF4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E87D6BF-3669-1F81-8465-0D99EA51B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C7C97A9-195A-E449-01DE-20761911C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AC80C5-C2F2-ADDB-BA8F-3B6EF24B0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1CD3ED-170F-52EF-2C4B-04D6706DC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2040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4E58B3F-0897-A3F8-C4B2-E55146013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17DCF30-5002-82E2-D6C1-2F5866FF2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F02F36-C7C8-B482-275C-4274E8D48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8B56-489F-43F9-8D8B-A6A3E833E09F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CED04C-46A9-3C2B-B993-89C8585CC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FD7C606-86E0-8A9A-CBEC-1891901F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23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0E691D5-3803-C6AE-4676-BE24D222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0B20BE6-6866-2162-D10E-D1D692F9F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D609AA-D770-26CB-9637-D398A9629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08B56-489F-43F9-8D8B-A6A3E833E09F}" type="datetimeFigureOut">
              <a:rPr lang="it-IT" smtClean="0"/>
              <a:t>13/01/2026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E2981F-6AF8-2C1B-E388-EF5A57929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F44CAFC-7C0D-6F3B-420D-1C912F219B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39542-E3CB-40F6-9544-8DD4730E03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5130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seen64.net/2010/10/27/fantasy-life-ds-unreleased-beta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earts.org/2011/10/sk1-development-restarted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kxptech.com/arquitetura-mvc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E0D271-B939-4DB1-E37B-BE452D465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noProof="0">
                <a:solidFill>
                  <a:schemeClr val="bg1">
                    <a:lumMod val="95000"/>
                    <a:lumOff val="5000"/>
                  </a:schemeClr>
                </a:solidFill>
              </a:rPr>
              <a:t>The Cycle Game</a:t>
            </a:r>
          </a:p>
        </p:txBody>
      </p:sp>
    </p:spTree>
    <p:extLst>
      <p:ext uri="{BB962C8B-B14F-4D97-AF65-F5344CB8AC3E}">
        <p14:creationId xmlns:p14="http://schemas.microsoft.com/office/powerpoint/2010/main" val="3216691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B4AD810-B3E5-CCFC-0F23-79846C340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First Sprint</a:t>
            </a:r>
          </a:p>
        </p:txBody>
      </p:sp>
    </p:spTree>
    <p:extLst>
      <p:ext uri="{BB962C8B-B14F-4D97-AF65-F5344CB8AC3E}">
        <p14:creationId xmlns:p14="http://schemas.microsoft.com/office/powerpoint/2010/main" val="1189454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05265DC-CF6B-4AE8-B3F3-2A7A1637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933491F-98E5-24C3-A743-60F6E477D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0804"/>
            <a:ext cx="4391024" cy="1907884"/>
          </a:xfrm>
        </p:spPr>
        <p:txBody>
          <a:bodyPr anchor="ctr">
            <a:normAutofit/>
          </a:bodyPr>
          <a:lstStyle/>
          <a:p>
            <a:pPr algn="ctr"/>
            <a:r>
              <a:rPr lang="it-IT" sz="4000" noProof="0" dirty="0">
                <a:solidFill>
                  <a:schemeClr val="bg1"/>
                </a:solidFill>
              </a:rPr>
              <a:t>Trama</a:t>
            </a:r>
          </a:p>
        </p:txBody>
      </p:sp>
      <p:pic>
        <p:nvPicPr>
          <p:cNvPr id="7" name="Immagine 6" descr="Immagine che contiene mappa&#10;&#10;Il contenuto generato dall'IA potrebbe non essere corretto.">
            <a:extLst>
              <a:ext uri="{FF2B5EF4-FFF2-40B4-BE49-F238E27FC236}">
                <a16:creationId xmlns:a16="http://schemas.microsoft.com/office/drawing/2014/main" id="{7A57C9AA-6D4D-B0CF-21FD-3BAF39BD5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27699" b="34912"/>
          <a:stretch>
            <a:fillRect/>
          </a:stretch>
        </p:blipFill>
        <p:spPr>
          <a:xfrm>
            <a:off x="20" y="2"/>
            <a:ext cx="12191980" cy="3418853"/>
          </a:xfrm>
          <a:custGeom>
            <a:avLst/>
            <a:gdLst/>
            <a:ahLst/>
            <a:cxnLst/>
            <a:rect l="l" t="t" r="r" b="b"/>
            <a:pathLst>
              <a:path w="12192000" h="3418853">
                <a:moveTo>
                  <a:pt x="0" y="0"/>
                </a:moveTo>
                <a:lnTo>
                  <a:pt x="12192000" y="0"/>
                </a:lnTo>
                <a:lnTo>
                  <a:pt x="12192000" y="227978"/>
                </a:lnTo>
                <a:lnTo>
                  <a:pt x="12192000" y="2065168"/>
                </a:lnTo>
                <a:lnTo>
                  <a:pt x="12192000" y="3342653"/>
                </a:lnTo>
                <a:lnTo>
                  <a:pt x="9439275" y="3418853"/>
                </a:lnTo>
                <a:lnTo>
                  <a:pt x="5572127" y="3171203"/>
                </a:lnTo>
                <a:lnTo>
                  <a:pt x="0" y="3342653"/>
                </a:lnTo>
                <a:lnTo>
                  <a:pt x="0" y="2065168"/>
                </a:lnTo>
                <a:lnTo>
                  <a:pt x="0" y="227978"/>
                </a:lnTo>
                <a:close/>
              </a:path>
            </a:pathLst>
          </a:cu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7EA779C-87BF-454F-919D-A3DA98FD8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59818"/>
            <a:ext cx="12192000" cy="757168"/>
            <a:chOff x="0" y="2959818"/>
            <a:chExt cx="12192000" cy="75716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C2E702-9A3E-420B-81FC-693685CAF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A40418-2F7D-4A2A-84C0-1A72B0307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4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 noProof="0" dirty="0"/>
            </a:p>
          </p:txBody>
        </p:sp>
      </p:grp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937BE4-B0F0-DD02-D912-0268C5AA8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4201" y="4197093"/>
            <a:ext cx="5692774" cy="16488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200" noProof="0" dirty="0">
                <a:solidFill>
                  <a:schemeClr val="bg1">
                    <a:alpha val="80000"/>
                  </a:schemeClr>
                </a:solidFill>
              </a:rPr>
              <a:t>Il gruppo deve affrontare i nemici che minacciano l'esistenza del loro mondo. La trama si infittisce quando scoprono la fonte di creazione dei nemici: una forza di Distruzione. Quindi, scelgono di uccidere tutti i servitori della Distruzione e, alla fine, anche la Distruzione stessa. Poi scoprono la verità dietro il loro mondo: un ciclo perpetuo di distruzione e creazione. La forza di Distruzione e la forza di Creazione sono forze di moto perpetuo che si antagonizzano a vicenda e devono fare il loro dovere (distruggere e creare). Quindi, uccidere la Distruzione non sarà sufficiente, poiché la Creazione darà inizio a un altro mondo, sovrascrivendo quello del gruppo, che sarà condannato a causa dell'influenza della Distruzione. La Distruzione deve distruggere all'infinito. Dopo che tutto sarà distrutto, Esso dovrà distruggere se stesso per permettere alla Creazione di dare inizio a un altro mondo. Se fermata prima dell'annientamento del mondo, la Creazione farà il suo dovere prima che arrivi il momento.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C5E9365-DB86-5CFD-9484-A41F2759E94A}"/>
              </a:ext>
            </a:extLst>
          </p:cNvPr>
          <p:cNvSpPr txBox="1"/>
          <p:nvPr/>
        </p:nvSpPr>
        <p:spPr>
          <a:xfrm>
            <a:off x="9333525" y="6657945"/>
            <a:ext cx="2858475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it-IT" sz="700" noProof="0" dirty="0">
                <a:solidFill>
                  <a:srgbClr val="FFFFFF"/>
                </a:solidFill>
                <a:hlinkClick r:id="rId3" tooltip="https://www.unseen64.net/2010/10/27/fantasy-life-ds-unreleased-beta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Questa foto</a:t>
            </a:r>
            <a:r>
              <a:rPr lang="it-IT" sz="700" noProof="0" dirty="0">
                <a:solidFill>
                  <a:srgbClr val="FFFFFF"/>
                </a:solidFill>
              </a:rPr>
              <a:t> di Autore sconosciuto è concesso in licenza da </a:t>
            </a:r>
            <a:r>
              <a:rPr lang="it-IT" sz="700" noProof="0" dirty="0">
                <a:solidFill>
                  <a:srgbClr val="FFFFFF"/>
                </a:solidFill>
                <a:hlinkClick r:id="rId5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it-IT" sz="700" noProof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934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noProof="0" dirty="0"/>
          </a:p>
        </p:txBody>
      </p:sp>
      <p:sp>
        <p:nvSpPr>
          <p:cNvPr id="1040" name="Arc 103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95CA465-4898-DB8A-02FF-263F69BD9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it-IT" kern="1200" noProof="0" dirty="0">
                <a:latin typeface="+mj-lt"/>
                <a:ea typeface="+mj-ea"/>
                <a:cs typeface="+mj-cs"/>
              </a:rPr>
              <a:t>MVC Architecture</a:t>
            </a:r>
          </a:p>
        </p:txBody>
      </p:sp>
      <p:sp>
        <p:nvSpPr>
          <p:cNvPr id="1042" name="Freeform: Shape 104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 noProof="0" dirty="0"/>
          </a:p>
        </p:txBody>
      </p:sp>
      <p:pic>
        <p:nvPicPr>
          <p:cNvPr id="1026" name="Picture 2" descr="What is Model-View and Control?">
            <a:extLst>
              <a:ext uri="{FF2B5EF4-FFF2-40B4-BE49-F238E27FC236}">
                <a16:creationId xmlns:a16="http://schemas.microsoft.com/office/drawing/2014/main" id="{A2BF8A7C-8F29-EC8F-3109-4F9F35343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570165"/>
            <a:ext cx="4777381" cy="554792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FD5BC69-C8C9-DD64-9E1E-B5CA9725C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562100"/>
            <a:ext cx="5458838" cy="5033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b="1" noProof="0" dirty="0"/>
              <a:t>Usiamo il pattern MVC (Model – View – Controller) nel nostro progetto perché ci permette di </a:t>
            </a:r>
            <a:r>
              <a:rPr lang="it-IT" noProof="0" dirty="0"/>
              <a:t>separare la logica di gioco, la grafica e i controlli, rendendo lo sviluppo del nostro progetto più chiaro, modulare e facilmente estendibile.</a:t>
            </a:r>
          </a:p>
          <a:p>
            <a:pPr marL="0" indent="0">
              <a:buNone/>
            </a:pPr>
            <a:endParaRPr lang="it-IT" noProof="0" dirty="0"/>
          </a:p>
          <a:p>
            <a:pPr marL="0" indent="0">
              <a:buNone/>
            </a:pP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857463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 descr="Immagine che contiene testo, schermata, linea, Carattere">
            <a:extLst>
              <a:ext uri="{FF2B5EF4-FFF2-40B4-BE49-F238E27FC236}">
                <a16:creationId xmlns:a16="http://schemas.microsoft.com/office/drawing/2014/main" id="{AE35E050-4339-0B19-F347-7C1C5135BF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9143" y="1685539"/>
            <a:ext cx="5221625" cy="3486922"/>
          </a:xfrm>
          <a:prstGeom prst="rect">
            <a:avLst/>
          </a:prstGeom>
        </p:spPr>
      </p:pic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9122E3C9-9AFD-E936-BB93-C08EC6500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2000" b="1" noProof="0" dirty="0">
                <a:solidFill>
                  <a:schemeClr val="tx1">
                    <a:alpha val="80000"/>
                  </a:schemeClr>
                </a:solidFill>
              </a:rPr>
              <a:t>Model</a:t>
            </a:r>
          </a:p>
          <a:p>
            <a:pPr marL="0" indent="0">
              <a:buNone/>
            </a:pPr>
            <a:r>
              <a:rPr lang="it-IT" sz="2000" noProof="0" dirty="0">
                <a:solidFill>
                  <a:schemeClr val="tx1">
                    <a:alpha val="80000"/>
                  </a:schemeClr>
                </a:solidFill>
              </a:rPr>
              <a:t>Contiene </a:t>
            </a:r>
            <a:r>
              <a:rPr lang="it-IT" sz="2000" b="1" noProof="0" dirty="0">
                <a:solidFill>
                  <a:schemeClr val="tx1">
                    <a:alpha val="80000"/>
                  </a:schemeClr>
                </a:solidFill>
              </a:rPr>
              <a:t>la logica del gioco</a:t>
            </a:r>
            <a:r>
              <a:rPr lang="it-IT" sz="2000" noProof="0" dirty="0">
                <a:solidFill>
                  <a:schemeClr val="tx1">
                    <a:alpha val="80000"/>
                  </a:schemeClr>
                </a:solidFill>
              </a:rPr>
              <a:t> e i </a:t>
            </a:r>
            <a:r>
              <a:rPr lang="it-IT" sz="2000" b="1" noProof="0" dirty="0">
                <a:solidFill>
                  <a:schemeClr val="tx1">
                    <a:alpha val="80000"/>
                  </a:schemeClr>
                </a:solidFill>
              </a:rPr>
              <a:t>dati.</a:t>
            </a:r>
            <a:endParaRPr lang="it-IT" sz="2000" noProof="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it-IT" sz="2000" noProof="0" dirty="0">
                <a:solidFill>
                  <a:schemeClr val="tx1">
                    <a:alpha val="80000"/>
                  </a:schemeClr>
                </a:solidFill>
              </a:rPr>
              <a:t>Esempi: Statistiche del personaggio (HP, </a:t>
            </a:r>
            <a:r>
              <a:rPr lang="it-IT" sz="2000" noProof="0" dirty="0" err="1">
                <a:solidFill>
                  <a:schemeClr val="tx1">
                    <a:alpha val="80000"/>
                  </a:schemeClr>
                </a:solidFill>
              </a:rPr>
              <a:t>livello,nemici</a:t>
            </a:r>
            <a:r>
              <a:rPr lang="it-IT" sz="2000" noProof="0" dirty="0">
                <a:solidFill>
                  <a:schemeClr val="tx1">
                    <a:alpha val="80000"/>
                  </a:schemeClr>
                </a:solidFill>
              </a:rPr>
              <a:t> e oggetti)</a:t>
            </a:r>
          </a:p>
          <a:p>
            <a:pPr marL="0" indent="0">
              <a:buNone/>
            </a:pPr>
            <a:r>
              <a:rPr lang="it-IT" sz="2000" b="1" noProof="0" dirty="0">
                <a:solidFill>
                  <a:schemeClr val="tx1">
                    <a:alpha val="80000"/>
                  </a:schemeClr>
                </a:solidFill>
              </a:rPr>
              <a:t>Non sa nulla di come il gioco viene mostrato a schermo</a:t>
            </a:r>
            <a:endParaRPr lang="it-IT" sz="2000" noProof="0" dirty="0">
              <a:solidFill>
                <a:schemeClr val="tx1">
                  <a:alpha val="80000"/>
                </a:schemeClr>
              </a:solidFill>
            </a:endParaRPr>
          </a:p>
          <a:p>
            <a:endParaRPr lang="it-IT" sz="2000" noProof="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559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noProof="0" dirty="0"/>
          </a:p>
        </p:txBody>
      </p:sp>
      <p:sp useBgFill="1">
        <p:nvSpPr>
          <p:cNvPr id="65" name="Rectangle 56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5" name="Titolo 14">
            <a:extLst>
              <a:ext uri="{FF2B5EF4-FFF2-40B4-BE49-F238E27FC236}">
                <a16:creationId xmlns:a16="http://schemas.microsoft.com/office/drawing/2014/main" id="{3B94AEE3-36EC-F0A3-4168-CEBD5A78E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pPr algn="ctr"/>
            <a:r>
              <a:rPr lang="it-IT" sz="4000" b="1" noProof="0" dirty="0"/>
              <a:t>View</a:t>
            </a:r>
          </a:p>
        </p:txBody>
      </p:sp>
      <p:sp>
        <p:nvSpPr>
          <p:cNvPr id="26" name="Segnaposto contenuto 25">
            <a:extLst>
              <a:ext uri="{FF2B5EF4-FFF2-40B4-BE49-F238E27FC236}">
                <a16:creationId xmlns:a16="http://schemas.microsoft.com/office/drawing/2014/main" id="{2B0BFD1F-F9F0-6C85-B2F2-56AF6D754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2400" noProof="0" dirty="0"/>
              <a:t>Si occupa solo della visualizzazione</a:t>
            </a:r>
          </a:p>
          <a:p>
            <a:pPr marL="0" indent="0">
              <a:buNone/>
            </a:pPr>
            <a:r>
              <a:rPr lang="it-IT" sz="2400" noProof="0" dirty="0"/>
              <a:t>Esempi: Sprite del personaggio, Mappa 2D</a:t>
            </a:r>
          </a:p>
          <a:p>
            <a:pPr marL="0" lvl="1" indent="0">
              <a:buNone/>
            </a:pPr>
            <a:r>
              <a:rPr lang="it-IT" noProof="0" dirty="0"/>
              <a:t>HUD (vita, mana, XP).</a:t>
            </a:r>
          </a:p>
          <a:p>
            <a:pPr marL="0" indent="0">
              <a:buNone/>
            </a:pPr>
            <a:r>
              <a:rPr lang="it-IT" sz="2400" noProof="0" dirty="0"/>
              <a:t>Mostra i dati del Model, senza modificarli</a:t>
            </a:r>
          </a:p>
          <a:p>
            <a:pPr marL="0" indent="0">
              <a:buNone/>
            </a:pPr>
            <a:endParaRPr lang="it-IT" sz="2000" noProof="0" dirty="0"/>
          </a:p>
        </p:txBody>
      </p:sp>
      <p:pic>
        <p:nvPicPr>
          <p:cNvPr id="30" name="Immagine 29" descr="Immagine che contiene arredo, testo, computer, scrivania&#10;&#10;Il contenuto generato dall'IA potrebbe non essere corretto.">
            <a:extLst>
              <a:ext uri="{FF2B5EF4-FFF2-40B4-BE49-F238E27FC236}">
                <a16:creationId xmlns:a16="http://schemas.microsoft.com/office/drawing/2014/main" id="{72E1180B-DC65-62BE-DCB4-FF7A45F12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6444" r="2415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158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305265DC-CF6B-4AE8-B3F3-2A7A1637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48" name="Picture 47" descr="Primo piano di una tastiera">
            <a:extLst>
              <a:ext uri="{FF2B5EF4-FFF2-40B4-BE49-F238E27FC236}">
                <a16:creationId xmlns:a16="http://schemas.microsoft.com/office/drawing/2014/main" id="{5682FAB9-08F9-45D1-9B79-0C88A63A52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024" b="42668"/>
          <a:stretch>
            <a:fillRect/>
          </a:stretch>
        </p:blipFill>
        <p:spPr>
          <a:xfrm>
            <a:off x="20" y="2"/>
            <a:ext cx="12191980" cy="3418853"/>
          </a:xfrm>
          <a:custGeom>
            <a:avLst/>
            <a:gdLst/>
            <a:ahLst/>
            <a:cxnLst/>
            <a:rect l="l" t="t" r="r" b="b"/>
            <a:pathLst>
              <a:path w="12192000" h="3418853">
                <a:moveTo>
                  <a:pt x="0" y="0"/>
                </a:moveTo>
                <a:lnTo>
                  <a:pt x="12192000" y="0"/>
                </a:lnTo>
                <a:lnTo>
                  <a:pt x="12192000" y="227978"/>
                </a:lnTo>
                <a:lnTo>
                  <a:pt x="12192000" y="2065168"/>
                </a:lnTo>
                <a:lnTo>
                  <a:pt x="12192000" y="3342653"/>
                </a:lnTo>
                <a:lnTo>
                  <a:pt x="9439275" y="3418853"/>
                </a:lnTo>
                <a:lnTo>
                  <a:pt x="5572127" y="3171203"/>
                </a:lnTo>
                <a:lnTo>
                  <a:pt x="0" y="3342653"/>
                </a:lnTo>
                <a:lnTo>
                  <a:pt x="0" y="2065168"/>
                </a:lnTo>
                <a:lnTo>
                  <a:pt x="0" y="227978"/>
                </a:lnTo>
                <a:close/>
              </a:path>
            </a:pathLst>
          </a:cu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D73445A-EF6D-860D-B339-892CF21E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00804"/>
            <a:ext cx="4391024" cy="1907884"/>
          </a:xfrm>
        </p:spPr>
        <p:txBody>
          <a:bodyPr anchor="ctr">
            <a:normAutofit/>
          </a:bodyPr>
          <a:lstStyle/>
          <a:p>
            <a:pPr algn="ctr"/>
            <a:r>
              <a:rPr lang="it-IT" sz="4000" noProof="0" dirty="0">
                <a:solidFill>
                  <a:schemeClr val="bg1"/>
                </a:solidFill>
              </a:rPr>
              <a:t>Controller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7EA779C-87BF-454F-919D-A3DA98FD8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59818"/>
            <a:ext cx="12192000" cy="757168"/>
            <a:chOff x="0" y="2959818"/>
            <a:chExt cx="12192000" cy="757168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8C2E702-9A3E-420B-81FC-693685CAF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 noProof="0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AA40418-2F7D-4A2A-84C0-1A72B0307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3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 noProof="0" dirty="0"/>
            </a:p>
          </p:txBody>
        </p:sp>
      </p:grp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15B267-E634-0AC5-888F-FED8052DB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4201" y="4288536"/>
            <a:ext cx="5692774" cy="1557406"/>
          </a:xfrm>
        </p:spPr>
        <p:txBody>
          <a:bodyPr anchor="ctr">
            <a:normAutofit lnSpcReduction="10000"/>
          </a:bodyPr>
          <a:lstStyle/>
          <a:p>
            <a:pPr marL="457200" lvl="1" indent="0">
              <a:buNone/>
            </a:pPr>
            <a:r>
              <a:rPr lang="it-IT" sz="1900" noProof="0" dirty="0">
                <a:solidFill>
                  <a:schemeClr val="bg1">
                    <a:alpha val="80000"/>
                  </a:schemeClr>
                </a:solidFill>
              </a:rPr>
              <a:t>Gestisce le azioni del giocatore</a:t>
            </a:r>
          </a:p>
          <a:p>
            <a:pPr marL="457200" lvl="1" indent="0">
              <a:buNone/>
            </a:pPr>
            <a:r>
              <a:rPr lang="it-IT" sz="1900" noProof="0" dirty="0">
                <a:solidFill>
                  <a:schemeClr val="bg1">
                    <a:alpha val="80000"/>
                  </a:schemeClr>
                </a:solidFill>
              </a:rPr>
              <a:t>Esempi: Movimento con tastiera</a:t>
            </a:r>
          </a:p>
          <a:p>
            <a:pPr marL="457200" lvl="1" indent="0">
              <a:buNone/>
            </a:pPr>
            <a:r>
              <a:rPr lang="it-IT" sz="1900" noProof="0" dirty="0">
                <a:solidFill>
                  <a:schemeClr val="bg1">
                    <a:alpha val="80000"/>
                  </a:schemeClr>
                </a:solidFill>
              </a:rPr>
              <a:t>Attacco, Interazione con NPC.</a:t>
            </a:r>
          </a:p>
          <a:p>
            <a:pPr marL="457200" lvl="1" indent="0">
              <a:buNone/>
            </a:pPr>
            <a:r>
              <a:rPr lang="it-IT" sz="1900" noProof="0" dirty="0">
                <a:solidFill>
                  <a:schemeClr val="bg1">
                    <a:alpha val="80000"/>
                  </a:schemeClr>
                </a:solidFill>
              </a:rPr>
              <a:t>Riceve input → aggiorna il Model → aggiorna la View</a:t>
            </a:r>
          </a:p>
          <a:p>
            <a:pPr marL="0" indent="0">
              <a:buNone/>
            </a:pPr>
            <a:endParaRPr lang="it-IT" sz="1900" noProof="0" dirty="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419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2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24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F361050-6AB5-603E-5284-781485D4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Il Nostro MVC</a:t>
            </a:r>
          </a:p>
        </p:txBody>
      </p:sp>
      <p:pic>
        <p:nvPicPr>
          <p:cNvPr id="5" name="Segnaposto contenuto 4" descr="Immagine che contiene testo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EA41D562-640E-2B78-4947-E36B33BCF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700" y="1927817"/>
            <a:ext cx="8762599" cy="4666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619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E199178-BFAD-B3DE-D4E5-C9274627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08" y="1109350"/>
            <a:ext cx="3983298" cy="4238118"/>
          </a:xfrm>
        </p:spPr>
        <p:txBody>
          <a:bodyPr>
            <a:normAutofit/>
          </a:bodyPr>
          <a:lstStyle/>
          <a:p>
            <a:pPr algn="ctr"/>
            <a:r>
              <a:rPr lang="it-IT" noProof="0" dirty="0">
                <a:solidFill>
                  <a:schemeClr val="bg1"/>
                </a:solidFill>
              </a:rPr>
              <a:t>User Story 1: Game </a:t>
            </a:r>
            <a:r>
              <a:rPr lang="it-IT" noProof="0" dirty="0" err="1">
                <a:solidFill>
                  <a:schemeClr val="bg1"/>
                </a:solidFill>
              </a:rPr>
              <a:t>Launch</a:t>
            </a:r>
            <a:endParaRPr lang="it-IT" noProof="0" dirty="0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noProof="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noProof="0" dirty="0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 noProof="0" dirty="0"/>
            </a:p>
          </p:txBody>
        </p:sp>
      </p:grp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332A182A-E0DB-1A01-C2BF-5D73F1BDD8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41167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4403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noProof="0" dirty="0"/>
          </a:p>
        </p:txBody>
      </p:sp>
      <p:sp>
        <p:nvSpPr>
          <p:cNvPr id="76" name="Arc 7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 noProof="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04A9699-8EA8-B71D-05A7-EA3FA61BD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224" y="511293"/>
            <a:ext cx="3045297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9" name="Segnaposto contenuto 2">
            <a:extLst>
              <a:ext uri="{FF2B5EF4-FFF2-40B4-BE49-F238E27FC236}">
                <a16:creationId xmlns:a16="http://schemas.microsoft.com/office/drawing/2014/main" id="{B08F4235-59C9-7B9D-A235-989DE1BA8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6387" y="154629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600" noProof="0" dirty="0"/>
              <a:t>Il Game </a:t>
            </a:r>
            <a:r>
              <a:rPr lang="it-IT" sz="2600" noProof="0" dirty="0" err="1"/>
              <a:t>Launcher</a:t>
            </a:r>
            <a:r>
              <a:rPr lang="it-IT" sz="2600" noProof="0" dirty="0"/>
              <a:t> viene implementato come Singleton per garantire l’esistenza di una sola istanza responsabile dell’inizializzazione del gioco e della visualizzazione del menu principale. Tale scelta evita conflitti nella fase di avvio, semplifica la gestione dello stato iniziale e offre un punto di accesso globale sicuro e controllato</a:t>
            </a:r>
          </a:p>
          <a:p>
            <a:pPr marL="0" indent="0">
              <a:buNone/>
            </a:pPr>
            <a:endParaRPr lang="it-IT" sz="2600" noProof="0" dirty="0"/>
          </a:p>
          <a:p>
            <a:pPr marL="0" indent="0">
              <a:buNone/>
            </a:pPr>
            <a:endParaRPr lang="it-IT" sz="2600" noProof="0" dirty="0"/>
          </a:p>
        </p:txBody>
      </p:sp>
    </p:spTree>
    <p:extLst>
      <p:ext uri="{BB962C8B-B14F-4D97-AF65-F5344CB8AC3E}">
        <p14:creationId xmlns:p14="http://schemas.microsoft.com/office/powerpoint/2010/main" val="843470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23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800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5FB940C-1B7E-9608-13CD-6297D1DB2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pPr algn="ctr"/>
            <a:r>
              <a:rPr lang="it-IT" sz="4000" noProof="0" dirty="0">
                <a:solidFill>
                  <a:schemeClr val="tx2"/>
                </a:solidFill>
              </a:rPr>
              <a:t>User Story 3: Start game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 sz="800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graphicFrame>
        <p:nvGraphicFramePr>
          <p:cNvPr id="43" name="Segnaposto contenuto 2">
            <a:extLst>
              <a:ext uri="{FF2B5EF4-FFF2-40B4-BE49-F238E27FC236}">
                <a16:creationId xmlns:a16="http://schemas.microsoft.com/office/drawing/2014/main" id="{169C2347-1E39-EA13-2ED1-B4BEAD46B9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067558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0467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F7FC097-400F-C120-6F47-005979D6F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376" y="1175657"/>
            <a:ext cx="5229245" cy="4929868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indent="0">
              <a:buNone/>
            </a:pPr>
            <a:r>
              <a:rPr lang="it-IT" sz="2600" noProof="0" dirty="0"/>
              <a:t>L’utilizzo del  design pattern Factory è dovuto alla necessità di creare diversi tipi di </a:t>
            </a:r>
            <a:r>
              <a:rPr lang="it-IT" sz="2600" noProof="0" dirty="0" err="1"/>
              <a:t>ConcreteGame</a:t>
            </a:r>
            <a:r>
              <a:rPr lang="it-IT" sz="2600" noProof="0" dirty="0"/>
              <a:t> che sono sottoclassi della classe astratta Game. </a:t>
            </a:r>
          </a:p>
          <a:p>
            <a:pPr marL="0" indent="0">
              <a:buNone/>
            </a:pPr>
            <a:r>
              <a:rPr lang="it-IT" sz="2600" noProof="0" dirty="0"/>
              <a:t>Questo è il design pattern più adatto perché le classi concrete sono incapsulate e non vengono mai chiamate esplicitamente dal client, che può utilizzarle liberamente senza preoccuparsi dei substrati interni.</a:t>
            </a:r>
          </a:p>
          <a:p>
            <a:pPr marL="0" indent="0">
              <a:buNone/>
            </a:pPr>
            <a:r>
              <a:rPr lang="it-IT" sz="2600" noProof="0" dirty="0"/>
              <a:t>Nel dettaglio, c'è un'importante differenza tra le classi. Infatti, </a:t>
            </a:r>
            <a:r>
              <a:rPr lang="it-IT" sz="2600" noProof="0" dirty="0" err="1"/>
              <a:t>NewGame</a:t>
            </a:r>
            <a:r>
              <a:rPr lang="it-IT" sz="2600" noProof="0" dirty="0"/>
              <a:t> chiederà quanti giocatori stanno giocando e permetterà loro di scegliere le proprie classi, mentre </a:t>
            </a:r>
            <a:r>
              <a:rPr lang="it-IT" sz="2600" noProof="0" dirty="0" err="1"/>
              <a:t>ContinueGame</a:t>
            </a:r>
            <a:r>
              <a:rPr lang="it-IT" sz="2600" noProof="0" dirty="0"/>
              <a:t> caricherà queste informazioni (e altre) dal file e permetterà ai giocatori di continuare la partita dal punto in cui hanno salvato.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pic>
        <p:nvPicPr>
          <p:cNvPr id="4" name="Immagine 3">
            <a:extLst>
              <a:ext uri="{FF2B5EF4-FFF2-40B4-BE49-F238E27FC236}">
                <a16:creationId xmlns:a16="http://schemas.microsoft.com/office/drawing/2014/main" id="{32E0C66B-EC88-B831-887F-AFD9EE548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31750"/>
            <a:ext cx="5129784" cy="248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727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9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E3AF927-B7A3-3DD5-813A-E8DAE7ABB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it-IT" sz="3700" noProof="0"/>
              <a:t>User Story 13: Exploration Movement</a:t>
            </a:r>
          </a:p>
        </p:txBody>
      </p:sp>
      <p:sp>
        <p:nvSpPr>
          <p:cNvPr id="20" name="Segnaposto contenuto 2">
            <a:extLst>
              <a:ext uri="{FF2B5EF4-FFF2-40B4-BE49-F238E27FC236}">
                <a16:creationId xmlns:a16="http://schemas.microsoft.com/office/drawing/2014/main" id="{70607F9C-BB35-EA95-8FB8-E395FEBFA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it-IT" sz="1900" noProof="0" dirty="0" err="1"/>
              <a:t>As</a:t>
            </a:r>
            <a:r>
              <a:rPr lang="it-IT" sz="1900" noProof="0" dirty="0"/>
              <a:t> a player, I </a:t>
            </a:r>
            <a:r>
              <a:rPr lang="it-IT" sz="1900" noProof="0" dirty="0" err="1"/>
              <a:t>want</a:t>
            </a:r>
            <a:r>
              <a:rPr lang="it-IT" sz="1900" noProof="0" dirty="0"/>
              <a:t> to control the </a:t>
            </a:r>
            <a:r>
              <a:rPr lang="it-IT" sz="1900" noProof="0" dirty="0" err="1"/>
              <a:t>main</a:t>
            </a:r>
            <a:r>
              <a:rPr lang="it-IT" sz="1900" noProof="0" dirty="0"/>
              <a:t> </a:t>
            </a:r>
            <a:r>
              <a:rPr lang="it-IT" sz="1900" noProof="0" dirty="0" err="1"/>
              <a:t>character</a:t>
            </a:r>
            <a:r>
              <a:rPr lang="it-IT" sz="1900" noProof="0" dirty="0"/>
              <a:t> </a:t>
            </a:r>
            <a:r>
              <a:rPr lang="it-IT" sz="1900" noProof="0" dirty="0" err="1"/>
              <a:t>during</a:t>
            </a:r>
            <a:r>
              <a:rPr lang="it-IT" sz="1900" noProof="0" dirty="0"/>
              <a:t> </a:t>
            </a:r>
            <a:r>
              <a:rPr lang="it-IT" sz="1900" noProof="0" dirty="0" err="1"/>
              <a:t>exploration</a:t>
            </a:r>
            <a:r>
              <a:rPr lang="it-IT" sz="1900" noProof="0" dirty="0"/>
              <a:t>, so </a:t>
            </a:r>
            <a:r>
              <a:rPr lang="it-IT" sz="1900" noProof="0" dirty="0" err="1"/>
              <a:t>that</a:t>
            </a:r>
            <a:r>
              <a:rPr lang="it-IT" sz="1900" noProof="0" dirty="0"/>
              <a:t> the </a:t>
            </a:r>
            <a:r>
              <a:rPr lang="it-IT" sz="1900" noProof="0" dirty="0" err="1"/>
              <a:t>rest</a:t>
            </a:r>
            <a:r>
              <a:rPr lang="it-IT" sz="1900" noProof="0" dirty="0"/>
              <a:t> of the party follows </a:t>
            </a:r>
            <a:r>
              <a:rPr lang="it-IT" sz="1900" noProof="0" dirty="0" err="1"/>
              <a:t>my</a:t>
            </a:r>
            <a:r>
              <a:rPr lang="it-IT" sz="1900" noProof="0" dirty="0"/>
              <a:t> </a:t>
            </a:r>
            <a:r>
              <a:rPr lang="it-IT" sz="1900" noProof="0" dirty="0" err="1"/>
              <a:t>movements</a:t>
            </a:r>
            <a:r>
              <a:rPr lang="it-IT" sz="1900" noProof="0" dirty="0"/>
              <a:t>.</a:t>
            </a:r>
          </a:p>
          <a:p>
            <a:pPr marL="0" indent="0">
              <a:buNone/>
            </a:pPr>
            <a:r>
              <a:rPr lang="it-IT" sz="1900" noProof="0" dirty="0" err="1"/>
              <a:t>acceptance</a:t>
            </a:r>
            <a:r>
              <a:rPr lang="it-IT" sz="1900" noProof="0" dirty="0"/>
              <a:t> </a:t>
            </a:r>
            <a:r>
              <a:rPr lang="it-IT" sz="1900" noProof="0" dirty="0" err="1"/>
              <a:t>criteria</a:t>
            </a:r>
            <a:r>
              <a:rPr lang="it-IT" sz="1900" noProof="0" dirty="0"/>
              <a:t>: the game </a:t>
            </a:r>
            <a:r>
              <a:rPr lang="it-IT" sz="1900" noProof="0" dirty="0" err="1"/>
              <a:t>allows</a:t>
            </a:r>
            <a:r>
              <a:rPr lang="it-IT" sz="1900" noProof="0" dirty="0"/>
              <a:t> the </a:t>
            </a:r>
            <a:r>
              <a:rPr lang="it-IT" sz="1900" noProof="0" dirty="0" err="1"/>
              <a:t>main</a:t>
            </a:r>
            <a:r>
              <a:rPr lang="it-IT" sz="1900" noProof="0" dirty="0"/>
              <a:t> </a:t>
            </a:r>
            <a:r>
              <a:rPr lang="it-IT" sz="1900" noProof="0" dirty="0" err="1"/>
              <a:t>character</a:t>
            </a:r>
            <a:r>
              <a:rPr lang="it-IT" sz="1900" noProof="0" dirty="0"/>
              <a:t> to </a:t>
            </a:r>
            <a:r>
              <a:rPr lang="it-IT" sz="1900" noProof="0" dirty="0" err="1"/>
              <a:t>move</a:t>
            </a:r>
            <a:r>
              <a:rPr lang="it-IT" sz="1900" noProof="0" dirty="0"/>
              <a:t> </a:t>
            </a:r>
            <a:r>
              <a:rPr lang="it-IT" sz="1900" noProof="0" dirty="0" err="1"/>
              <a:t>around</a:t>
            </a:r>
            <a:r>
              <a:rPr lang="it-IT" sz="1900" noProof="0" dirty="0"/>
              <a:t> the </a:t>
            </a:r>
            <a:r>
              <a:rPr lang="it-IT" sz="1900" noProof="0" dirty="0" err="1"/>
              <a:t>map</a:t>
            </a:r>
            <a:r>
              <a:rPr lang="it-IT" sz="1900" noProof="0" dirty="0"/>
              <a:t>, with the </a:t>
            </a:r>
            <a:r>
              <a:rPr lang="it-IT" sz="1900" noProof="0" dirty="0" err="1"/>
              <a:t>rest</a:t>
            </a:r>
            <a:r>
              <a:rPr lang="it-IT" sz="1900" noProof="0" dirty="0"/>
              <a:t> of the party following </a:t>
            </a:r>
            <a:r>
              <a:rPr lang="it-IT" sz="1900" noProof="0" dirty="0" err="1"/>
              <a:t>behind</a:t>
            </a:r>
            <a:r>
              <a:rPr lang="it-IT" sz="1900" noProof="0" dirty="0"/>
              <a:t>.</a:t>
            </a:r>
          </a:p>
          <a:p>
            <a:pPr marL="0" indent="0">
              <a:buNone/>
            </a:pPr>
            <a:r>
              <a:rPr lang="it-IT" sz="1900" noProof="0" dirty="0"/>
              <a:t>Pattern usato: viene implementato usando il pattern Observer, in modo che il </a:t>
            </a:r>
            <a:r>
              <a:rPr lang="it-IT" sz="1900" noProof="0" dirty="0" err="1"/>
              <a:t>MovementController</a:t>
            </a:r>
            <a:r>
              <a:rPr lang="it-IT" sz="1900" noProof="0" dirty="0"/>
              <a:t> cambi solo la posizione del primo giocatore nel party e i giocatori che seguono reagiscano al cambiamento della posizione.</a:t>
            </a:r>
          </a:p>
        </p:txBody>
      </p:sp>
      <p:pic>
        <p:nvPicPr>
          <p:cNvPr id="21" name="Picture 4" descr="Pila di dadi su un tabellone di gioco">
            <a:extLst>
              <a:ext uri="{FF2B5EF4-FFF2-40B4-BE49-F238E27FC236}">
                <a16:creationId xmlns:a16="http://schemas.microsoft.com/office/drawing/2014/main" id="{8EA8557E-F36F-9D12-EC50-C589C7D576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01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824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BAE4FCD-EA86-320F-42E2-DD8B633F0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it-IT" sz="4000" noProof="0" dirty="0">
                <a:solidFill>
                  <a:srgbClr val="FFFFFF"/>
                </a:solidFill>
              </a:rPr>
              <a:t>User Story 14: Fighting </a:t>
            </a:r>
            <a:r>
              <a:rPr lang="it-IT" sz="4000" noProof="0" dirty="0" err="1">
                <a:solidFill>
                  <a:srgbClr val="FFFFFF"/>
                </a:solidFill>
              </a:rPr>
              <a:t>Enemies</a:t>
            </a:r>
            <a:endParaRPr lang="it-IT" sz="4000" noProof="0" dirty="0">
              <a:solidFill>
                <a:srgbClr val="FFFFFF"/>
              </a:solidFill>
            </a:endParaRPr>
          </a:p>
        </p:txBody>
      </p:sp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BED156A3-D3F8-6959-00A8-8A84C798DB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692432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9327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0E8975-FF12-8495-2317-E2B869E9B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803" y="1725960"/>
            <a:ext cx="3455821" cy="342695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it-IT" sz="2400" noProof="0" dirty="0"/>
              <a:t>Usiamo il pattern Strategy per dividere le logiche diverse di ogni azione (danno, effetti…). Quindi, ci permette di incapsulare la logica di ciascuna azione in classi separate. </a:t>
            </a:r>
          </a:p>
          <a:p>
            <a:pPr marL="0" indent="0">
              <a:buNone/>
            </a:pPr>
            <a:r>
              <a:rPr lang="it-IT" sz="2400" noProof="0" dirty="0"/>
              <a:t>Il Pattern Observer separa la logica di gioco dall’interfaccia utente e permette al </a:t>
            </a:r>
            <a:r>
              <a:rPr lang="it-IT" sz="2400" noProof="0" dirty="0" err="1"/>
              <a:t>combat</a:t>
            </a:r>
            <a:r>
              <a:rPr lang="it-IT" sz="2400" noProof="0" dirty="0"/>
              <a:t> system di notificare automaticamente tutti gli osservatori.</a:t>
            </a:r>
          </a:p>
        </p:txBody>
      </p:sp>
      <p:pic>
        <p:nvPicPr>
          <p:cNvPr id="4" name="Immagine 3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EA2825FC-405B-4B74-0505-9580B77FD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672" y="742143"/>
            <a:ext cx="6389346" cy="538302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777663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709375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543451" y="1248213"/>
            <a:ext cx="5413238" cy="4326335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2D85722-1F1D-306C-359A-608C48814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>
            <a:normAutofit/>
          </a:bodyPr>
          <a:lstStyle/>
          <a:p>
            <a:r>
              <a:rPr lang="it-IT" noProof="0" dirty="0"/>
              <a:t>User Story 15: </a:t>
            </a:r>
            <a:r>
              <a:rPr lang="it-IT" noProof="0" dirty="0" err="1"/>
              <a:t>Damage</a:t>
            </a:r>
            <a:r>
              <a:rPr lang="it-IT" noProof="0" dirty="0"/>
              <a:t>, </a:t>
            </a:r>
            <a:r>
              <a:rPr lang="it-IT" noProof="0" dirty="0" err="1"/>
              <a:t>effect</a:t>
            </a:r>
            <a:r>
              <a:rPr lang="it-IT" noProof="0" dirty="0"/>
              <a:t> &amp; </a:t>
            </a:r>
            <a:r>
              <a:rPr lang="it-IT" noProof="0" dirty="0" err="1"/>
              <a:t>healing</a:t>
            </a:r>
            <a:r>
              <a:rPr lang="it-IT" noProof="0" dirty="0"/>
              <a:t> </a:t>
            </a:r>
            <a:r>
              <a:rPr lang="it-IT" noProof="0" dirty="0" err="1"/>
              <a:t>calculation</a:t>
            </a:r>
            <a:br>
              <a:rPr lang="it-IT" b="1" noProof="0" dirty="0"/>
            </a:br>
            <a:endParaRPr lang="it-IT" noProof="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Segnaposto contenuto 2">
            <a:extLst>
              <a:ext uri="{FF2B5EF4-FFF2-40B4-BE49-F238E27FC236}">
                <a16:creationId xmlns:a16="http://schemas.microsoft.com/office/drawing/2014/main" id="{CA8C4A48-9E5A-3736-8CA9-0DEB8312F6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0513538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1716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795F97C-D43F-25C3-4F5E-6754BD37571A}"/>
              </a:ext>
            </a:extLst>
          </p:cNvPr>
          <p:cNvSpPr txBox="1"/>
          <p:nvPr/>
        </p:nvSpPr>
        <p:spPr>
          <a:xfrm>
            <a:off x="317414" y="1347986"/>
            <a:ext cx="6099350" cy="37452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it-IT" noProof="0" dirty="0"/>
              <a:t>Questa funzionalità è importante perché i giocatori hanno bisogno di un feedback immediato e accurato sull'esito di ogni turno. Facendo in modo che il sistema calcoli automaticamente danni, effetti e cure, il gioco garantisce coerenza, evita errori manuali e mantiene il gameplay fluido e coinvolgente. L'utilizzo del pattern Strategy consente di estendere o modificare facilmente diversi comportamenti di combattimento, mentre il pattern Observer assicura che qualsiasi cambiamento nello stato di combattimento venga immediatamente riflesso nell'interfaccia utente.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pic>
        <p:nvPicPr>
          <p:cNvPr id="4" name="Segnaposto contenuto 3" descr="Immagine che contiene testo, schermata, diagramma, software&#10;&#10;Il contenuto generato dall'IA potrebbe non essere corretto.">
            <a:extLst>
              <a:ext uri="{FF2B5EF4-FFF2-40B4-BE49-F238E27FC236}">
                <a16:creationId xmlns:a16="http://schemas.microsoft.com/office/drawing/2014/main" id="{6F17C86B-2BF2-C674-4049-5E1EABA65E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3206" y="723481"/>
            <a:ext cx="4540918" cy="535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67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46" name="Rectangle 3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800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28D9045-53DE-0906-86CA-5DB608744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pPr algn="ctr"/>
            <a:r>
              <a:rPr lang="it-IT" sz="4000" noProof="0" dirty="0">
                <a:solidFill>
                  <a:schemeClr val="tx2"/>
                </a:solidFill>
              </a:rPr>
              <a:t>User Story 16: Turn </a:t>
            </a:r>
            <a:r>
              <a:rPr lang="it-IT" sz="4000" noProof="0" dirty="0" err="1">
                <a:solidFill>
                  <a:schemeClr val="tx2"/>
                </a:solidFill>
              </a:rPr>
              <a:t>based</a:t>
            </a:r>
            <a:r>
              <a:rPr lang="it-IT" sz="4000" noProof="0" dirty="0">
                <a:solidFill>
                  <a:schemeClr val="tx2"/>
                </a:solidFill>
              </a:rPr>
              <a:t> </a:t>
            </a:r>
            <a:r>
              <a:rPr lang="it-IT" sz="4000" noProof="0" dirty="0" err="1">
                <a:solidFill>
                  <a:schemeClr val="tx2"/>
                </a:solidFill>
              </a:rPr>
              <a:t>battles</a:t>
            </a:r>
            <a:endParaRPr lang="it-IT" sz="4000" noProof="0" dirty="0">
              <a:solidFill>
                <a:schemeClr val="tx2"/>
              </a:solidFill>
            </a:endParaRPr>
          </a:p>
        </p:txBody>
      </p:sp>
      <p:grpSp>
        <p:nvGrpSpPr>
          <p:cNvPr id="47" name="Group 32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48" name="Freeform: Shape 33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49" name="Freeform: Shape 34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0" name="Freeform: Shape 35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t-IT" sz="800" noProof="0" dirty="0"/>
            </a:p>
          </p:txBody>
        </p:sp>
        <p:sp>
          <p:nvSpPr>
            <p:cNvPr id="51" name="Freeform: Shape 36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grpSp>
        <p:nvGrpSpPr>
          <p:cNvPr id="52" name="Group 38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53" name="Freeform: Shape 39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4" name="Freeform: Shape 40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5" name="Freeform: Shape 41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6" name="Freeform: Shape 42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graphicFrame>
        <p:nvGraphicFramePr>
          <p:cNvPr id="57" name="Segnaposto contenuto 2">
            <a:extLst>
              <a:ext uri="{FF2B5EF4-FFF2-40B4-BE49-F238E27FC236}">
                <a16:creationId xmlns:a16="http://schemas.microsoft.com/office/drawing/2014/main" id="{D5059199-566D-3995-1ABC-7E97541A47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4562978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4812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4">
            <a:extLst>
              <a:ext uri="{FF2B5EF4-FFF2-40B4-BE49-F238E27FC236}">
                <a16:creationId xmlns:a16="http://schemas.microsoft.com/office/drawing/2014/main" id="{A440A548-C0D4-4418-940E-EDC2F1D9A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58" name="Rectangle 46">
            <a:extLst>
              <a:ext uri="{FF2B5EF4-FFF2-40B4-BE49-F238E27FC236}">
                <a16:creationId xmlns:a16="http://schemas.microsoft.com/office/drawing/2014/main" id="{E708B267-8CD2-4684-A57B-9F1070769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grpSp>
        <p:nvGrpSpPr>
          <p:cNvPr id="59" name="Group 48">
            <a:extLst>
              <a:ext uri="{FF2B5EF4-FFF2-40B4-BE49-F238E27FC236}">
                <a16:creationId xmlns:a16="http://schemas.microsoft.com/office/drawing/2014/main" id="{41E5AB36-9328-47E9-95AD-E38AC1C0E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" y="-369"/>
            <a:ext cx="6091008" cy="6858000"/>
            <a:chOff x="305" y="-369"/>
            <a:chExt cx="6091008" cy="6858000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532450F-A219-4BF5-88FA-A47084237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7007" cy="6858000"/>
            </a:xfrm>
            <a:custGeom>
              <a:avLst/>
              <a:gdLst>
                <a:gd name="connsiteX0" fmla="*/ 1423825 w 6057007"/>
                <a:gd name="connsiteY0" fmla="*/ 0 h 6858000"/>
                <a:gd name="connsiteX1" fmla="*/ 4262456 w 6057007"/>
                <a:gd name="connsiteY1" fmla="*/ 0 h 6858000"/>
                <a:gd name="connsiteX2" fmla="*/ 4371584 w 6057007"/>
                <a:gd name="connsiteY2" fmla="*/ 79625 h 6858000"/>
                <a:gd name="connsiteX3" fmla="*/ 5400299 w 6057007"/>
                <a:gd name="connsiteY3" fmla="*/ 1779691 h 6858000"/>
                <a:gd name="connsiteX4" fmla="*/ 5961759 w 6057007"/>
                <a:gd name="connsiteY4" fmla="*/ 4554903 h 6858000"/>
                <a:gd name="connsiteX5" fmla="*/ 4326541 w 6057007"/>
                <a:gd name="connsiteY5" fmla="*/ 6729688 h 6858000"/>
                <a:gd name="connsiteX6" fmla="*/ 4109121 w 6057007"/>
                <a:gd name="connsiteY6" fmla="*/ 6858000 h 6858000"/>
                <a:gd name="connsiteX7" fmla="*/ 1145358 w 6057007"/>
                <a:gd name="connsiteY7" fmla="*/ 6858000 h 6858000"/>
                <a:gd name="connsiteX8" fmla="*/ 1143587 w 6057007"/>
                <a:gd name="connsiteY8" fmla="*/ 6856705 h 6858000"/>
                <a:gd name="connsiteX9" fmla="*/ 162579 w 6057007"/>
                <a:gd name="connsiteY9" fmla="*/ 6240990 h 6858000"/>
                <a:gd name="connsiteX10" fmla="*/ 0 w 6057007"/>
                <a:gd name="connsiteY10" fmla="*/ 6125553 h 6858000"/>
                <a:gd name="connsiteX11" fmla="*/ 0 w 6057007"/>
                <a:gd name="connsiteY11" fmla="*/ 4670879 h 6858000"/>
                <a:gd name="connsiteX12" fmla="*/ 38388 w 6057007"/>
                <a:gd name="connsiteY12" fmla="*/ 4778792 h 6858000"/>
                <a:gd name="connsiteX13" fmla="*/ 155449 w 6057007"/>
                <a:gd name="connsiteY13" fmla="*/ 5029879 h 6858000"/>
                <a:gd name="connsiteX14" fmla="*/ 411802 w 6057007"/>
                <a:gd name="connsiteY14" fmla="*/ 5399531 h 6858000"/>
                <a:gd name="connsiteX15" fmla="*/ 806388 w 6057007"/>
                <a:gd name="connsiteY15" fmla="*/ 5659633 h 6858000"/>
                <a:gd name="connsiteX16" fmla="*/ 1801512 w 6057007"/>
                <a:gd name="connsiteY16" fmla="*/ 6314010 h 6858000"/>
                <a:gd name="connsiteX17" fmla="*/ 2653483 w 6057007"/>
                <a:gd name="connsiteY17" fmla="*/ 6529898 h 6858000"/>
                <a:gd name="connsiteX18" fmla="*/ 3666486 w 6057007"/>
                <a:gd name="connsiteY18" fmla="*/ 6190615 h 6858000"/>
                <a:gd name="connsiteX19" fmla="*/ 4658657 w 6057007"/>
                <a:gd name="connsiteY19" fmla="*/ 5428179 h 6858000"/>
                <a:gd name="connsiteX20" fmla="*/ 5222967 w 6057007"/>
                <a:gd name="connsiteY20" fmla="*/ 4356944 h 6858000"/>
                <a:gd name="connsiteX21" fmla="*/ 4724795 w 6057007"/>
                <a:gd name="connsiteY21" fmla="*/ 2210416 h 6858000"/>
                <a:gd name="connsiteX22" fmla="*/ 4473185 w 6057007"/>
                <a:gd name="connsiteY22" fmla="*/ 1691554 h 6858000"/>
                <a:gd name="connsiteX23" fmla="*/ 4046677 w 6057007"/>
                <a:gd name="connsiteY23" fmla="*/ 911781 h 6858000"/>
                <a:gd name="connsiteX24" fmla="*/ 3555564 w 6057007"/>
                <a:gd name="connsiteY24" fmla="*/ 585888 h 6858000"/>
                <a:gd name="connsiteX25" fmla="*/ 2405914 w 6057007"/>
                <a:gd name="connsiteY25" fmla="*/ 536282 h 6858000"/>
                <a:gd name="connsiteX26" fmla="*/ 1345719 w 6057007"/>
                <a:gd name="connsiteY26" fmla="*/ 957619 h 6858000"/>
                <a:gd name="connsiteX27" fmla="*/ 73341 w 6057007"/>
                <a:gd name="connsiteY27" fmla="*/ 2571698 h 6858000"/>
                <a:gd name="connsiteX28" fmla="*/ 0 w 6057007"/>
                <a:gd name="connsiteY28" fmla="*/ 2803810 h 6858000"/>
                <a:gd name="connsiteX29" fmla="*/ 0 w 6057007"/>
                <a:gd name="connsiteY29" fmla="*/ 1147591 h 6858000"/>
                <a:gd name="connsiteX30" fmla="*/ 142706 w 6057007"/>
                <a:gd name="connsiteY30" fmla="*/ 968763 h 6858000"/>
                <a:gd name="connsiteX31" fmla="*/ 971831 w 6057007"/>
                <a:gd name="connsiteY31" fmla="*/ 249890 h 6858000"/>
                <a:gd name="connsiteX32" fmla="*/ 1288677 w 6057007"/>
                <a:gd name="connsiteY32" fmla="*/ 6583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57007" h="6858000">
                  <a:moveTo>
                    <a:pt x="1423825" y="0"/>
                  </a:moveTo>
                  <a:lnTo>
                    <a:pt x="4262456" y="0"/>
                  </a:lnTo>
                  <a:lnTo>
                    <a:pt x="4371584" y="79625"/>
                  </a:lnTo>
                  <a:cubicBezTo>
                    <a:pt x="4860533" y="476670"/>
                    <a:pt x="5063885" y="1132812"/>
                    <a:pt x="5400299" y="1779691"/>
                  </a:cubicBezTo>
                  <a:cubicBezTo>
                    <a:pt x="5848849" y="2642194"/>
                    <a:pt x="6244956" y="3497996"/>
                    <a:pt x="5961759" y="4554903"/>
                  </a:cubicBezTo>
                  <a:cubicBezTo>
                    <a:pt x="5691575" y="5563242"/>
                    <a:pt x="5092427" y="6238887"/>
                    <a:pt x="4326541" y="6729688"/>
                  </a:cubicBezTo>
                  <a:lnTo>
                    <a:pt x="4109121" y="6858000"/>
                  </a:lnTo>
                  <a:lnTo>
                    <a:pt x="1145358" y="6858000"/>
                  </a:lnTo>
                  <a:lnTo>
                    <a:pt x="1143587" y="6856705"/>
                  </a:lnTo>
                  <a:cubicBezTo>
                    <a:pt x="699546" y="6541440"/>
                    <a:pt x="399287" y="6392433"/>
                    <a:pt x="162579" y="6240990"/>
                  </a:cubicBezTo>
                  <a:lnTo>
                    <a:pt x="0" y="6125553"/>
                  </a:lnTo>
                  <a:lnTo>
                    <a:pt x="0" y="4670879"/>
                  </a:lnTo>
                  <a:lnTo>
                    <a:pt x="38388" y="4778792"/>
                  </a:lnTo>
                  <a:cubicBezTo>
                    <a:pt x="72793" y="4862402"/>
                    <a:pt x="111802" y="4945953"/>
                    <a:pt x="155449" y="5029879"/>
                  </a:cubicBezTo>
                  <a:cubicBezTo>
                    <a:pt x="273464" y="5256810"/>
                    <a:pt x="351295" y="5344113"/>
                    <a:pt x="411802" y="5399531"/>
                  </a:cubicBezTo>
                  <a:cubicBezTo>
                    <a:pt x="500065" y="5480405"/>
                    <a:pt x="628514" y="5555615"/>
                    <a:pt x="806388" y="5659633"/>
                  </a:cubicBezTo>
                  <a:cubicBezTo>
                    <a:pt x="1044358" y="5798926"/>
                    <a:pt x="1370396" y="5989780"/>
                    <a:pt x="1801512" y="6314010"/>
                  </a:cubicBezTo>
                  <a:cubicBezTo>
                    <a:pt x="2037213" y="6491324"/>
                    <a:pt x="2315885" y="6561958"/>
                    <a:pt x="2653483" y="6529898"/>
                  </a:cubicBezTo>
                  <a:cubicBezTo>
                    <a:pt x="2962383" y="6500529"/>
                    <a:pt x="3312661" y="6383221"/>
                    <a:pt x="3666486" y="6190615"/>
                  </a:cubicBezTo>
                  <a:cubicBezTo>
                    <a:pt x="4083218" y="5963697"/>
                    <a:pt x="4407642" y="5714350"/>
                    <a:pt x="4658657" y="5428179"/>
                  </a:cubicBezTo>
                  <a:cubicBezTo>
                    <a:pt x="4927319" y="5121947"/>
                    <a:pt x="5111907" y="4771422"/>
                    <a:pt x="5222967" y="4356944"/>
                  </a:cubicBezTo>
                  <a:cubicBezTo>
                    <a:pt x="5418167" y="3628447"/>
                    <a:pt x="5139747" y="3007703"/>
                    <a:pt x="4724795" y="2210416"/>
                  </a:cubicBezTo>
                  <a:cubicBezTo>
                    <a:pt x="4631776" y="2031551"/>
                    <a:pt x="4551122" y="1858737"/>
                    <a:pt x="4473185" y="1691554"/>
                  </a:cubicBezTo>
                  <a:cubicBezTo>
                    <a:pt x="4326842" y="1377756"/>
                    <a:pt x="4200559" y="1106810"/>
                    <a:pt x="4046677" y="911781"/>
                  </a:cubicBezTo>
                  <a:cubicBezTo>
                    <a:pt x="3910561" y="739097"/>
                    <a:pt x="3763658" y="641647"/>
                    <a:pt x="3555564" y="585888"/>
                  </a:cubicBezTo>
                  <a:cubicBezTo>
                    <a:pt x="3178534" y="484863"/>
                    <a:pt x="2791842" y="468166"/>
                    <a:pt x="2405914" y="536282"/>
                  </a:cubicBezTo>
                  <a:cubicBezTo>
                    <a:pt x="2032757" y="602054"/>
                    <a:pt x="1676044" y="743871"/>
                    <a:pt x="1345719" y="957619"/>
                  </a:cubicBezTo>
                  <a:cubicBezTo>
                    <a:pt x="762775" y="1334788"/>
                    <a:pt x="318714" y="1900690"/>
                    <a:pt x="73341" y="2571698"/>
                  </a:cubicBezTo>
                  <a:lnTo>
                    <a:pt x="0" y="2803810"/>
                  </a:lnTo>
                  <a:lnTo>
                    <a:pt x="0" y="1147591"/>
                  </a:lnTo>
                  <a:lnTo>
                    <a:pt x="142706" y="968763"/>
                  </a:lnTo>
                  <a:cubicBezTo>
                    <a:pt x="388539" y="688063"/>
                    <a:pt x="668237" y="446316"/>
                    <a:pt x="971831" y="249890"/>
                  </a:cubicBezTo>
                  <a:cubicBezTo>
                    <a:pt x="1074829" y="183240"/>
                    <a:pt x="1180574" y="121805"/>
                    <a:pt x="1288677" y="6583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35AC662-4000-411A-9E33-6A4B6C0FC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91008" cy="6858000"/>
            </a:xfrm>
            <a:custGeom>
              <a:avLst/>
              <a:gdLst>
                <a:gd name="connsiteX0" fmla="*/ 0 w 6091008"/>
                <a:gd name="connsiteY0" fmla="*/ 5476844 h 6858000"/>
                <a:gd name="connsiteX1" fmla="*/ 15220 w 6091008"/>
                <a:gd name="connsiteY1" fmla="*/ 5501668 h 6858000"/>
                <a:gd name="connsiteX2" fmla="*/ 198940 w 6091008"/>
                <a:gd name="connsiteY2" fmla="*/ 5717964 h 6858000"/>
                <a:gd name="connsiteX3" fmla="*/ 251499 w 6091008"/>
                <a:gd name="connsiteY3" fmla="*/ 5763842 h 6858000"/>
                <a:gd name="connsiteX4" fmla="*/ 308460 w 6091008"/>
                <a:gd name="connsiteY4" fmla="*/ 5806337 h 6858000"/>
                <a:gd name="connsiteX5" fmla="*/ 368305 w 6091008"/>
                <a:gd name="connsiteY5" fmla="*/ 5847248 h 6858000"/>
                <a:gd name="connsiteX6" fmla="*/ 430451 w 6091008"/>
                <a:gd name="connsiteY6" fmla="*/ 5887305 h 6858000"/>
                <a:gd name="connsiteX7" fmla="*/ 975811 w 6091008"/>
                <a:gd name="connsiteY7" fmla="*/ 6205653 h 6858000"/>
                <a:gd name="connsiteX8" fmla="*/ 1510250 w 6091008"/>
                <a:gd name="connsiteY8" fmla="*/ 6575390 h 6858000"/>
                <a:gd name="connsiteX9" fmla="*/ 2002437 w 6091008"/>
                <a:gd name="connsiteY9" fmla="*/ 6825029 h 6858000"/>
                <a:gd name="connsiteX10" fmla="*/ 2137670 w 6091008"/>
                <a:gd name="connsiteY10" fmla="*/ 6856874 h 6858000"/>
                <a:gd name="connsiteX11" fmla="*/ 2145778 w 6091008"/>
                <a:gd name="connsiteY11" fmla="*/ 6858000 h 6858000"/>
                <a:gd name="connsiteX12" fmla="*/ 1098858 w 6091008"/>
                <a:gd name="connsiteY12" fmla="*/ 6858000 h 6858000"/>
                <a:gd name="connsiteX13" fmla="*/ 1004166 w 6091008"/>
                <a:gd name="connsiteY13" fmla="*/ 6786858 h 6858000"/>
                <a:gd name="connsiteX14" fmla="*/ 751974 w 6091008"/>
                <a:gd name="connsiteY14" fmla="*/ 6608169 h 6858000"/>
                <a:gd name="connsiteX15" fmla="*/ 623305 w 6091008"/>
                <a:gd name="connsiteY15" fmla="*/ 6522172 h 6858000"/>
                <a:gd name="connsiteX16" fmla="*/ 492346 w 6091008"/>
                <a:gd name="connsiteY16" fmla="*/ 6437477 h 6858000"/>
                <a:gd name="connsiteX17" fmla="*/ 358536 w 6091008"/>
                <a:gd name="connsiteY17" fmla="*/ 6352312 h 6858000"/>
                <a:gd name="connsiteX18" fmla="*/ 290710 w 6091008"/>
                <a:gd name="connsiteY18" fmla="*/ 6308820 h 6858000"/>
                <a:gd name="connsiteX19" fmla="*/ 221792 w 6091008"/>
                <a:gd name="connsiteY19" fmla="*/ 6263122 h 6858000"/>
                <a:gd name="connsiteX20" fmla="*/ 152460 w 6091008"/>
                <a:gd name="connsiteY20" fmla="*/ 6215106 h 6858000"/>
                <a:gd name="connsiteX21" fmla="*/ 83055 w 6091008"/>
                <a:gd name="connsiteY21" fmla="*/ 6163978 h 6858000"/>
                <a:gd name="connsiteX22" fmla="*/ 14161 w 6091008"/>
                <a:gd name="connsiteY22" fmla="*/ 6109014 h 6858000"/>
                <a:gd name="connsiteX23" fmla="*/ 0 w 6091008"/>
                <a:gd name="connsiteY23" fmla="*/ 6096195 h 6858000"/>
                <a:gd name="connsiteX24" fmla="*/ 3707444 w 6091008"/>
                <a:gd name="connsiteY24" fmla="*/ 0 h 6858000"/>
                <a:gd name="connsiteX25" fmla="*/ 4265528 w 6091008"/>
                <a:gd name="connsiteY25" fmla="*/ 0 h 6858000"/>
                <a:gd name="connsiteX26" fmla="*/ 4291472 w 6091008"/>
                <a:gd name="connsiteY26" fmla="*/ 15596 h 6858000"/>
                <a:gd name="connsiteX27" fmla="*/ 4431124 w 6091008"/>
                <a:gd name="connsiteY27" fmla="*/ 119052 h 6858000"/>
                <a:gd name="connsiteX28" fmla="*/ 4899570 w 6091008"/>
                <a:gd name="connsiteY28" fmla="*/ 643769 h 6858000"/>
                <a:gd name="connsiteX29" fmla="*/ 5247925 w 6091008"/>
                <a:gd name="connsiteY29" fmla="*/ 1232134 h 6858000"/>
                <a:gd name="connsiteX30" fmla="*/ 5401234 w 6091008"/>
                <a:gd name="connsiteY30" fmla="*/ 1518442 h 6858000"/>
                <a:gd name="connsiteX31" fmla="*/ 5480921 w 6091008"/>
                <a:gd name="connsiteY31" fmla="*/ 1662114 h 6858000"/>
                <a:gd name="connsiteX32" fmla="*/ 5561804 w 6091008"/>
                <a:gd name="connsiteY32" fmla="*/ 1812436 h 6858000"/>
                <a:gd name="connsiteX33" fmla="*/ 5855037 w 6091008"/>
                <a:gd name="connsiteY33" fmla="*/ 2457716 h 6858000"/>
                <a:gd name="connsiteX34" fmla="*/ 6052254 w 6091008"/>
                <a:gd name="connsiteY34" fmla="*/ 3193699 h 6858000"/>
                <a:gd name="connsiteX35" fmla="*/ 6073151 w 6091008"/>
                <a:gd name="connsiteY35" fmla="*/ 4004612 h 6858000"/>
                <a:gd name="connsiteX36" fmla="*/ 6067309 w 6091008"/>
                <a:gd name="connsiteY36" fmla="*/ 4055890 h 6858000"/>
                <a:gd name="connsiteX37" fmla="*/ 6059979 w 6091008"/>
                <a:gd name="connsiteY37" fmla="*/ 4106917 h 6858000"/>
                <a:gd name="connsiteX38" fmla="*/ 6052371 w 6091008"/>
                <a:gd name="connsiteY38" fmla="*/ 4158016 h 6858000"/>
                <a:gd name="connsiteX39" fmla="*/ 6043434 w 6091008"/>
                <a:gd name="connsiteY39" fmla="*/ 4208759 h 6858000"/>
                <a:gd name="connsiteX40" fmla="*/ 6023229 w 6091008"/>
                <a:gd name="connsiteY40" fmla="*/ 4309769 h 6858000"/>
                <a:gd name="connsiteX41" fmla="*/ 5999922 w 6091008"/>
                <a:gd name="connsiteY41" fmla="*/ 4409799 h 6858000"/>
                <a:gd name="connsiteX42" fmla="*/ 5987157 w 6091008"/>
                <a:gd name="connsiteY42" fmla="*/ 4459369 h 6858000"/>
                <a:gd name="connsiteX43" fmla="*/ 5973731 w 6091008"/>
                <a:gd name="connsiteY43" fmla="*/ 4508027 h 6858000"/>
                <a:gd name="connsiteX44" fmla="*/ 5944653 w 6091008"/>
                <a:gd name="connsiteY44" fmla="*/ 4602538 h 6858000"/>
                <a:gd name="connsiteX45" fmla="*/ 5915334 w 6091008"/>
                <a:gd name="connsiteY45" fmla="*/ 4696982 h 6858000"/>
                <a:gd name="connsiteX46" fmla="*/ 5881786 w 6091008"/>
                <a:gd name="connsiteY46" fmla="*/ 4790295 h 6858000"/>
                <a:gd name="connsiteX47" fmla="*/ 5539609 w 6091008"/>
                <a:gd name="connsiteY47" fmla="*/ 5504511 h 6858000"/>
                <a:gd name="connsiteX48" fmla="*/ 5432400 w 6091008"/>
                <a:gd name="connsiteY48" fmla="*/ 5669348 h 6858000"/>
                <a:gd name="connsiteX49" fmla="*/ 5404330 w 6091008"/>
                <a:gd name="connsiteY49" fmla="*/ 5709372 h 6858000"/>
                <a:gd name="connsiteX50" fmla="*/ 5375525 w 6091008"/>
                <a:gd name="connsiteY50" fmla="*/ 5748757 h 6858000"/>
                <a:gd name="connsiteX51" fmla="*/ 5317831 w 6091008"/>
                <a:gd name="connsiteY51" fmla="*/ 5827355 h 6858000"/>
                <a:gd name="connsiteX52" fmla="*/ 5288208 w 6091008"/>
                <a:gd name="connsiteY52" fmla="*/ 5865932 h 6858000"/>
                <a:gd name="connsiteX53" fmla="*/ 5273251 w 6091008"/>
                <a:gd name="connsiteY53" fmla="*/ 5885035 h 6858000"/>
                <a:gd name="connsiteX54" fmla="*/ 5256656 w 6091008"/>
                <a:gd name="connsiteY54" fmla="*/ 5902520 h 6858000"/>
                <a:gd name="connsiteX55" fmla="*/ 5189858 w 6091008"/>
                <a:gd name="connsiteY55" fmla="*/ 5971616 h 6858000"/>
                <a:gd name="connsiteX56" fmla="*/ 5156287 w 6091008"/>
                <a:gd name="connsiteY56" fmla="*/ 6005600 h 6858000"/>
                <a:gd name="connsiteX57" fmla="*/ 5121598 w 6091008"/>
                <a:gd name="connsiteY57" fmla="*/ 6037962 h 6858000"/>
                <a:gd name="connsiteX58" fmla="*/ 5051798 w 6091008"/>
                <a:gd name="connsiteY58" fmla="*/ 6101838 h 6858000"/>
                <a:gd name="connsiteX59" fmla="*/ 4463594 w 6091008"/>
                <a:gd name="connsiteY59" fmla="*/ 6532280 h 6858000"/>
                <a:gd name="connsiteX60" fmla="*/ 4388637 w 6091008"/>
                <a:gd name="connsiteY60" fmla="*/ 6579169 h 6858000"/>
                <a:gd name="connsiteX61" fmla="*/ 4312856 w 6091008"/>
                <a:gd name="connsiteY61" fmla="*/ 6623337 h 6858000"/>
                <a:gd name="connsiteX62" fmla="*/ 4237558 w 6091008"/>
                <a:gd name="connsiteY62" fmla="*/ 6667632 h 6858000"/>
                <a:gd name="connsiteX63" fmla="*/ 4161774 w 6091008"/>
                <a:gd name="connsiteY63" fmla="*/ 6709883 h 6858000"/>
                <a:gd name="connsiteX64" fmla="*/ 4010448 w 6091008"/>
                <a:gd name="connsiteY64" fmla="*/ 6792981 h 6858000"/>
                <a:gd name="connsiteX65" fmla="*/ 3935163 w 6091008"/>
                <a:gd name="connsiteY65" fmla="*/ 6834338 h 6858000"/>
                <a:gd name="connsiteX66" fmla="*/ 3892887 w 6091008"/>
                <a:gd name="connsiteY66" fmla="*/ 6858000 h 6858000"/>
                <a:gd name="connsiteX67" fmla="*/ 2743942 w 6091008"/>
                <a:gd name="connsiteY67" fmla="*/ 6858000 h 6858000"/>
                <a:gd name="connsiteX68" fmla="*/ 2852577 w 6091008"/>
                <a:gd name="connsiteY68" fmla="*/ 6838910 h 6858000"/>
                <a:gd name="connsiteX69" fmla="*/ 3143255 w 6091008"/>
                <a:gd name="connsiteY69" fmla="*/ 6759775 h 6858000"/>
                <a:gd name="connsiteX70" fmla="*/ 3430899 w 6091008"/>
                <a:gd name="connsiteY70" fmla="*/ 6650056 h 6858000"/>
                <a:gd name="connsiteX71" fmla="*/ 3713289 w 6091008"/>
                <a:gd name="connsiteY71" fmla="*/ 6514054 h 6858000"/>
                <a:gd name="connsiteX72" fmla="*/ 3981228 w 6091008"/>
                <a:gd name="connsiteY72" fmla="*/ 6334878 h 6858000"/>
                <a:gd name="connsiteX73" fmla="*/ 4107885 w 6091008"/>
                <a:gd name="connsiteY73" fmla="*/ 6233689 h 6858000"/>
                <a:gd name="connsiteX74" fmla="*/ 4169795 w 6091008"/>
                <a:gd name="connsiteY74" fmla="*/ 6181389 h 6858000"/>
                <a:gd name="connsiteX75" fmla="*/ 4229189 w 6091008"/>
                <a:gd name="connsiteY75" fmla="*/ 6125914 h 6858000"/>
                <a:gd name="connsiteX76" fmla="*/ 4652064 w 6091008"/>
                <a:gd name="connsiteY76" fmla="*/ 5641457 h 6858000"/>
                <a:gd name="connsiteX77" fmla="*/ 4697555 w 6091008"/>
                <a:gd name="connsiteY77" fmla="*/ 5576516 h 6858000"/>
                <a:gd name="connsiteX78" fmla="*/ 4720492 w 6091008"/>
                <a:gd name="connsiteY78" fmla="*/ 5544537 h 6858000"/>
                <a:gd name="connsiteX79" fmla="*/ 4741922 w 6091008"/>
                <a:gd name="connsiteY79" fmla="*/ 5511420 h 6858000"/>
                <a:gd name="connsiteX80" fmla="*/ 4784179 w 6091008"/>
                <a:gd name="connsiteY80" fmla="*/ 5445022 h 6858000"/>
                <a:gd name="connsiteX81" fmla="*/ 4794796 w 6091008"/>
                <a:gd name="connsiteY81" fmla="*/ 5428584 h 6858000"/>
                <a:gd name="connsiteX82" fmla="*/ 4807173 w 6091008"/>
                <a:gd name="connsiteY82" fmla="*/ 5413795 h 6858000"/>
                <a:gd name="connsiteX83" fmla="*/ 4830010 w 6091008"/>
                <a:gd name="connsiteY83" fmla="*/ 5382674 h 6858000"/>
                <a:gd name="connsiteX84" fmla="*/ 4874298 w 6091008"/>
                <a:gd name="connsiteY84" fmla="*/ 5319323 h 6858000"/>
                <a:gd name="connsiteX85" fmla="*/ 4896484 w 6091008"/>
                <a:gd name="connsiteY85" fmla="*/ 5287734 h 6858000"/>
                <a:gd name="connsiteX86" fmla="*/ 4918019 w 6091008"/>
                <a:gd name="connsiteY86" fmla="*/ 5255673 h 6858000"/>
                <a:gd name="connsiteX87" fmla="*/ 4999238 w 6091008"/>
                <a:gd name="connsiteY87" fmla="*/ 5124058 h 6858000"/>
                <a:gd name="connsiteX88" fmla="*/ 5251271 w 6091008"/>
                <a:gd name="connsiteY88" fmla="*/ 4554965 h 6858000"/>
                <a:gd name="connsiteX89" fmla="*/ 5276136 w 6091008"/>
                <a:gd name="connsiteY89" fmla="*/ 4480521 h 6858000"/>
                <a:gd name="connsiteX90" fmla="*/ 5297442 w 6091008"/>
                <a:gd name="connsiteY90" fmla="*/ 4404389 h 6858000"/>
                <a:gd name="connsiteX91" fmla="*/ 5318953 w 6091008"/>
                <a:gd name="connsiteY91" fmla="*/ 4328458 h 6858000"/>
                <a:gd name="connsiteX92" fmla="*/ 5328684 w 6091008"/>
                <a:gd name="connsiteY92" fmla="*/ 4291175 h 6858000"/>
                <a:gd name="connsiteX93" fmla="*/ 5337470 w 6091008"/>
                <a:gd name="connsiteY93" fmla="*/ 4254522 h 6858000"/>
                <a:gd name="connsiteX94" fmla="*/ 5353277 w 6091008"/>
                <a:gd name="connsiteY94" fmla="*/ 4181038 h 6858000"/>
                <a:gd name="connsiteX95" fmla="*/ 5366762 w 6091008"/>
                <a:gd name="connsiteY95" fmla="*/ 4107520 h 6858000"/>
                <a:gd name="connsiteX96" fmla="*/ 5373105 w 6091008"/>
                <a:gd name="connsiteY96" fmla="*/ 4070802 h 6858000"/>
                <a:gd name="connsiteX97" fmla="*/ 5378288 w 6091008"/>
                <a:gd name="connsiteY97" fmla="*/ 4034066 h 6858000"/>
                <a:gd name="connsiteX98" fmla="*/ 5383471 w 6091008"/>
                <a:gd name="connsiteY98" fmla="*/ 3997331 h 6858000"/>
                <a:gd name="connsiteX99" fmla="*/ 5387373 w 6091008"/>
                <a:gd name="connsiteY99" fmla="*/ 3960547 h 6858000"/>
                <a:gd name="connsiteX100" fmla="*/ 5375699 w 6091008"/>
                <a:gd name="connsiteY100" fmla="*/ 3369810 h 6858000"/>
                <a:gd name="connsiteX101" fmla="*/ 5225695 w 6091008"/>
                <a:gd name="connsiteY101" fmla="*/ 2777923 h 6858000"/>
                <a:gd name="connsiteX102" fmla="*/ 4989893 w 6091008"/>
                <a:gd name="connsiteY102" fmla="*/ 2181595 h 6858000"/>
                <a:gd name="connsiteX103" fmla="*/ 4856777 w 6091008"/>
                <a:gd name="connsiteY103" fmla="*/ 1872581 h 6858000"/>
                <a:gd name="connsiteX104" fmla="*/ 4729367 w 6091008"/>
                <a:gd name="connsiteY104" fmla="*/ 1547581 h 6858000"/>
                <a:gd name="connsiteX105" fmla="*/ 4510575 w 6091008"/>
                <a:gd name="connsiteY105" fmla="*/ 917244 h 6858000"/>
                <a:gd name="connsiteX106" fmla="*/ 4387446 w 6091008"/>
                <a:gd name="connsiteY106" fmla="*/ 626512 h 6858000"/>
                <a:gd name="connsiteX107" fmla="*/ 4227716 w 6091008"/>
                <a:gd name="connsiteY107" fmla="*/ 368510 h 6858000"/>
                <a:gd name="connsiteX108" fmla="*/ 4017774 w 6091008"/>
                <a:gd name="connsiteY108" fmla="*/ 161674 h 6858000"/>
                <a:gd name="connsiteX109" fmla="*/ 3761542 w 6091008"/>
                <a:gd name="connsiteY109" fmla="*/ 19860 h 6858000"/>
                <a:gd name="connsiteX110" fmla="*/ 3727185 w 6091008"/>
                <a:gd name="connsiteY110" fmla="*/ 6533 h 6858000"/>
                <a:gd name="connsiteX111" fmla="*/ 1325680 w 6091008"/>
                <a:gd name="connsiteY111" fmla="*/ 0 h 6858000"/>
                <a:gd name="connsiteX112" fmla="*/ 2347354 w 6091008"/>
                <a:gd name="connsiteY112" fmla="*/ 0 h 6858000"/>
                <a:gd name="connsiteX113" fmla="*/ 2262734 w 6091008"/>
                <a:gd name="connsiteY113" fmla="*/ 20581 h 6858000"/>
                <a:gd name="connsiteX114" fmla="*/ 1969830 w 6091008"/>
                <a:gd name="connsiteY114" fmla="*/ 118108 h 6858000"/>
                <a:gd name="connsiteX115" fmla="*/ 1897367 w 6091008"/>
                <a:gd name="connsiteY115" fmla="*/ 145059 h 6858000"/>
                <a:gd name="connsiteX116" fmla="*/ 1825860 w 6091008"/>
                <a:gd name="connsiteY116" fmla="*/ 175210 h 6858000"/>
                <a:gd name="connsiteX117" fmla="*/ 1754258 w 6091008"/>
                <a:gd name="connsiteY117" fmla="*/ 204746 h 6858000"/>
                <a:gd name="connsiteX118" fmla="*/ 1683442 w 6091008"/>
                <a:gd name="connsiteY118" fmla="*/ 237143 h 6858000"/>
                <a:gd name="connsiteX119" fmla="*/ 1612330 w 6091008"/>
                <a:gd name="connsiteY119" fmla="*/ 268724 h 6858000"/>
                <a:gd name="connsiteX120" fmla="*/ 1542244 w 6091008"/>
                <a:gd name="connsiteY120" fmla="*/ 303229 h 6858000"/>
                <a:gd name="connsiteX121" fmla="*/ 1471990 w 6091008"/>
                <a:gd name="connsiteY121" fmla="*/ 337395 h 6858000"/>
                <a:gd name="connsiteX122" fmla="*/ 1402813 w 6091008"/>
                <a:gd name="connsiteY122" fmla="*/ 374794 h 6858000"/>
                <a:gd name="connsiteX123" fmla="*/ 1333886 w 6091008"/>
                <a:gd name="connsiteY123" fmla="*/ 412702 h 6858000"/>
                <a:gd name="connsiteX124" fmla="*/ 1266278 w 6091008"/>
                <a:gd name="connsiteY124" fmla="*/ 453907 h 6858000"/>
                <a:gd name="connsiteX125" fmla="*/ 1199136 w 6091008"/>
                <a:gd name="connsiteY125" fmla="*/ 496266 h 6858000"/>
                <a:gd name="connsiteX126" fmla="*/ 1182302 w 6091008"/>
                <a:gd name="connsiteY126" fmla="*/ 506917 h 6858000"/>
                <a:gd name="connsiteX127" fmla="*/ 1166009 w 6091008"/>
                <a:gd name="connsiteY127" fmla="*/ 518449 h 6858000"/>
                <a:gd name="connsiteX128" fmla="*/ 1133302 w 6091008"/>
                <a:gd name="connsiteY128" fmla="*/ 541479 h 6858000"/>
                <a:gd name="connsiteX129" fmla="*/ 1067923 w 6091008"/>
                <a:gd name="connsiteY129" fmla="*/ 587403 h 6858000"/>
                <a:gd name="connsiteX130" fmla="*/ 1051509 w 6091008"/>
                <a:gd name="connsiteY130" fmla="*/ 598902 h 6858000"/>
                <a:gd name="connsiteX131" fmla="*/ 1035673 w 6091008"/>
                <a:gd name="connsiteY131" fmla="*/ 611145 h 6858000"/>
                <a:gd name="connsiteX132" fmla="*/ 1003878 w 6091008"/>
                <a:gd name="connsiteY132" fmla="*/ 635598 h 6858000"/>
                <a:gd name="connsiteX133" fmla="*/ 877673 w 6091008"/>
                <a:gd name="connsiteY133" fmla="*/ 735582 h 6858000"/>
                <a:gd name="connsiteX134" fmla="*/ 417533 w 6091008"/>
                <a:gd name="connsiteY134" fmla="*/ 1198720 h 6858000"/>
                <a:gd name="connsiteX135" fmla="*/ 54935 w 6091008"/>
                <a:gd name="connsiteY135" fmla="*/ 1756293 h 6858000"/>
                <a:gd name="connsiteX136" fmla="*/ 17844 w 6091008"/>
                <a:gd name="connsiteY136" fmla="*/ 1831433 h 6858000"/>
                <a:gd name="connsiteX137" fmla="*/ 0 w 6091008"/>
                <a:gd name="connsiteY137" fmla="*/ 1869131 h 6858000"/>
                <a:gd name="connsiteX138" fmla="*/ 0 w 6091008"/>
                <a:gd name="connsiteY138" fmla="*/ 1198550 h 6858000"/>
                <a:gd name="connsiteX139" fmla="*/ 185957 w 6091008"/>
                <a:gd name="connsiteY139" fmla="*/ 961506 h 6858000"/>
                <a:gd name="connsiteX140" fmla="*/ 689746 w 6091008"/>
                <a:gd name="connsiteY140" fmla="*/ 447064 h 6858000"/>
                <a:gd name="connsiteX141" fmla="*/ 827126 w 6091008"/>
                <a:gd name="connsiteY141" fmla="*/ 333881 h 6858000"/>
                <a:gd name="connsiteX142" fmla="*/ 968997 w 6091008"/>
                <a:gd name="connsiteY142" fmla="*/ 228085 h 6858000"/>
                <a:gd name="connsiteX143" fmla="*/ 1004883 w 6091008"/>
                <a:gd name="connsiteY143" fmla="*/ 202373 h 6858000"/>
                <a:gd name="connsiteX144" fmla="*/ 1022826 w 6091008"/>
                <a:gd name="connsiteY144" fmla="*/ 189517 h 6858000"/>
                <a:gd name="connsiteX145" fmla="*/ 1041187 w 6091008"/>
                <a:gd name="connsiteY145" fmla="*/ 177509 h 6858000"/>
                <a:gd name="connsiteX146" fmla="*/ 1114760 w 6091008"/>
                <a:gd name="connsiteY146" fmla="*/ 129512 h 6858000"/>
                <a:gd name="connsiteX147" fmla="*/ 1188498 w 6091008"/>
                <a:gd name="connsiteY147" fmla="*/ 81854 h 6858000"/>
                <a:gd name="connsiteX148" fmla="*/ 1263461 w 6091008"/>
                <a:gd name="connsiteY148" fmla="*/ 3688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6091008" h="6858000">
                  <a:moveTo>
                    <a:pt x="0" y="5476844"/>
                  </a:moveTo>
                  <a:lnTo>
                    <a:pt x="15220" y="5501668"/>
                  </a:lnTo>
                  <a:cubicBezTo>
                    <a:pt x="69097" y="5585141"/>
                    <a:pt x="130925" y="5654403"/>
                    <a:pt x="198940" y="5717964"/>
                  </a:cubicBezTo>
                  <a:lnTo>
                    <a:pt x="251499" y="5763842"/>
                  </a:lnTo>
                  <a:lnTo>
                    <a:pt x="308460" y="5806337"/>
                  </a:lnTo>
                  <a:cubicBezTo>
                    <a:pt x="326685" y="5820934"/>
                    <a:pt x="348384" y="5833667"/>
                    <a:pt x="368305" y="5847248"/>
                  </a:cubicBezTo>
                  <a:cubicBezTo>
                    <a:pt x="388782" y="5860683"/>
                    <a:pt x="408424" y="5874336"/>
                    <a:pt x="430451" y="5887305"/>
                  </a:cubicBezTo>
                  <a:cubicBezTo>
                    <a:pt x="601703" y="5991186"/>
                    <a:pt x="792871" y="6091279"/>
                    <a:pt x="975811" y="6205653"/>
                  </a:cubicBezTo>
                  <a:cubicBezTo>
                    <a:pt x="1159565" y="6318920"/>
                    <a:pt x="1337666" y="6443625"/>
                    <a:pt x="1510250" y="6575390"/>
                  </a:cubicBezTo>
                  <a:cubicBezTo>
                    <a:pt x="1658997" y="6690317"/>
                    <a:pt x="1824862" y="6774210"/>
                    <a:pt x="2002437" y="6825029"/>
                  </a:cubicBezTo>
                  <a:cubicBezTo>
                    <a:pt x="2046812" y="6837803"/>
                    <a:pt x="2091936" y="6848385"/>
                    <a:pt x="2137670" y="6856874"/>
                  </a:cubicBezTo>
                  <a:lnTo>
                    <a:pt x="2145778" y="6858000"/>
                  </a:lnTo>
                  <a:lnTo>
                    <a:pt x="1098858" y="6858000"/>
                  </a:lnTo>
                  <a:lnTo>
                    <a:pt x="1004166" y="6786858"/>
                  </a:lnTo>
                  <a:cubicBezTo>
                    <a:pt x="920997" y="6725805"/>
                    <a:pt x="837118" y="6666016"/>
                    <a:pt x="751974" y="6608169"/>
                  </a:cubicBezTo>
                  <a:lnTo>
                    <a:pt x="623305" y="6522172"/>
                  </a:lnTo>
                  <a:lnTo>
                    <a:pt x="492346" y="6437477"/>
                  </a:lnTo>
                  <a:lnTo>
                    <a:pt x="358536" y="6352312"/>
                  </a:lnTo>
                  <a:lnTo>
                    <a:pt x="290710" y="6308820"/>
                  </a:lnTo>
                  <a:lnTo>
                    <a:pt x="221792" y="6263122"/>
                  </a:lnTo>
                  <a:cubicBezTo>
                    <a:pt x="198889" y="6248595"/>
                    <a:pt x="175526" y="6231442"/>
                    <a:pt x="152460" y="6215106"/>
                  </a:cubicBezTo>
                  <a:cubicBezTo>
                    <a:pt x="129301" y="6198154"/>
                    <a:pt x="105988" y="6183223"/>
                    <a:pt x="83055" y="6163978"/>
                  </a:cubicBezTo>
                  <a:lnTo>
                    <a:pt x="14161" y="6109014"/>
                  </a:lnTo>
                  <a:lnTo>
                    <a:pt x="0" y="6096195"/>
                  </a:lnTo>
                  <a:close/>
                  <a:moveTo>
                    <a:pt x="3707444" y="0"/>
                  </a:moveTo>
                  <a:lnTo>
                    <a:pt x="4265528" y="0"/>
                  </a:lnTo>
                  <a:lnTo>
                    <a:pt x="4291472" y="15596"/>
                  </a:lnTo>
                  <a:cubicBezTo>
                    <a:pt x="4339292" y="47637"/>
                    <a:pt x="4385917" y="82210"/>
                    <a:pt x="4431124" y="119052"/>
                  </a:cubicBezTo>
                  <a:cubicBezTo>
                    <a:pt x="4612085" y="266897"/>
                    <a:pt x="4766658" y="451392"/>
                    <a:pt x="4899570" y="643769"/>
                  </a:cubicBezTo>
                  <a:cubicBezTo>
                    <a:pt x="5032421" y="836866"/>
                    <a:pt x="5144168" y="1037706"/>
                    <a:pt x="5247925" y="1232134"/>
                  </a:cubicBezTo>
                  <a:cubicBezTo>
                    <a:pt x="5299886" y="1329516"/>
                    <a:pt x="5349860" y="1425631"/>
                    <a:pt x="5401234" y="1518442"/>
                  </a:cubicBezTo>
                  <a:lnTo>
                    <a:pt x="5480921" y="1662114"/>
                  </a:lnTo>
                  <a:cubicBezTo>
                    <a:pt x="5508162" y="1711659"/>
                    <a:pt x="5535098" y="1761858"/>
                    <a:pt x="5561804" y="1812436"/>
                  </a:cubicBezTo>
                  <a:cubicBezTo>
                    <a:pt x="5668394" y="2015131"/>
                    <a:pt x="5769309" y="2228374"/>
                    <a:pt x="5855037" y="2457716"/>
                  </a:cubicBezTo>
                  <a:cubicBezTo>
                    <a:pt x="5940757" y="2686612"/>
                    <a:pt x="6011031" y="2932566"/>
                    <a:pt x="6052254" y="3193699"/>
                  </a:cubicBezTo>
                  <a:cubicBezTo>
                    <a:pt x="6093625" y="3454283"/>
                    <a:pt x="6103924" y="3730828"/>
                    <a:pt x="6073151" y="4004612"/>
                  </a:cubicBezTo>
                  <a:lnTo>
                    <a:pt x="6067309" y="4055890"/>
                  </a:lnTo>
                  <a:cubicBezTo>
                    <a:pt x="6065066" y="4072953"/>
                    <a:pt x="6062462" y="4089919"/>
                    <a:pt x="6059979" y="4106917"/>
                  </a:cubicBezTo>
                  <a:lnTo>
                    <a:pt x="6052371" y="4158016"/>
                  </a:lnTo>
                  <a:cubicBezTo>
                    <a:pt x="6049766" y="4174982"/>
                    <a:pt x="6046401" y="4191890"/>
                    <a:pt x="6043434" y="4208759"/>
                  </a:cubicBezTo>
                  <a:cubicBezTo>
                    <a:pt x="6037102" y="4242536"/>
                    <a:pt x="6031011" y="4276380"/>
                    <a:pt x="6023229" y="4309769"/>
                  </a:cubicBezTo>
                  <a:cubicBezTo>
                    <a:pt x="6015690" y="4343223"/>
                    <a:pt x="6008874" y="4376870"/>
                    <a:pt x="5999922" y="4409799"/>
                  </a:cubicBezTo>
                  <a:lnTo>
                    <a:pt x="5987157" y="4459369"/>
                  </a:lnTo>
                  <a:cubicBezTo>
                    <a:pt x="5982945" y="4476053"/>
                    <a:pt x="5978687" y="4492427"/>
                    <a:pt x="5973731" y="4508027"/>
                  </a:cubicBezTo>
                  <a:lnTo>
                    <a:pt x="5944653" y="4602538"/>
                  </a:lnTo>
                  <a:lnTo>
                    <a:pt x="5915334" y="4696982"/>
                  </a:lnTo>
                  <a:cubicBezTo>
                    <a:pt x="5905346" y="4728457"/>
                    <a:pt x="5892944" y="4759283"/>
                    <a:pt x="5881786" y="4790295"/>
                  </a:cubicBezTo>
                  <a:cubicBezTo>
                    <a:pt x="5791737" y="5038923"/>
                    <a:pt x="5677271" y="5280123"/>
                    <a:pt x="5539609" y="5504511"/>
                  </a:cubicBezTo>
                  <a:lnTo>
                    <a:pt x="5432400" y="5669348"/>
                  </a:lnTo>
                  <a:cubicBezTo>
                    <a:pt x="5423763" y="5683225"/>
                    <a:pt x="5413823" y="5696165"/>
                    <a:pt x="5404330" y="5709372"/>
                  </a:cubicBezTo>
                  <a:lnTo>
                    <a:pt x="5375525" y="5748757"/>
                  </a:lnTo>
                  <a:lnTo>
                    <a:pt x="5317831" y="5827355"/>
                  </a:lnTo>
                  <a:cubicBezTo>
                    <a:pt x="5308217" y="5840529"/>
                    <a:pt x="5298639" y="5853567"/>
                    <a:pt x="5288208" y="5865932"/>
                  </a:cubicBezTo>
                  <a:cubicBezTo>
                    <a:pt x="5283153" y="5872232"/>
                    <a:pt x="5278509" y="5878936"/>
                    <a:pt x="5273251" y="5885035"/>
                  </a:cubicBezTo>
                  <a:cubicBezTo>
                    <a:pt x="5267908" y="5890963"/>
                    <a:pt x="5262120" y="5896624"/>
                    <a:pt x="5256656" y="5902520"/>
                  </a:cubicBezTo>
                  <a:lnTo>
                    <a:pt x="5189858" y="5971616"/>
                  </a:lnTo>
                  <a:cubicBezTo>
                    <a:pt x="5178681" y="5982899"/>
                    <a:pt x="5167959" y="5994892"/>
                    <a:pt x="5156287" y="6005600"/>
                  </a:cubicBezTo>
                  <a:lnTo>
                    <a:pt x="5121598" y="6037962"/>
                  </a:lnTo>
                  <a:lnTo>
                    <a:pt x="5051798" y="6101838"/>
                  </a:lnTo>
                  <a:cubicBezTo>
                    <a:pt x="4864110" y="6268956"/>
                    <a:pt x="4663874" y="6407541"/>
                    <a:pt x="4463594" y="6532280"/>
                  </a:cubicBezTo>
                  <a:cubicBezTo>
                    <a:pt x="4438472" y="6547774"/>
                    <a:pt x="4413434" y="6563439"/>
                    <a:pt x="4388637" y="6579169"/>
                  </a:cubicBezTo>
                  <a:lnTo>
                    <a:pt x="4312856" y="6623337"/>
                  </a:lnTo>
                  <a:lnTo>
                    <a:pt x="4237558" y="6667632"/>
                  </a:lnTo>
                  <a:cubicBezTo>
                    <a:pt x="4212548" y="6682715"/>
                    <a:pt x="4186842" y="6695553"/>
                    <a:pt x="4161774" y="6709883"/>
                  </a:cubicBezTo>
                  <a:cubicBezTo>
                    <a:pt x="4111167" y="6737392"/>
                    <a:pt x="4061123" y="6766670"/>
                    <a:pt x="4010448" y="6792981"/>
                  </a:cubicBezTo>
                  <a:cubicBezTo>
                    <a:pt x="3985322" y="6806562"/>
                    <a:pt x="3960037" y="6820248"/>
                    <a:pt x="3935163" y="6834338"/>
                  </a:cubicBezTo>
                  <a:lnTo>
                    <a:pt x="3892887" y="6858000"/>
                  </a:lnTo>
                  <a:lnTo>
                    <a:pt x="2743942" y="6858000"/>
                  </a:lnTo>
                  <a:lnTo>
                    <a:pt x="2852577" y="6838910"/>
                  </a:lnTo>
                  <a:cubicBezTo>
                    <a:pt x="2949686" y="6818527"/>
                    <a:pt x="3046805" y="6791706"/>
                    <a:pt x="3143255" y="6759775"/>
                  </a:cubicBezTo>
                  <a:cubicBezTo>
                    <a:pt x="3239807" y="6727945"/>
                    <a:pt x="3335416" y="6689975"/>
                    <a:pt x="3430899" y="6650056"/>
                  </a:cubicBezTo>
                  <a:cubicBezTo>
                    <a:pt x="3526299" y="6609969"/>
                    <a:pt x="3621242" y="6565786"/>
                    <a:pt x="3713289" y="6514054"/>
                  </a:cubicBezTo>
                  <a:cubicBezTo>
                    <a:pt x="3805137" y="6460650"/>
                    <a:pt x="3895762" y="6401178"/>
                    <a:pt x="3981228" y="6334878"/>
                  </a:cubicBezTo>
                  <a:cubicBezTo>
                    <a:pt x="4024934" y="6303166"/>
                    <a:pt x="4066572" y="6268544"/>
                    <a:pt x="4107885" y="6233689"/>
                  </a:cubicBezTo>
                  <a:cubicBezTo>
                    <a:pt x="4128602" y="6216277"/>
                    <a:pt x="4149365" y="6199173"/>
                    <a:pt x="4169795" y="6181389"/>
                  </a:cubicBezTo>
                  <a:cubicBezTo>
                    <a:pt x="4189729" y="6163032"/>
                    <a:pt x="4209542" y="6144643"/>
                    <a:pt x="4229189" y="6125914"/>
                  </a:cubicBezTo>
                  <a:cubicBezTo>
                    <a:pt x="4387326" y="5978255"/>
                    <a:pt x="4528049" y="5812977"/>
                    <a:pt x="4652064" y="5641457"/>
                  </a:cubicBezTo>
                  <a:lnTo>
                    <a:pt x="4697555" y="5576516"/>
                  </a:lnTo>
                  <a:lnTo>
                    <a:pt x="4720492" y="5544537"/>
                  </a:lnTo>
                  <a:cubicBezTo>
                    <a:pt x="4728246" y="5533956"/>
                    <a:pt x="4734819" y="5522469"/>
                    <a:pt x="4741922" y="5511420"/>
                  </a:cubicBezTo>
                  <a:lnTo>
                    <a:pt x="4784179" y="5445022"/>
                  </a:lnTo>
                  <a:cubicBezTo>
                    <a:pt x="4787730" y="5439497"/>
                    <a:pt x="4791161" y="5433940"/>
                    <a:pt x="4794796" y="5428584"/>
                  </a:cubicBezTo>
                  <a:cubicBezTo>
                    <a:pt x="4798637" y="5423432"/>
                    <a:pt x="4803091" y="5418884"/>
                    <a:pt x="4807173" y="5413795"/>
                  </a:cubicBezTo>
                  <a:cubicBezTo>
                    <a:pt x="4815384" y="5403926"/>
                    <a:pt x="4822656" y="5393214"/>
                    <a:pt x="4830010" y="5382674"/>
                  </a:cubicBezTo>
                  <a:lnTo>
                    <a:pt x="4874298" y="5319323"/>
                  </a:lnTo>
                  <a:lnTo>
                    <a:pt x="4896484" y="5287734"/>
                  </a:lnTo>
                  <a:cubicBezTo>
                    <a:pt x="4903839" y="5277191"/>
                    <a:pt x="4911520" y="5266885"/>
                    <a:pt x="4918019" y="5255673"/>
                  </a:cubicBezTo>
                  <a:lnTo>
                    <a:pt x="4999238" y="5124058"/>
                  </a:lnTo>
                  <a:cubicBezTo>
                    <a:pt x="5102559" y="4945225"/>
                    <a:pt x="5185787" y="4753943"/>
                    <a:pt x="5251271" y="4554965"/>
                  </a:cubicBezTo>
                  <a:cubicBezTo>
                    <a:pt x="5259371" y="4530051"/>
                    <a:pt x="5268846" y="4505799"/>
                    <a:pt x="5276136" y="4480521"/>
                  </a:cubicBezTo>
                  <a:lnTo>
                    <a:pt x="5297442" y="4404389"/>
                  </a:lnTo>
                  <a:lnTo>
                    <a:pt x="5318953" y="4328458"/>
                  </a:lnTo>
                  <a:cubicBezTo>
                    <a:pt x="5322895" y="4315679"/>
                    <a:pt x="5325929" y="4303390"/>
                    <a:pt x="5328684" y="4291175"/>
                  </a:cubicBezTo>
                  <a:lnTo>
                    <a:pt x="5337470" y="4254522"/>
                  </a:lnTo>
                  <a:cubicBezTo>
                    <a:pt x="5343899" y="4230045"/>
                    <a:pt x="5348129" y="4205565"/>
                    <a:pt x="5353277" y="4181038"/>
                  </a:cubicBezTo>
                  <a:cubicBezTo>
                    <a:pt x="5358786" y="4156608"/>
                    <a:pt x="5362533" y="4132000"/>
                    <a:pt x="5366762" y="4107520"/>
                  </a:cubicBezTo>
                  <a:cubicBezTo>
                    <a:pt x="5368877" y="4095280"/>
                    <a:pt x="5371390" y="4083000"/>
                    <a:pt x="5373105" y="4070802"/>
                  </a:cubicBezTo>
                  <a:lnTo>
                    <a:pt x="5378288" y="4034066"/>
                  </a:lnTo>
                  <a:lnTo>
                    <a:pt x="5383471" y="3997331"/>
                  </a:lnTo>
                  <a:lnTo>
                    <a:pt x="5387373" y="3960547"/>
                  </a:lnTo>
                  <a:cubicBezTo>
                    <a:pt x="5408513" y="3764258"/>
                    <a:pt x="5404752" y="3567184"/>
                    <a:pt x="5375699" y="3369810"/>
                  </a:cubicBezTo>
                  <a:cubicBezTo>
                    <a:pt x="5347044" y="3172396"/>
                    <a:pt x="5293473" y="2975222"/>
                    <a:pt x="5225695" y="2777923"/>
                  </a:cubicBezTo>
                  <a:cubicBezTo>
                    <a:pt x="5157675" y="2580560"/>
                    <a:pt x="5075729" y="2382997"/>
                    <a:pt x="4989893" y="2181595"/>
                  </a:cubicBezTo>
                  <a:lnTo>
                    <a:pt x="4856777" y="1872581"/>
                  </a:lnTo>
                  <a:cubicBezTo>
                    <a:pt x="4811108" y="1763784"/>
                    <a:pt x="4768691" y="1655416"/>
                    <a:pt x="4729367" y="1547581"/>
                  </a:cubicBezTo>
                  <a:cubicBezTo>
                    <a:pt x="4650320" y="1331954"/>
                    <a:pt x="4585048" y="1118545"/>
                    <a:pt x="4510575" y="917244"/>
                  </a:cubicBezTo>
                  <a:cubicBezTo>
                    <a:pt x="4473339" y="816594"/>
                    <a:pt x="4433491" y="718925"/>
                    <a:pt x="4387446" y="626512"/>
                  </a:cubicBezTo>
                  <a:cubicBezTo>
                    <a:pt x="4341559" y="533993"/>
                    <a:pt x="4289352" y="446701"/>
                    <a:pt x="4227716" y="368510"/>
                  </a:cubicBezTo>
                  <a:cubicBezTo>
                    <a:pt x="4166554" y="290006"/>
                    <a:pt x="4096194" y="220222"/>
                    <a:pt x="4017774" y="161674"/>
                  </a:cubicBezTo>
                  <a:cubicBezTo>
                    <a:pt x="3939391" y="102989"/>
                    <a:pt x="3853034" y="55709"/>
                    <a:pt x="3761542" y="19860"/>
                  </a:cubicBezTo>
                  <a:lnTo>
                    <a:pt x="3727185" y="6533"/>
                  </a:lnTo>
                  <a:close/>
                  <a:moveTo>
                    <a:pt x="1325680" y="0"/>
                  </a:moveTo>
                  <a:lnTo>
                    <a:pt x="2347354" y="0"/>
                  </a:lnTo>
                  <a:lnTo>
                    <a:pt x="2262734" y="20581"/>
                  </a:lnTo>
                  <a:cubicBezTo>
                    <a:pt x="2164073" y="49233"/>
                    <a:pt x="2066423" y="82020"/>
                    <a:pt x="1969830" y="118108"/>
                  </a:cubicBezTo>
                  <a:cubicBezTo>
                    <a:pt x="1945675" y="127092"/>
                    <a:pt x="1921391" y="135598"/>
                    <a:pt x="1897367" y="145059"/>
                  </a:cubicBezTo>
                  <a:cubicBezTo>
                    <a:pt x="1873522" y="155302"/>
                    <a:pt x="1849679" y="165546"/>
                    <a:pt x="1825860" y="175210"/>
                  </a:cubicBezTo>
                  <a:lnTo>
                    <a:pt x="1754258" y="204746"/>
                  </a:lnTo>
                  <a:lnTo>
                    <a:pt x="1683442" y="237143"/>
                  </a:lnTo>
                  <a:cubicBezTo>
                    <a:pt x="1659851" y="247896"/>
                    <a:pt x="1636127" y="258172"/>
                    <a:pt x="1612330" y="268724"/>
                  </a:cubicBezTo>
                  <a:lnTo>
                    <a:pt x="1542244" y="303229"/>
                  </a:lnTo>
                  <a:lnTo>
                    <a:pt x="1471990" y="337395"/>
                  </a:lnTo>
                  <a:cubicBezTo>
                    <a:pt x="1448660" y="349103"/>
                    <a:pt x="1425927" y="362441"/>
                    <a:pt x="1402813" y="374794"/>
                  </a:cubicBezTo>
                  <a:lnTo>
                    <a:pt x="1333886" y="412702"/>
                  </a:lnTo>
                  <a:cubicBezTo>
                    <a:pt x="1310940" y="425394"/>
                    <a:pt x="1288842" y="440228"/>
                    <a:pt x="1266278" y="453907"/>
                  </a:cubicBezTo>
                  <a:lnTo>
                    <a:pt x="1199136" y="496266"/>
                  </a:lnTo>
                  <a:lnTo>
                    <a:pt x="1182302" y="506917"/>
                  </a:lnTo>
                  <a:lnTo>
                    <a:pt x="1166009" y="518449"/>
                  </a:lnTo>
                  <a:lnTo>
                    <a:pt x="1133302" y="541479"/>
                  </a:lnTo>
                  <a:lnTo>
                    <a:pt x="1067923" y="587403"/>
                  </a:lnTo>
                  <a:lnTo>
                    <a:pt x="1051509" y="598902"/>
                  </a:lnTo>
                  <a:lnTo>
                    <a:pt x="1035673" y="611145"/>
                  </a:lnTo>
                  <a:lnTo>
                    <a:pt x="1003878" y="635598"/>
                  </a:lnTo>
                  <a:cubicBezTo>
                    <a:pt x="961473" y="668248"/>
                    <a:pt x="918407" y="699983"/>
                    <a:pt x="877673" y="735582"/>
                  </a:cubicBezTo>
                  <a:cubicBezTo>
                    <a:pt x="711850" y="872792"/>
                    <a:pt x="555901" y="1026776"/>
                    <a:pt x="417533" y="1198720"/>
                  </a:cubicBezTo>
                  <a:cubicBezTo>
                    <a:pt x="278999" y="1370325"/>
                    <a:pt x="156917" y="1557820"/>
                    <a:pt x="54935" y="1756293"/>
                  </a:cubicBezTo>
                  <a:lnTo>
                    <a:pt x="17844" y="1831433"/>
                  </a:lnTo>
                  <a:lnTo>
                    <a:pt x="0" y="1869131"/>
                  </a:lnTo>
                  <a:lnTo>
                    <a:pt x="0" y="1198550"/>
                  </a:lnTo>
                  <a:lnTo>
                    <a:pt x="185957" y="961506"/>
                  </a:lnTo>
                  <a:cubicBezTo>
                    <a:pt x="342426" y="776600"/>
                    <a:pt x="509755" y="602849"/>
                    <a:pt x="689746" y="447064"/>
                  </a:cubicBezTo>
                  <a:cubicBezTo>
                    <a:pt x="733932" y="406795"/>
                    <a:pt x="780859" y="370795"/>
                    <a:pt x="827126" y="333881"/>
                  </a:cubicBezTo>
                  <a:cubicBezTo>
                    <a:pt x="872886" y="295949"/>
                    <a:pt x="921195" y="262526"/>
                    <a:pt x="968997" y="228085"/>
                  </a:cubicBezTo>
                  <a:lnTo>
                    <a:pt x="1004883" y="202373"/>
                  </a:lnTo>
                  <a:lnTo>
                    <a:pt x="1022826" y="189517"/>
                  </a:lnTo>
                  <a:lnTo>
                    <a:pt x="1041187" y="177509"/>
                  </a:lnTo>
                  <a:lnTo>
                    <a:pt x="1114760" y="129512"/>
                  </a:lnTo>
                  <a:cubicBezTo>
                    <a:pt x="1139435" y="113750"/>
                    <a:pt x="1163439" y="96630"/>
                    <a:pt x="1188498" y="81854"/>
                  </a:cubicBezTo>
                  <a:lnTo>
                    <a:pt x="1263461" y="36880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01D44A9-1D51-461B-A228-06F6C500B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5600" cy="6858000"/>
            </a:xfrm>
            <a:custGeom>
              <a:avLst/>
              <a:gdLst>
                <a:gd name="connsiteX0" fmla="*/ 0 w 6055600"/>
                <a:gd name="connsiteY0" fmla="*/ 5960220 h 6858000"/>
                <a:gd name="connsiteX1" fmla="*/ 36039 w 6055600"/>
                <a:gd name="connsiteY1" fmla="*/ 6002605 h 6858000"/>
                <a:gd name="connsiteX2" fmla="*/ 92950 w 6055600"/>
                <a:gd name="connsiteY2" fmla="*/ 6059050 h 6858000"/>
                <a:gd name="connsiteX3" fmla="*/ 153706 w 6055600"/>
                <a:gd name="connsiteY3" fmla="*/ 6111427 h 6858000"/>
                <a:gd name="connsiteX4" fmla="*/ 216806 w 6055600"/>
                <a:gd name="connsiteY4" fmla="*/ 6161603 h 6858000"/>
                <a:gd name="connsiteX5" fmla="*/ 281945 w 6055600"/>
                <a:gd name="connsiteY5" fmla="*/ 6209777 h 6858000"/>
                <a:gd name="connsiteX6" fmla="*/ 553337 w 6055600"/>
                <a:gd name="connsiteY6" fmla="*/ 6391500 h 6858000"/>
                <a:gd name="connsiteX7" fmla="*/ 690543 w 6055600"/>
                <a:gd name="connsiteY7" fmla="*/ 6481634 h 6858000"/>
                <a:gd name="connsiteX8" fmla="*/ 827127 w 6055600"/>
                <a:gd name="connsiteY8" fmla="*/ 6573159 h 6858000"/>
                <a:gd name="connsiteX9" fmla="*/ 1095915 w 6055600"/>
                <a:gd name="connsiteY9" fmla="*/ 6762202 h 6858000"/>
                <a:gd name="connsiteX10" fmla="*/ 1224853 w 6055600"/>
                <a:gd name="connsiteY10" fmla="*/ 6858000 h 6858000"/>
                <a:gd name="connsiteX11" fmla="*/ 1154072 w 6055600"/>
                <a:gd name="connsiteY11" fmla="*/ 6858000 h 6858000"/>
                <a:gd name="connsiteX12" fmla="*/ 1073489 w 6055600"/>
                <a:gd name="connsiteY12" fmla="*/ 6799140 h 6858000"/>
                <a:gd name="connsiteX13" fmla="*/ 800175 w 6055600"/>
                <a:gd name="connsiteY13" fmla="*/ 6620441 h 6858000"/>
                <a:gd name="connsiteX14" fmla="*/ 231518 w 6055600"/>
                <a:gd name="connsiteY14" fmla="*/ 6299323 h 6858000"/>
                <a:gd name="connsiteX15" fmla="*/ 160401 w 6055600"/>
                <a:gd name="connsiteY15" fmla="*/ 6256627 h 6858000"/>
                <a:gd name="connsiteX16" fmla="*/ 89697 w 6055600"/>
                <a:gd name="connsiteY16" fmla="*/ 6211916 h 6858000"/>
                <a:gd name="connsiteX17" fmla="*/ 20148 w 6055600"/>
                <a:gd name="connsiteY17" fmla="*/ 6163835 h 6858000"/>
                <a:gd name="connsiteX18" fmla="*/ 0 w 6055600"/>
                <a:gd name="connsiteY18" fmla="*/ 6147796 h 6858000"/>
                <a:gd name="connsiteX19" fmla="*/ 3748345 w 6055600"/>
                <a:gd name="connsiteY19" fmla="*/ 0 h 6858000"/>
                <a:gd name="connsiteX20" fmla="*/ 4277792 w 6055600"/>
                <a:gd name="connsiteY20" fmla="*/ 0 h 6858000"/>
                <a:gd name="connsiteX21" fmla="*/ 4339531 w 6055600"/>
                <a:gd name="connsiteY21" fmla="*/ 40262 h 6858000"/>
                <a:gd name="connsiteX22" fmla="*/ 4476306 w 6055600"/>
                <a:gd name="connsiteY22" fmla="*/ 153922 h 6858000"/>
                <a:gd name="connsiteX23" fmla="*/ 4713639 w 6055600"/>
                <a:gd name="connsiteY23" fmla="*/ 422076 h 6858000"/>
                <a:gd name="connsiteX24" fmla="*/ 4906991 w 6055600"/>
                <a:gd name="connsiteY24" fmla="*/ 723463 h 6858000"/>
                <a:gd name="connsiteX25" fmla="*/ 5070511 w 6055600"/>
                <a:gd name="connsiteY25" fmla="*/ 1037524 h 6858000"/>
                <a:gd name="connsiteX26" fmla="*/ 5219493 w 6055600"/>
                <a:gd name="connsiteY26" fmla="*/ 1352079 h 6858000"/>
                <a:gd name="connsiteX27" fmla="*/ 5367779 w 6055600"/>
                <a:gd name="connsiteY27" fmla="*/ 1658945 h 6858000"/>
                <a:gd name="connsiteX28" fmla="*/ 5446095 w 6055600"/>
                <a:gd name="connsiteY28" fmla="*/ 1811301 h 6858000"/>
                <a:gd name="connsiteX29" fmla="*/ 5525115 w 6055600"/>
                <a:gd name="connsiteY29" fmla="*/ 1967103 h 6858000"/>
                <a:gd name="connsiteX30" fmla="*/ 5816642 w 6055600"/>
                <a:gd name="connsiteY30" fmla="*/ 2618837 h 6858000"/>
                <a:gd name="connsiteX31" fmla="*/ 6015787 w 6055600"/>
                <a:gd name="connsiteY31" fmla="*/ 3339957 h 6858000"/>
                <a:gd name="connsiteX32" fmla="*/ 6054206 w 6055600"/>
                <a:gd name="connsiteY32" fmla="*/ 3727239 h 6858000"/>
                <a:gd name="connsiteX33" fmla="*/ 6039811 w 6055600"/>
                <a:gd name="connsiteY33" fmla="*/ 4122735 h 6858000"/>
                <a:gd name="connsiteX34" fmla="*/ 5971601 w 6055600"/>
                <a:gd name="connsiteY34" fmla="*/ 4514288 h 6858000"/>
                <a:gd name="connsiteX35" fmla="*/ 5946751 w 6055600"/>
                <a:gd name="connsiteY35" fmla="*/ 4609838 h 6858000"/>
                <a:gd name="connsiteX36" fmla="*/ 5919986 w 6055600"/>
                <a:gd name="connsiteY36" fmla="*/ 4703178 h 6858000"/>
                <a:gd name="connsiteX37" fmla="*/ 5890731 w 6055600"/>
                <a:gd name="connsiteY37" fmla="*/ 4795992 h 6858000"/>
                <a:gd name="connsiteX38" fmla="*/ 5859058 w 6055600"/>
                <a:gd name="connsiteY38" fmla="*/ 4888015 h 6858000"/>
                <a:gd name="connsiteX39" fmla="*/ 5525053 w 6055600"/>
                <a:gd name="connsiteY39" fmla="*/ 5588449 h 6858000"/>
                <a:gd name="connsiteX40" fmla="*/ 5058962 w 6055600"/>
                <a:gd name="connsiteY40" fmla="*/ 6189929 h 6858000"/>
                <a:gd name="connsiteX41" fmla="*/ 4787706 w 6055600"/>
                <a:gd name="connsiteY41" fmla="*/ 6442985 h 6858000"/>
                <a:gd name="connsiteX42" fmla="*/ 4498686 w 6055600"/>
                <a:gd name="connsiteY42" fmla="*/ 6663678 h 6858000"/>
                <a:gd name="connsiteX43" fmla="*/ 4197167 w 6055600"/>
                <a:gd name="connsiteY43" fmla="*/ 6854053 h 6858000"/>
                <a:gd name="connsiteX44" fmla="*/ 4189720 w 6055600"/>
                <a:gd name="connsiteY44" fmla="*/ 6858000 h 6858000"/>
                <a:gd name="connsiteX45" fmla="*/ 3651929 w 6055600"/>
                <a:gd name="connsiteY45" fmla="*/ 6858000 h 6858000"/>
                <a:gd name="connsiteX46" fmla="*/ 3789040 w 6055600"/>
                <a:gd name="connsiteY46" fmla="*/ 6778034 h 6858000"/>
                <a:gd name="connsiteX47" fmla="*/ 4335568 w 6055600"/>
                <a:gd name="connsiteY47" fmla="*/ 6382709 h 6858000"/>
                <a:gd name="connsiteX48" fmla="*/ 4586923 w 6055600"/>
                <a:gd name="connsiteY48" fmla="*/ 6158577 h 6858000"/>
                <a:gd name="connsiteX49" fmla="*/ 4819585 w 6055600"/>
                <a:gd name="connsiteY49" fmla="*/ 5915847 h 6858000"/>
                <a:gd name="connsiteX50" fmla="*/ 5214727 w 6055600"/>
                <a:gd name="connsiteY50" fmla="*/ 5371094 h 6858000"/>
                <a:gd name="connsiteX51" fmla="*/ 5495409 w 6055600"/>
                <a:gd name="connsiteY51" fmla="*/ 4752778 h 6858000"/>
                <a:gd name="connsiteX52" fmla="*/ 5522322 w 6055600"/>
                <a:gd name="connsiteY52" fmla="*/ 4671511 h 6858000"/>
                <a:gd name="connsiteX53" fmla="*/ 5547631 w 6055600"/>
                <a:gd name="connsiteY53" fmla="*/ 4589675 h 6858000"/>
                <a:gd name="connsiteX54" fmla="*/ 5570792 w 6055600"/>
                <a:gd name="connsiteY54" fmla="*/ 4506978 h 6858000"/>
                <a:gd name="connsiteX55" fmla="*/ 5591541 w 6055600"/>
                <a:gd name="connsiteY55" fmla="*/ 4425334 h 6858000"/>
                <a:gd name="connsiteX56" fmla="*/ 5649500 w 6055600"/>
                <a:gd name="connsiteY56" fmla="*/ 4097286 h 6858000"/>
                <a:gd name="connsiteX57" fmla="*/ 5637615 w 6055600"/>
                <a:gd name="connsiteY57" fmla="*/ 3437524 h 6858000"/>
                <a:gd name="connsiteX58" fmla="*/ 5475454 w 6055600"/>
                <a:gd name="connsiteY58" fmla="*/ 2791575 h 6858000"/>
                <a:gd name="connsiteX59" fmla="*/ 5217600 w 6055600"/>
                <a:gd name="connsiteY59" fmla="*/ 2164719 h 6858000"/>
                <a:gd name="connsiteX60" fmla="*/ 5144941 w 6055600"/>
                <a:gd name="connsiteY60" fmla="*/ 2009490 h 6858000"/>
                <a:gd name="connsiteX61" fmla="*/ 5070052 w 6055600"/>
                <a:gd name="connsiteY61" fmla="*/ 1851823 h 6858000"/>
                <a:gd name="connsiteX62" fmla="*/ 4926984 w 6055600"/>
                <a:gd name="connsiteY62" fmla="*/ 1529226 h 6858000"/>
                <a:gd name="connsiteX63" fmla="*/ 4790925 w 6055600"/>
                <a:gd name="connsiteY63" fmla="*/ 1209923 h 6858000"/>
                <a:gd name="connsiteX64" fmla="*/ 4650559 w 6055600"/>
                <a:gd name="connsiteY64" fmla="*/ 902490 h 6858000"/>
                <a:gd name="connsiteX65" fmla="*/ 4491930 w 6055600"/>
                <a:gd name="connsiteY65" fmla="*/ 616919 h 6858000"/>
                <a:gd name="connsiteX66" fmla="*/ 4302323 w 6055600"/>
                <a:gd name="connsiteY66" fmla="*/ 366083 h 6858000"/>
                <a:gd name="connsiteX67" fmla="*/ 4072203 w 6055600"/>
                <a:gd name="connsiteY67" fmla="*/ 164982 h 6858000"/>
                <a:gd name="connsiteX68" fmla="*/ 3803964 w 6055600"/>
                <a:gd name="connsiteY68" fmla="*/ 21052 h 6858000"/>
                <a:gd name="connsiteX69" fmla="*/ 3768314 w 6055600"/>
                <a:gd name="connsiteY69" fmla="*/ 6826 h 6858000"/>
                <a:gd name="connsiteX70" fmla="*/ 1589779 w 6055600"/>
                <a:gd name="connsiteY70" fmla="*/ 0 h 6858000"/>
                <a:gd name="connsiteX71" fmla="*/ 1918056 w 6055600"/>
                <a:gd name="connsiteY71" fmla="*/ 0 h 6858000"/>
                <a:gd name="connsiteX72" fmla="*/ 1764243 w 6055600"/>
                <a:gd name="connsiteY72" fmla="*/ 55145 h 6858000"/>
                <a:gd name="connsiteX73" fmla="*/ 1313330 w 6055600"/>
                <a:gd name="connsiteY73" fmla="*/ 274424 h 6858000"/>
                <a:gd name="connsiteX74" fmla="*/ 295673 w 6055600"/>
                <a:gd name="connsiteY74" fmla="*/ 1187630 h 6858000"/>
                <a:gd name="connsiteX75" fmla="*/ 96207 w 6055600"/>
                <a:gd name="connsiteY75" fmla="*/ 1474327 h 6858000"/>
                <a:gd name="connsiteX76" fmla="*/ 0 w 6055600"/>
                <a:gd name="connsiteY76" fmla="*/ 1641460 h 6858000"/>
                <a:gd name="connsiteX77" fmla="*/ 0 w 6055600"/>
                <a:gd name="connsiteY77" fmla="*/ 1224218 h 6858000"/>
                <a:gd name="connsiteX78" fmla="*/ 150937 w 6055600"/>
                <a:gd name="connsiteY78" fmla="*/ 1040975 h 6858000"/>
                <a:gd name="connsiteX79" fmla="*/ 1264907 w 6055600"/>
                <a:gd name="connsiteY79" fmla="*/ 158248 h 6858000"/>
                <a:gd name="connsiteX80" fmla="*/ 1575167 w 6055600"/>
                <a:gd name="connsiteY80" fmla="*/ 56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55600" h="6858000">
                  <a:moveTo>
                    <a:pt x="0" y="5960220"/>
                  </a:moveTo>
                  <a:lnTo>
                    <a:pt x="36039" y="6002605"/>
                  </a:lnTo>
                  <a:cubicBezTo>
                    <a:pt x="54896" y="6021530"/>
                    <a:pt x="73635" y="6040425"/>
                    <a:pt x="92950" y="6059050"/>
                  </a:cubicBezTo>
                  <a:lnTo>
                    <a:pt x="153706" y="6111427"/>
                  </a:lnTo>
                  <a:cubicBezTo>
                    <a:pt x="173546" y="6129485"/>
                    <a:pt x="195722" y="6144912"/>
                    <a:pt x="216806" y="6161603"/>
                  </a:cubicBezTo>
                  <a:cubicBezTo>
                    <a:pt x="238229" y="6177961"/>
                    <a:pt x="259466" y="6194551"/>
                    <a:pt x="281945" y="6209777"/>
                  </a:cubicBezTo>
                  <a:cubicBezTo>
                    <a:pt x="369940" y="6272709"/>
                    <a:pt x="461791" y="6332004"/>
                    <a:pt x="553337" y="6391500"/>
                  </a:cubicBezTo>
                  <a:lnTo>
                    <a:pt x="690543" y="6481634"/>
                  </a:lnTo>
                  <a:lnTo>
                    <a:pt x="827127" y="6573159"/>
                  </a:lnTo>
                  <a:cubicBezTo>
                    <a:pt x="917674" y="6634511"/>
                    <a:pt x="1007156" y="6697737"/>
                    <a:pt x="1095915" y="6762202"/>
                  </a:cubicBezTo>
                  <a:lnTo>
                    <a:pt x="1224853" y="6858000"/>
                  </a:lnTo>
                  <a:lnTo>
                    <a:pt x="1154072" y="6858000"/>
                  </a:lnTo>
                  <a:lnTo>
                    <a:pt x="1073489" y="6799140"/>
                  </a:lnTo>
                  <a:cubicBezTo>
                    <a:pt x="983882" y="6736908"/>
                    <a:pt x="892851" y="6677125"/>
                    <a:pt x="800175" y="6620441"/>
                  </a:cubicBezTo>
                  <a:cubicBezTo>
                    <a:pt x="615108" y="6506015"/>
                    <a:pt x="422939" y="6407807"/>
                    <a:pt x="231518" y="6299323"/>
                  </a:cubicBezTo>
                  <a:cubicBezTo>
                    <a:pt x="207467" y="6286226"/>
                    <a:pt x="184098" y="6271045"/>
                    <a:pt x="160401" y="6256627"/>
                  </a:cubicBezTo>
                  <a:cubicBezTo>
                    <a:pt x="136809" y="6241811"/>
                    <a:pt x="112558" y="6228518"/>
                    <a:pt x="89697" y="6211916"/>
                  </a:cubicBezTo>
                  <a:lnTo>
                    <a:pt x="20148" y="6163835"/>
                  </a:lnTo>
                  <a:lnTo>
                    <a:pt x="0" y="6147796"/>
                  </a:lnTo>
                  <a:close/>
                  <a:moveTo>
                    <a:pt x="3748345" y="0"/>
                  </a:moveTo>
                  <a:lnTo>
                    <a:pt x="4277792" y="0"/>
                  </a:lnTo>
                  <a:lnTo>
                    <a:pt x="4339531" y="40262"/>
                  </a:lnTo>
                  <a:cubicBezTo>
                    <a:pt x="4386991" y="75346"/>
                    <a:pt x="4432680" y="113353"/>
                    <a:pt x="4476306" y="153922"/>
                  </a:cubicBezTo>
                  <a:cubicBezTo>
                    <a:pt x="4563779" y="234693"/>
                    <a:pt x="4642423" y="325982"/>
                    <a:pt x="4713639" y="422076"/>
                  </a:cubicBezTo>
                  <a:cubicBezTo>
                    <a:pt x="4784481" y="518635"/>
                    <a:pt x="4848552" y="619893"/>
                    <a:pt x="4906991" y="723463"/>
                  </a:cubicBezTo>
                  <a:cubicBezTo>
                    <a:pt x="4965582" y="826932"/>
                    <a:pt x="5019421" y="932243"/>
                    <a:pt x="5070511" y="1037524"/>
                  </a:cubicBezTo>
                  <a:cubicBezTo>
                    <a:pt x="5121871" y="1142738"/>
                    <a:pt x="5170833" y="1248016"/>
                    <a:pt x="5219493" y="1352079"/>
                  </a:cubicBezTo>
                  <a:cubicBezTo>
                    <a:pt x="5268459" y="1455943"/>
                    <a:pt x="5317204" y="1558756"/>
                    <a:pt x="5367779" y="1658945"/>
                  </a:cubicBezTo>
                  <a:lnTo>
                    <a:pt x="5446095" y="1811301"/>
                  </a:lnTo>
                  <a:cubicBezTo>
                    <a:pt x="5472584" y="1862992"/>
                    <a:pt x="5498885" y="1914915"/>
                    <a:pt x="5525115" y="1967103"/>
                  </a:cubicBezTo>
                  <a:cubicBezTo>
                    <a:pt x="5629428" y="2176256"/>
                    <a:pt x="5730254" y="2391411"/>
                    <a:pt x="5816642" y="2618837"/>
                  </a:cubicBezTo>
                  <a:cubicBezTo>
                    <a:pt x="5902562" y="2846137"/>
                    <a:pt x="5974641" y="3086291"/>
                    <a:pt x="6015787" y="3339957"/>
                  </a:cubicBezTo>
                  <a:cubicBezTo>
                    <a:pt x="6036373" y="3466512"/>
                    <a:pt x="6050262" y="3596084"/>
                    <a:pt x="6054206" y="3727239"/>
                  </a:cubicBezTo>
                  <a:cubicBezTo>
                    <a:pt x="6058266" y="3858425"/>
                    <a:pt x="6053460" y="3990915"/>
                    <a:pt x="6039811" y="4122735"/>
                  </a:cubicBezTo>
                  <a:cubicBezTo>
                    <a:pt x="6026397" y="4254618"/>
                    <a:pt x="6002552" y="4385688"/>
                    <a:pt x="5971601" y="4514288"/>
                  </a:cubicBezTo>
                  <a:cubicBezTo>
                    <a:pt x="5963342" y="4546050"/>
                    <a:pt x="5955885" y="4579019"/>
                    <a:pt x="5946751" y="4609838"/>
                  </a:cubicBezTo>
                  <a:lnTo>
                    <a:pt x="5919986" y="4703178"/>
                  </a:lnTo>
                  <a:lnTo>
                    <a:pt x="5890731" y="4795992"/>
                  </a:lnTo>
                  <a:cubicBezTo>
                    <a:pt x="5880825" y="4826888"/>
                    <a:pt x="5869667" y="4857307"/>
                    <a:pt x="5859058" y="4888015"/>
                  </a:cubicBezTo>
                  <a:cubicBezTo>
                    <a:pt x="5772112" y="5132558"/>
                    <a:pt x="5660551" y="5369373"/>
                    <a:pt x="5525053" y="5588449"/>
                  </a:cubicBezTo>
                  <a:cubicBezTo>
                    <a:pt x="5389674" y="5807557"/>
                    <a:pt x="5232835" y="6010440"/>
                    <a:pt x="5058962" y="6189929"/>
                  </a:cubicBezTo>
                  <a:cubicBezTo>
                    <a:pt x="4972125" y="6279771"/>
                    <a:pt x="4880998" y="6363650"/>
                    <a:pt x="4787706" y="6442985"/>
                  </a:cubicBezTo>
                  <a:cubicBezTo>
                    <a:pt x="4693655" y="6521410"/>
                    <a:pt x="4597439" y="6595290"/>
                    <a:pt x="4498686" y="6663678"/>
                  </a:cubicBezTo>
                  <a:cubicBezTo>
                    <a:pt x="4399893" y="6731984"/>
                    <a:pt x="4299240" y="6795191"/>
                    <a:pt x="4197167" y="6854053"/>
                  </a:cubicBezTo>
                  <a:lnTo>
                    <a:pt x="4189720" y="6858000"/>
                  </a:lnTo>
                  <a:lnTo>
                    <a:pt x="3651929" y="6858000"/>
                  </a:lnTo>
                  <a:lnTo>
                    <a:pt x="3789040" y="6778034"/>
                  </a:lnTo>
                  <a:cubicBezTo>
                    <a:pt x="3978462" y="6656931"/>
                    <a:pt x="4162446" y="6525734"/>
                    <a:pt x="4335568" y="6382709"/>
                  </a:cubicBezTo>
                  <a:cubicBezTo>
                    <a:pt x="4422084" y="6310901"/>
                    <a:pt x="4506335" y="6236787"/>
                    <a:pt x="4586923" y="6158577"/>
                  </a:cubicBezTo>
                  <a:cubicBezTo>
                    <a:pt x="4668153" y="6081248"/>
                    <a:pt x="4745649" y="6000086"/>
                    <a:pt x="4819585" y="5915847"/>
                  </a:cubicBezTo>
                  <a:cubicBezTo>
                    <a:pt x="4967573" y="5747401"/>
                    <a:pt x="5101426" y="5566247"/>
                    <a:pt x="5214727" y="5371094"/>
                  </a:cubicBezTo>
                  <a:cubicBezTo>
                    <a:pt x="5327795" y="5175879"/>
                    <a:pt x="5421090" y="4968427"/>
                    <a:pt x="5495409" y="4752778"/>
                  </a:cubicBezTo>
                  <a:cubicBezTo>
                    <a:pt x="5504291" y="4725712"/>
                    <a:pt x="5513872" y="4698834"/>
                    <a:pt x="5522322" y="4671511"/>
                  </a:cubicBezTo>
                  <a:lnTo>
                    <a:pt x="5547631" y="4589675"/>
                  </a:lnTo>
                  <a:lnTo>
                    <a:pt x="5570792" y="4506978"/>
                  </a:lnTo>
                  <a:cubicBezTo>
                    <a:pt x="5578845" y="4479265"/>
                    <a:pt x="5584485" y="4452605"/>
                    <a:pt x="5591541" y="4425334"/>
                  </a:cubicBezTo>
                  <a:cubicBezTo>
                    <a:pt x="5618002" y="4316765"/>
                    <a:pt x="5636850" y="4207148"/>
                    <a:pt x="5649500" y="4097286"/>
                  </a:cubicBezTo>
                  <a:cubicBezTo>
                    <a:pt x="5674602" y="3877368"/>
                    <a:pt x="5668749" y="3656091"/>
                    <a:pt x="5637615" y="3437524"/>
                  </a:cubicBezTo>
                  <a:cubicBezTo>
                    <a:pt x="5605861" y="3218934"/>
                    <a:pt x="5549060" y="3003118"/>
                    <a:pt x="5475454" y="2791575"/>
                  </a:cubicBezTo>
                  <a:cubicBezTo>
                    <a:pt x="5402070" y="2579668"/>
                    <a:pt x="5313111" y="2371656"/>
                    <a:pt x="5217600" y="2164719"/>
                  </a:cubicBezTo>
                  <a:cubicBezTo>
                    <a:pt x="5193627" y="2112994"/>
                    <a:pt x="5169419" y="2061207"/>
                    <a:pt x="5144941" y="2009490"/>
                  </a:cubicBezTo>
                  <a:lnTo>
                    <a:pt x="5070052" y="1851823"/>
                  </a:lnTo>
                  <a:cubicBezTo>
                    <a:pt x="5020031" y="1744421"/>
                    <a:pt x="4972748" y="1636620"/>
                    <a:pt x="4926984" y="1529226"/>
                  </a:cubicBezTo>
                  <a:lnTo>
                    <a:pt x="4790925" y="1209923"/>
                  </a:lnTo>
                  <a:cubicBezTo>
                    <a:pt x="4745458" y="1105158"/>
                    <a:pt x="4699567" y="1001976"/>
                    <a:pt x="4650559" y="902490"/>
                  </a:cubicBezTo>
                  <a:cubicBezTo>
                    <a:pt x="4601243" y="803205"/>
                    <a:pt x="4549606" y="706978"/>
                    <a:pt x="4491930" y="616919"/>
                  </a:cubicBezTo>
                  <a:cubicBezTo>
                    <a:pt x="4434712" y="526559"/>
                    <a:pt x="4372370" y="441762"/>
                    <a:pt x="4302323" y="366083"/>
                  </a:cubicBezTo>
                  <a:cubicBezTo>
                    <a:pt x="4232428" y="290304"/>
                    <a:pt x="4155542" y="222846"/>
                    <a:pt x="4072203" y="164982"/>
                  </a:cubicBezTo>
                  <a:cubicBezTo>
                    <a:pt x="3988864" y="107118"/>
                    <a:pt x="3898693" y="59316"/>
                    <a:pt x="3803964" y="21052"/>
                  </a:cubicBezTo>
                  <a:lnTo>
                    <a:pt x="3768314" y="6826"/>
                  </a:lnTo>
                  <a:close/>
                  <a:moveTo>
                    <a:pt x="1589779" y="0"/>
                  </a:moveTo>
                  <a:lnTo>
                    <a:pt x="1918056" y="0"/>
                  </a:lnTo>
                  <a:lnTo>
                    <a:pt x="1764243" y="55145"/>
                  </a:lnTo>
                  <a:cubicBezTo>
                    <a:pt x="1609764" y="115414"/>
                    <a:pt x="1458840" y="188978"/>
                    <a:pt x="1313330" y="274424"/>
                  </a:cubicBezTo>
                  <a:cubicBezTo>
                    <a:pt x="924625" y="501532"/>
                    <a:pt x="576885" y="817476"/>
                    <a:pt x="295673" y="1187630"/>
                  </a:cubicBezTo>
                  <a:cubicBezTo>
                    <a:pt x="225216" y="1280162"/>
                    <a:pt x="158640" y="1375858"/>
                    <a:pt x="96207" y="1474327"/>
                  </a:cubicBezTo>
                  <a:lnTo>
                    <a:pt x="0" y="1641460"/>
                  </a:lnTo>
                  <a:lnTo>
                    <a:pt x="0" y="1224218"/>
                  </a:lnTo>
                  <a:lnTo>
                    <a:pt x="150937" y="1040975"/>
                  </a:lnTo>
                  <a:cubicBezTo>
                    <a:pt x="478530" y="677729"/>
                    <a:pt x="858178" y="381092"/>
                    <a:pt x="1264907" y="158248"/>
                  </a:cubicBezTo>
                  <a:cubicBezTo>
                    <a:pt x="1366631" y="102619"/>
                    <a:pt x="1470177" y="51760"/>
                    <a:pt x="1575167" y="567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4BDCFA3-5510-69D4-023C-A4A14115FDE1}"/>
              </a:ext>
            </a:extLst>
          </p:cNvPr>
          <p:cNvSpPr txBox="1"/>
          <p:nvPr/>
        </p:nvSpPr>
        <p:spPr>
          <a:xfrm>
            <a:off x="6724528" y="169447"/>
            <a:ext cx="4765949" cy="50818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noProof="0" dirty="0">
                <a:solidFill>
                  <a:schemeClr val="tx2"/>
                </a:solidFill>
              </a:rPr>
              <a:t>Il design pattern </a:t>
            </a:r>
            <a:r>
              <a:rPr lang="it-IT" b="1" noProof="0" dirty="0">
                <a:solidFill>
                  <a:schemeClr val="tx2"/>
                </a:solidFill>
              </a:rPr>
              <a:t>Strategy</a:t>
            </a:r>
            <a:r>
              <a:rPr lang="it-IT" noProof="0" dirty="0">
                <a:solidFill>
                  <a:schemeClr val="tx2"/>
                </a:solidFill>
              </a:rPr>
              <a:t> fornisce un'interfaccia (</a:t>
            </a:r>
            <a:r>
              <a:rPr lang="it-IT" noProof="0" dirty="0" err="1">
                <a:solidFill>
                  <a:schemeClr val="tx2"/>
                </a:solidFill>
              </a:rPr>
              <a:t>TurnStrategy</a:t>
            </a:r>
            <a:r>
              <a:rPr lang="it-IT" noProof="0" dirty="0">
                <a:solidFill>
                  <a:schemeClr val="tx2"/>
                </a:solidFill>
              </a:rPr>
              <a:t>) che permette di darle diverse implementazioni, il che implica che si possono far scorrere i turni in modi differenti.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noProof="0" dirty="0">
                <a:solidFill>
                  <a:schemeClr val="tx2"/>
                </a:solidFill>
              </a:rPr>
              <a:t>Abbiamo implementato un ordinamento delle azioni in un turno basato un valore di </a:t>
            </a:r>
            <a:r>
              <a:rPr lang="it-IT" i="1" noProof="0" dirty="0">
                <a:solidFill>
                  <a:schemeClr val="tx2"/>
                </a:solidFill>
              </a:rPr>
              <a:t>speed </a:t>
            </a:r>
            <a:r>
              <a:rPr lang="it-IT" noProof="0" dirty="0">
                <a:solidFill>
                  <a:schemeClr val="tx2"/>
                </a:solidFill>
              </a:rPr>
              <a:t>statico.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noProof="0" dirty="0">
                <a:solidFill>
                  <a:schemeClr val="tx2"/>
                </a:solidFill>
              </a:rPr>
              <a:t>Tutti i personaggi vengono ordinati dal più veloce al più lento ed eseguono un'azione in base a questa permutazione. La velocità è statica perché le modifiche a questa statistica durante il turno non vengono prese in considerazione e si applicheranno a partire dal turno successivo.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noProof="0" dirty="0">
                <a:solidFill>
                  <a:schemeClr val="tx2"/>
                </a:solidFill>
              </a:rPr>
              <a:t>Il design pattern </a:t>
            </a:r>
            <a:r>
              <a:rPr lang="it-IT" b="1" noProof="0" dirty="0">
                <a:solidFill>
                  <a:schemeClr val="tx2"/>
                </a:solidFill>
              </a:rPr>
              <a:t>Iterator </a:t>
            </a:r>
            <a:r>
              <a:rPr lang="it-IT" noProof="0" dirty="0">
                <a:solidFill>
                  <a:schemeClr val="tx2"/>
                </a:solidFill>
              </a:rPr>
              <a:t>fornisce un'interfaccia che consente il flusso dei turni in base alla </a:t>
            </a:r>
            <a:r>
              <a:rPr lang="it-IT" noProof="0" dirty="0" err="1">
                <a:solidFill>
                  <a:schemeClr val="tx2"/>
                </a:solidFill>
              </a:rPr>
              <a:t>TurnStrategy</a:t>
            </a:r>
            <a:r>
              <a:rPr lang="it-IT" noProof="0" dirty="0">
                <a:solidFill>
                  <a:schemeClr val="tx2"/>
                </a:solidFill>
              </a:rPr>
              <a:t>, restituendo il personaggio successivo che deve eseguire un'azione fino alla fine del turno.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noProof="0" dirty="0">
                <a:solidFill>
                  <a:schemeClr val="tx2"/>
                </a:solidFill>
              </a:rPr>
              <a:t>Un turno termina quando l'ultimo personaggio ha eseguito un'azione e ciò può essere verificato tramite il metodo </a:t>
            </a:r>
            <a:r>
              <a:rPr lang="it-IT" noProof="0" dirty="0" err="1">
                <a:solidFill>
                  <a:schemeClr val="tx2"/>
                </a:solidFill>
              </a:rPr>
              <a:t>nextCharacter</a:t>
            </a:r>
            <a:r>
              <a:rPr lang="it-IT" noProof="0" dirty="0">
                <a:solidFill>
                  <a:schemeClr val="tx2"/>
                </a:solidFill>
              </a:rPr>
              <a:t>. Il design pattern rende possibile utilizzare diverse strutture dati per allocare i </a:t>
            </a:r>
            <a:r>
              <a:rPr lang="it-IT" i="1" noProof="0" dirty="0" err="1">
                <a:solidFill>
                  <a:schemeClr val="tx2"/>
                </a:solidFill>
              </a:rPr>
              <a:t>Character</a:t>
            </a:r>
            <a:r>
              <a:rPr lang="it-IT" i="1" noProof="0" dirty="0">
                <a:solidFill>
                  <a:schemeClr val="tx2"/>
                </a:solidFill>
              </a:rPr>
              <a:t>.</a:t>
            </a:r>
          </a:p>
        </p:txBody>
      </p:sp>
      <p:pic>
        <p:nvPicPr>
          <p:cNvPr id="3" name="Immagine 2" descr="Immagine che contiene testo, diagramma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127871F6-5228-AB41-39F7-74E16A617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" y="574431"/>
            <a:ext cx="6728541" cy="526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570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EDE30-5785-EADE-CE57-784CC0C73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4">
            <a:extLst>
              <a:ext uri="{FF2B5EF4-FFF2-40B4-BE49-F238E27FC236}">
                <a16:creationId xmlns:a16="http://schemas.microsoft.com/office/drawing/2014/main" id="{F2329128-55BA-8D31-A820-03D962E65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58" name="Rectangle 46">
            <a:extLst>
              <a:ext uri="{FF2B5EF4-FFF2-40B4-BE49-F238E27FC236}">
                <a16:creationId xmlns:a16="http://schemas.microsoft.com/office/drawing/2014/main" id="{C50695FB-B6AE-C41A-0939-9594A9AC5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grpSp>
        <p:nvGrpSpPr>
          <p:cNvPr id="59" name="Group 48">
            <a:extLst>
              <a:ext uri="{FF2B5EF4-FFF2-40B4-BE49-F238E27FC236}">
                <a16:creationId xmlns:a16="http://schemas.microsoft.com/office/drawing/2014/main" id="{DBAE1A83-2E02-7C43-B24A-FA3CEF52C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" y="-369"/>
            <a:ext cx="6091008" cy="6858000"/>
            <a:chOff x="305" y="-369"/>
            <a:chExt cx="6091008" cy="6858000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539C7B1-7D0A-4255-CE49-EC2CD771F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7007" cy="6858000"/>
            </a:xfrm>
            <a:custGeom>
              <a:avLst/>
              <a:gdLst>
                <a:gd name="connsiteX0" fmla="*/ 1423825 w 6057007"/>
                <a:gd name="connsiteY0" fmla="*/ 0 h 6858000"/>
                <a:gd name="connsiteX1" fmla="*/ 4262456 w 6057007"/>
                <a:gd name="connsiteY1" fmla="*/ 0 h 6858000"/>
                <a:gd name="connsiteX2" fmla="*/ 4371584 w 6057007"/>
                <a:gd name="connsiteY2" fmla="*/ 79625 h 6858000"/>
                <a:gd name="connsiteX3" fmla="*/ 5400299 w 6057007"/>
                <a:gd name="connsiteY3" fmla="*/ 1779691 h 6858000"/>
                <a:gd name="connsiteX4" fmla="*/ 5961759 w 6057007"/>
                <a:gd name="connsiteY4" fmla="*/ 4554903 h 6858000"/>
                <a:gd name="connsiteX5" fmla="*/ 4326541 w 6057007"/>
                <a:gd name="connsiteY5" fmla="*/ 6729688 h 6858000"/>
                <a:gd name="connsiteX6" fmla="*/ 4109121 w 6057007"/>
                <a:gd name="connsiteY6" fmla="*/ 6858000 h 6858000"/>
                <a:gd name="connsiteX7" fmla="*/ 1145358 w 6057007"/>
                <a:gd name="connsiteY7" fmla="*/ 6858000 h 6858000"/>
                <a:gd name="connsiteX8" fmla="*/ 1143587 w 6057007"/>
                <a:gd name="connsiteY8" fmla="*/ 6856705 h 6858000"/>
                <a:gd name="connsiteX9" fmla="*/ 162579 w 6057007"/>
                <a:gd name="connsiteY9" fmla="*/ 6240990 h 6858000"/>
                <a:gd name="connsiteX10" fmla="*/ 0 w 6057007"/>
                <a:gd name="connsiteY10" fmla="*/ 6125553 h 6858000"/>
                <a:gd name="connsiteX11" fmla="*/ 0 w 6057007"/>
                <a:gd name="connsiteY11" fmla="*/ 4670879 h 6858000"/>
                <a:gd name="connsiteX12" fmla="*/ 38388 w 6057007"/>
                <a:gd name="connsiteY12" fmla="*/ 4778792 h 6858000"/>
                <a:gd name="connsiteX13" fmla="*/ 155449 w 6057007"/>
                <a:gd name="connsiteY13" fmla="*/ 5029879 h 6858000"/>
                <a:gd name="connsiteX14" fmla="*/ 411802 w 6057007"/>
                <a:gd name="connsiteY14" fmla="*/ 5399531 h 6858000"/>
                <a:gd name="connsiteX15" fmla="*/ 806388 w 6057007"/>
                <a:gd name="connsiteY15" fmla="*/ 5659633 h 6858000"/>
                <a:gd name="connsiteX16" fmla="*/ 1801512 w 6057007"/>
                <a:gd name="connsiteY16" fmla="*/ 6314010 h 6858000"/>
                <a:gd name="connsiteX17" fmla="*/ 2653483 w 6057007"/>
                <a:gd name="connsiteY17" fmla="*/ 6529898 h 6858000"/>
                <a:gd name="connsiteX18" fmla="*/ 3666486 w 6057007"/>
                <a:gd name="connsiteY18" fmla="*/ 6190615 h 6858000"/>
                <a:gd name="connsiteX19" fmla="*/ 4658657 w 6057007"/>
                <a:gd name="connsiteY19" fmla="*/ 5428179 h 6858000"/>
                <a:gd name="connsiteX20" fmla="*/ 5222967 w 6057007"/>
                <a:gd name="connsiteY20" fmla="*/ 4356944 h 6858000"/>
                <a:gd name="connsiteX21" fmla="*/ 4724795 w 6057007"/>
                <a:gd name="connsiteY21" fmla="*/ 2210416 h 6858000"/>
                <a:gd name="connsiteX22" fmla="*/ 4473185 w 6057007"/>
                <a:gd name="connsiteY22" fmla="*/ 1691554 h 6858000"/>
                <a:gd name="connsiteX23" fmla="*/ 4046677 w 6057007"/>
                <a:gd name="connsiteY23" fmla="*/ 911781 h 6858000"/>
                <a:gd name="connsiteX24" fmla="*/ 3555564 w 6057007"/>
                <a:gd name="connsiteY24" fmla="*/ 585888 h 6858000"/>
                <a:gd name="connsiteX25" fmla="*/ 2405914 w 6057007"/>
                <a:gd name="connsiteY25" fmla="*/ 536282 h 6858000"/>
                <a:gd name="connsiteX26" fmla="*/ 1345719 w 6057007"/>
                <a:gd name="connsiteY26" fmla="*/ 957619 h 6858000"/>
                <a:gd name="connsiteX27" fmla="*/ 73341 w 6057007"/>
                <a:gd name="connsiteY27" fmla="*/ 2571698 h 6858000"/>
                <a:gd name="connsiteX28" fmla="*/ 0 w 6057007"/>
                <a:gd name="connsiteY28" fmla="*/ 2803810 h 6858000"/>
                <a:gd name="connsiteX29" fmla="*/ 0 w 6057007"/>
                <a:gd name="connsiteY29" fmla="*/ 1147591 h 6858000"/>
                <a:gd name="connsiteX30" fmla="*/ 142706 w 6057007"/>
                <a:gd name="connsiteY30" fmla="*/ 968763 h 6858000"/>
                <a:gd name="connsiteX31" fmla="*/ 971831 w 6057007"/>
                <a:gd name="connsiteY31" fmla="*/ 249890 h 6858000"/>
                <a:gd name="connsiteX32" fmla="*/ 1288677 w 6057007"/>
                <a:gd name="connsiteY32" fmla="*/ 6583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57007" h="6858000">
                  <a:moveTo>
                    <a:pt x="1423825" y="0"/>
                  </a:moveTo>
                  <a:lnTo>
                    <a:pt x="4262456" y="0"/>
                  </a:lnTo>
                  <a:lnTo>
                    <a:pt x="4371584" y="79625"/>
                  </a:lnTo>
                  <a:cubicBezTo>
                    <a:pt x="4860533" y="476670"/>
                    <a:pt x="5063885" y="1132812"/>
                    <a:pt x="5400299" y="1779691"/>
                  </a:cubicBezTo>
                  <a:cubicBezTo>
                    <a:pt x="5848849" y="2642194"/>
                    <a:pt x="6244956" y="3497996"/>
                    <a:pt x="5961759" y="4554903"/>
                  </a:cubicBezTo>
                  <a:cubicBezTo>
                    <a:pt x="5691575" y="5563242"/>
                    <a:pt x="5092427" y="6238887"/>
                    <a:pt x="4326541" y="6729688"/>
                  </a:cubicBezTo>
                  <a:lnTo>
                    <a:pt x="4109121" y="6858000"/>
                  </a:lnTo>
                  <a:lnTo>
                    <a:pt x="1145358" y="6858000"/>
                  </a:lnTo>
                  <a:lnTo>
                    <a:pt x="1143587" y="6856705"/>
                  </a:lnTo>
                  <a:cubicBezTo>
                    <a:pt x="699546" y="6541440"/>
                    <a:pt x="399287" y="6392433"/>
                    <a:pt x="162579" y="6240990"/>
                  </a:cubicBezTo>
                  <a:lnTo>
                    <a:pt x="0" y="6125553"/>
                  </a:lnTo>
                  <a:lnTo>
                    <a:pt x="0" y="4670879"/>
                  </a:lnTo>
                  <a:lnTo>
                    <a:pt x="38388" y="4778792"/>
                  </a:lnTo>
                  <a:cubicBezTo>
                    <a:pt x="72793" y="4862402"/>
                    <a:pt x="111802" y="4945953"/>
                    <a:pt x="155449" y="5029879"/>
                  </a:cubicBezTo>
                  <a:cubicBezTo>
                    <a:pt x="273464" y="5256810"/>
                    <a:pt x="351295" y="5344113"/>
                    <a:pt x="411802" y="5399531"/>
                  </a:cubicBezTo>
                  <a:cubicBezTo>
                    <a:pt x="500065" y="5480405"/>
                    <a:pt x="628514" y="5555615"/>
                    <a:pt x="806388" y="5659633"/>
                  </a:cubicBezTo>
                  <a:cubicBezTo>
                    <a:pt x="1044358" y="5798926"/>
                    <a:pt x="1370396" y="5989780"/>
                    <a:pt x="1801512" y="6314010"/>
                  </a:cubicBezTo>
                  <a:cubicBezTo>
                    <a:pt x="2037213" y="6491324"/>
                    <a:pt x="2315885" y="6561958"/>
                    <a:pt x="2653483" y="6529898"/>
                  </a:cubicBezTo>
                  <a:cubicBezTo>
                    <a:pt x="2962383" y="6500529"/>
                    <a:pt x="3312661" y="6383221"/>
                    <a:pt x="3666486" y="6190615"/>
                  </a:cubicBezTo>
                  <a:cubicBezTo>
                    <a:pt x="4083218" y="5963697"/>
                    <a:pt x="4407642" y="5714350"/>
                    <a:pt x="4658657" y="5428179"/>
                  </a:cubicBezTo>
                  <a:cubicBezTo>
                    <a:pt x="4927319" y="5121947"/>
                    <a:pt x="5111907" y="4771422"/>
                    <a:pt x="5222967" y="4356944"/>
                  </a:cubicBezTo>
                  <a:cubicBezTo>
                    <a:pt x="5418167" y="3628447"/>
                    <a:pt x="5139747" y="3007703"/>
                    <a:pt x="4724795" y="2210416"/>
                  </a:cubicBezTo>
                  <a:cubicBezTo>
                    <a:pt x="4631776" y="2031551"/>
                    <a:pt x="4551122" y="1858737"/>
                    <a:pt x="4473185" y="1691554"/>
                  </a:cubicBezTo>
                  <a:cubicBezTo>
                    <a:pt x="4326842" y="1377756"/>
                    <a:pt x="4200559" y="1106810"/>
                    <a:pt x="4046677" y="911781"/>
                  </a:cubicBezTo>
                  <a:cubicBezTo>
                    <a:pt x="3910561" y="739097"/>
                    <a:pt x="3763658" y="641647"/>
                    <a:pt x="3555564" y="585888"/>
                  </a:cubicBezTo>
                  <a:cubicBezTo>
                    <a:pt x="3178534" y="484863"/>
                    <a:pt x="2791842" y="468166"/>
                    <a:pt x="2405914" y="536282"/>
                  </a:cubicBezTo>
                  <a:cubicBezTo>
                    <a:pt x="2032757" y="602054"/>
                    <a:pt x="1676044" y="743871"/>
                    <a:pt x="1345719" y="957619"/>
                  </a:cubicBezTo>
                  <a:cubicBezTo>
                    <a:pt x="762775" y="1334788"/>
                    <a:pt x="318714" y="1900690"/>
                    <a:pt x="73341" y="2571698"/>
                  </a:cubicBezTo>
                  <a:lnTo>
                    <a:pt x="0" y="2803810"/>
                  </a:lnTo>
                  <a:lnTo>
                    <a:pt x="0" y="1147591"/>
                  </a:lnTo>
                  <a:lnTo>
                    <a:pt x="142706" y="968763"/>
                  </a:lnTo>
                  <a:cubicBezTo>
                    <a:pt x="388539" y="688063"/>
                    <a:pt x="668237" y="446316"/>
                    <a:pt x="971831" y="249890"/>
                  </a:cubicBezTo>
                  <a:cubicBezTo>
                    <a:pt x="1074829" y="183240"/>
                    <a:pt x="1180574" y="121805"/>
                    <a:pt x="1288677" y="6583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C0206BF-9123-38FC-F106-048F95768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91008" cy="6858000"/>
            </a:xfrm>
            <a:custGeom>
              <a:avLst/>
              <a:gdLst>
                <a:gd name="connsiteX0" fmla="*/ 0 w 6091008"/>
                <a:gd name="connsiteY0" fmla="*/ 5476844 h 6858000"/>
                <a:gd name="connsiteX1" fmla="*/ 15220 w 6091008"/>
                <a:gd name="connsiteY1" fmla="*/ 5501668 h 6858000"/>
                <a:gd name="connsiteX2" fmla="*/ 198940 w 6091008"/>
                <a:gd name="connsiteY2" fmla="*/ 5717964 h 6858000"/>
                <a:gd name="connsiteX3" fmla="*/ 251499 w 6091008"/>
                <a:gd name="connsiteY3" fmla="*/ 5763842 h 6858000"/>
                <a:gd name="connsiteX4" fmla="*/ 308460 w 6091008"/>
                <a:gd name="connsiteY4" fmla="*/ 5806337 h 6858000"/>
                <a:gd name="connsiteX5" fmla="*/ 368305 w 6091008"/>
                <a:gd name="connsiteY5" fmla="*/ 5847248 h 6858000"/>
                <a:gd name="connsiteX6" fmla="*/ 430451 w 6091008"/>
                <a:gd name="connsiteY6" fmla="*/ 5887305 h 6858000"/>
                <a:gd name="connsiteX7" fmla="*/ 975811 w 6091008"/>
                <a:gd name="connsiteY7" fmla="*/ 6205653 h 6858000"/>
                <a:gd name="connsiteX8" fmla="*/ 1510250 w 6091008"/>
                <a:gd name="connsiteY8" fmla="*/ 6575390 h 6858000"/>
                <a:gd name="connsiteX9" fmla="*/ 2002437 w 6091008"/>
                <a:gd name="connsiteY9" fmla="*/ 6825029 h 6858000"/>
                <a:gd name="connsiteX10" fmla="*/ 2137670 w 6091008"/>
                <a:gd name="connsiteY10" fmla="*/ 6856874 h 6858000"/>
                <a:gd name="connsiteX11" fmla="*/ 2145778 w 6091008"/>
                <a:gd name="connsiteY11" fmla="*/ 6858000 h 6858000"/>
                <a:gd name="connsiteX12" fmla="*/ 1098858 w 6091008"/>
                <a:gd name="connsiteY12" fmla="*/ 6858000 h 6858000"/>
                <a:gd name="connsiteX13" fmla="*/ 1004166 w 6091008"/>
                <a:gd name="connsiteY13" fmla="*/ 6786858 h 6858000"/>
                <a:gd name="connsiteX14" fmla="*/ 751974 w 6091008"/>
                <a:gd name="connsiteY14" fmla="*/ 6608169 h 6858000"/>
                <a:gd name="connsiteX15" fmla="*/ 623305 w 6091008"/>
                <a:gd name="connsiteY15" fmla="*/ 6522172 h 6858000"/>
                <a:gd name="connsiteX16" fmla="*/ 492346 w 6091008"/>
                <a:gd name="connsiteY16" fmla="*/ 6437477 h 6858000"/>
                <a:gd name="connsiteX17" fmla="*/ 358536 w 6091008"/>
                <a:gd name="connsiteY17" fmla="*/ 6352312 h 6858000"/>
                <a:gd name="connsiteX18" fmla="*/ 290710 w 6091008"/>
                <a:gd name="connsiteY18" fmla="*/ 6308820 h 6858000"/>
                <a:gd name="connsiteX19" fmla="*/ 221792 w 6091008"/>
                <a:gd name="connsiteY19" fmla="*/ 6263122 h 6858000"/>
                <a:gd name="connsiteX20" fmla="*/ 152460 w 6091008"/>
                <a:gd name="connsiteY20" fmla="*/ 6215106 h 6858000"/>
                <a:gd name="connsiteX21" fmla="*/ 83055 w 6091008"/>
                <a:gd name="connsiteY21" fmla="*/ 6163978 h 6858000"/>
                <a:gd name="connsiteX22" fmla="*/ 14161 w 6091008"/>
                <a:gd name="connsiteY22" fmla="*/ 6109014 h 6858000"/>
                <a:gd name="connsiteX23" fmla="*/ 0 w 6091008"/>
                <a:gd name="connsiteY23" fmla="*/ 6096195 h 6858000"/>
                <a:gd name="connsiteX24" fmla="*/ 3707444 w 6091008"/>
                <a:gd name="connsiteY24" fmla="*/ 0 h 6858000"/>
                <a:gd name="connsiteX25" fmla="*/ 4265528 w 6091008"/>
                <a:gd name="connsiteY25" fmla="*/ 0 h 6858000"/>
                <a:gd name="connsiteX26" fmla="*/ 4291472 w 6091008"/>
                <a:gd name="connsiteY26" fmla="*/ 15596 h 6858000"/>
                <a:gd name="connsiteX27" fmla="*/ 4431124 w 6091008"/>
                <a:gd name="connsiteY27" fmla="*/ 119052 h 6858000"/>
                <a:gd name="connsiteX28" fmla="*/ 4899570 w 6091008"/>
                <a:gd name="connsiteY28" fmla="*/ 643769 h 6858000"/>
                <a:gd name="connsiteX29" fmla="*/ 5247925 w 6091008"/>
                <a:gd name="connsiteY29" fmla="*/ 1232134 h 6858000"/>
                <a:gd name="connsiteX30" fmla="*/ 5401234 w 6091008"/>
                <a:gd name="connsiteY30" fmla="*/ 1518442 h 6858000"/>
                <a:gd name="connsiteX31" fmla="*/ 5480921 w 6091008"/>
                <a:gd name="connsiteY31" fmla="*/ 1662114 h 6858000"/>
                <a:gd name="connsiteX32" fmla="*/ 5561804 w 6091008"/>
                <a:gd name="connsiteY32" fmla="*/ 1812436 h 6858000"/>
                <a:gd name="connsiteX33" fmla="*/ 5855037 w 6091008"/>
                <a:gd name="connsiteY33" fmla="*/ 2457716 h 6858000"/>
                <a:gd name="connsiteX34" fmla="*/ 6052254 w 6091008"/>
                <a:gd name="connsiteY34" fmla="*/ 3193699 h 6858000"/>
                <a:gd name="connsiteX35" fmla="*/ 6073151 w 6091008"/>
                <a:gd name="connsiteY35" fmla="*/ 4004612 h 6858000"/>
                <a:gd name="connsiteX36" fmla="*/ 6067309 w 6091008"/>
                <a:gd name="connsiteY36" fmla="*/ 4055890 h 6858000"/>
                <a:gd name="connsiteX37" fmla="*/ 6059979 w 6091008"/>
                <a:gd name="connsiteY37" fmla="*/ 4106917 h 6858000"/>
                <a:gd name="connsiteX38" fmla="*/ 6052371 w 6091008"/>
                <a:gd name="connsiteY38" fmla="*/ 4158016 h 6858000"/>
                <a:gd name="connsiteX39" fmla="*/ 6043434 w 6091008"/>
                <a:gd name="connsiteY39" fmla="*/ 4208759 h 6858000"/>
                <a:gd name="connsiteX40" fmla="*/ 6023229 w 6091008"/>
                <a:gd name="connsiteY40" fmla="*/ 4309769 h 6858000"/>
                <a:gd name="connsiteX41" fmla="*/ 5999922 w 6091008"/>
                <a:gd name="connsiteY41" fmla="*/ 4409799 h 6858000"/>
                <a:gd name="connsiteX42" fmla="*/ 5987157 w 6091008"/>
                <a:gd name="connsiteY42" fmla="*/ 4459369 h 6858000"/>
                <a:gd name="connsiteX43" fmla="*/ 5973731 w 6091008"/>
                <a:gd name="connsiteY43" fmla="*/ 4508027 h 6858000"/>
                <a:gd name="connsiteX44" fmla="*/ 5944653 w 6091008"/>
                <a:gd name="connsiteY44" fmla="*/ 4602538 h 6858000"/>
                <a:gd name="connsiteX45" fmla="*/ 5915334 w 6091008"/>
                <a:gd name="connsiteY45" fmla="*/ 4696982 h 6858000"/>
                <a:gd name="connsiteX46" fmla="*/ 5881786 w 6091008"/>
                <a:gd name="connsiteY46" fmla="*/ 4790295 h 6858000"/>
                <a:gd name="connsiteX47" fmla="*/ 5539609 w 6091008"/>
                <a:gd name="connsiteY47" fmla="*/ 5504511 h 6858000"/>
                <a:gd name="connsiteX48" fmla="*/ 5432400 w 6091008"/>
                <a:gd name="connsiteY48" fmla="*/ 5669348 h 6858000"/>
                <a:gd name="connsiteX49" fmla="*/ 5404330 w 6091008"/>
                <a:gd name="connsiteY49" fmla="*/ 5709372 h 6858000"/>
                <a:gd name="connsiteX50" fmla="*/ 5375525 w 6091008"/>
                <a:gd name="connsiteY50" fmla="*/ 5748757 h 6858000"/>
                <a:gd name="connsiteX51" fmla="*/ 5317831 w 6091008"/>
                <a:gd name="connsiteY51" fmla="*/ 5827355 h 6858000"/>
                <a:gd name="connsiteX52" fmla="*/ 5288208 w 6091008"/>
                <a:gd name="connsiteY52" fmla="*/ 5865932 h 6858000"/>
                <a:gd name="connsiteX53" fmla="*/ 5273251 w 6091008"/>
                <a:gd name="connsiteY53" fmla="*/ 5885035 h 6858000"/>
                <a:gd name="connsiteX54" fmla="*/ 5256656 w 6091008"/>
                <a:gd name="connsiteY54" fmla="*/ 5902520 h 6858000"/>
                <a:gd name="connsiteX55" fmla="*/ 5189858 w 6091008"/>
                <a:gd name="connsiteY55" fmla="*/ 5971616 h 6858000"/>
                <a:gd name="connsiteX56" fmla="*/ 5156287 w 6091008"/>
                <a:gd name="connsiteY56" fmla="*/ 6005600 h 6858000"/>
                <a:gd name="connsiteX57" fmla="*/ 5121598 w 6091008"/>
                <a:gd name="connsiteY57" fmla="*/ 6037962 h 6858000"/>
                <a:gd name="connsiteX58" fmla="*/ 5051798 w 6091008"/>
                <a:gd name="connsiteY58" fmla="*/ 6101838 h 6858000"/>
                <a:gd name="connsiteX59" fmla="*/ 4463594 w 6091008"/>
                <a:gd name="connsiteY59" fmla="*/ 6532280 h 6858000"/>
                <a:gd name="connsiteX60" fmla="*/ 4388637 w 6091008"/>
                <a:gd name="connsiteY60" fmla="*/ 6579169 h 6858000"/>
                <a:gd name="connsiteX61" fmla="*/ 4312856 w 6091008"/>
                <a:gd name="connsiteY61" fmla="*/ 6623337 h 6858000"/>
                <a:gd name="connsiteX62" fmla="*/ 4237558 w 6091008"/>
                <a:gd name="connsiteY62" fmla="*/ 6667632 h 6858000"/>
                <a:gd name="connsiteX63" fmla="*/ 4161774 w 6091008"/>
                <a:gd name="connsiteY63" fmla="*/ 6709883 h 6858000"/>
                <a:gd name="connsiteX64" fmla="*/ 4010448 w 6091008"/>
                <a:gd name="connsiteY64" fmla="*/ 6792981 h 6858000"/>
                <a:gd name="connsiteX65" fmla="*/ 3935163 w 6091008"/>
                <a:gd name="connsiteY65" fmla="*/ 6834338 h 6858000"/>
                <a:gd name="connsiteX66" fmla="*/ 3892887 w 6091008"/>
                <a:gd name="connsiteY66" fmla="*/ 6858000 h 6858000"/>
                <a:gd name="connsiteX67" fmla="*/ 2743942 w 6091008"/>
                <a:gd name="connsiteY67" fmla="*/ 6858000 h 6858000"/>
                <a:gd name="connsiteX68" fmla="*/ 2852577 w 6091008"/>
                <a:gd name="connsiteY68" fmla="*/ 6838910 h 6858000"/>
                <a:gd name="connsiteX69" fmla="*/ 3143255 w 6091008"/>
                <a:gd name="connsiteY69" fmla="*/ 6759775 h 6858000"/>
                <a:gd name="connsiteX70" fmla="*/ 3430899 w 6091008"/>
                <a:gd name="connsiteY70" fmla="*/ 6650056 h 6858000"/>
                <a:gd name="connsiteX71" fmla="*/ 3713289 w 6091008"/>
                <a:gd name="connsiteY71" fmla="*/ 6514054 h 6858000"/>
                <a:gd name="connsiteX72" fmla="*/ 3981228 w 6091008"/>
                <a:gd name="connsiteY72" fmla="*/ 6334878 h 6858000"/>
                <a:gd name="connsiteX73" fmla="*/ 4107885 w 6091008"/>
                <a:gd name="connsiteY73" fmla="*/ 6233689 h 6858000"/>
                <a:gd name="connsiteX74" fmla="*/ 4169795 w 6091008"/>
                <a:gd name="connsiteY74" fmla="*/ 6181389 h 6858000"/>
                <a:gd name="connsiteX75" fmla="*/ 4229189 w 6091008"/>
                <a:gd name="connsiteY75" fmla="*/ 6125914 h 6858000"/>
                <a:gd name="connsiteX76" fmla="*/ 4652064 w 6091008"/>
                <a:gd name="connsiteY76" fmla="*/ 5641457 h 6858000"/>
                <a:gd name="connsiteX77" fmla="*/ 4697555 w 6091008"/>
                <a:gd name="connsiteY77" fmla="*/ 5576516 h 6858000"/>
                <a:gd name="connsiteX78" fmla="*/ 4720492 w 6091008"/>
                <a:gd name="connsiteY78" fmla="*/ 5544537 h 6858000"/>
                <a:gd name="connsiteX79" fmla="*/ 4741922 w 6091008"/>
                <a:gd name="connsiteY79" fmla="*/ 5511420 h 6858000"/>
                <a:gd name="connsiteX80" fmla="*/ 4784179 w 6091008"/>
                <a:gd name="connsiteY80" fmla="*/ 5445022 h 6858000"/>
                <a:gd name="connsiteX81" fmla="*/ 4794796 w 6091008"/>
                <a:gd name="connsiteY81" fmla="*/ 5428584 h 6858000"/>
                <a:gd name="connsiteX82" fmla="*/ 4807173 w 6091008"/>
                <a:gd name="connsiteY82" fmla="*/ 5413795 h 6858000"/>
                <a:gd name="connsiteX83" fmla="*/ 4830010 w 6091008"/>
                <a:gd name="connsiteY83" fmla="*/ 5382674 h 6858000"/>
                <a:gd name="connsiteX84" fmla="*/ 4874298 w 6091008"/>
                <a:gd name="connsiteY84" fmla="*/ 5319323 h 6858000"/>
                <a:gd name="connsiteX85" fmla="*/ 4896484 w 6091008"/>
                <a:gd name="connsiteY85" fmla="*/ 5287734 h 6858000"/>
                <a:gd name="connsiteX86" fmla="*/ 4918019 w 6091008"/>
                <a:gd name="connsiteY86" fmla="*/ 5255673 h 6858000"/>
                <a:gd name="connsiteX87" fmla="*/ 4999238 w 6091008"/>
                <a:gd name="connsiteY87" fmla="*/ 5124058 h 6858000"/>
                <a:gd name="connsiteX88" fmla="*/ 5251271 w 6091008"/>
                <a:gd name="connsiteY88" fmla="*/ 4554965 h 6858000"/>
                <a:gd name="connsiteX89" fmla="*/ 5276136 w 6091008"/>
                <a:gd name="connsiteY89" fmla="*/ 4480521 h 6858000"/>
                <a:gd name="connsiteX90" fmla="*/ 5297442 w 6091008"/>
                <a:gd name="connsiteY90" fmla="*/ 4404389 h 6858000"/>
                <a:gd name="connsiteX91" fmla="*/ 5318953 w 6091008"/>
                <a:gd name="connsiteY91" fmla="*/ 4328458 h 6858000"/>
                <a:gd name="connsiteX92" fmla="*/ 5328684 w 6091008"/>
                <a:gd name="connsiteY92" fmla="*/ 4291175 h 6858000"/>
                <a:gd name="connsiteX93" fmla="*/ 5337470 w 6091008"/>
                <a:gd name="connsiteY93" fmla="*/ 4254522 h 6858000"/>
                <a:gd name="connsiteX94" fmla="*/ 5353277 w 6091008"/>
                <a:gd name="connsiteY94" fmla="*/ 4181038 h 6858000"/>
                <a:gd name="connsiteX95" fmla="*/ 5366762 w 6091008"/>
                <a:gd name="connsiteY95" fmla="*/ 4107520 h 6858000"/>
                <a:gd name="connsiteX96" fmla="*/ 5373105 w 6091008"/>
                <a:gd name="connsiteY96" fmla="*/ 4070802 h 6858000"/>
                <a:gd name="connsiteX97" fmla="*/ 5378288 w 6091008"/>
                <a:gd name="connsiteY97" fmla="*/ 4034066 h 6858000"/>
                <a:gd name="connsiteX98" fmla="*/ 5383471 w 6091008"/>
                <a:gd name="connsiteY98" fmla="*/ 3997331 h 6858000"/>
                <a:gd name="connsiteX99" fmla="*/ 5387373 w 6091008"/>
                <a:gd name="connsiteY99" fmla="*/ 3960547 h 6858000"/>
                <a:gd name="connsiteX100" fmla="*/ 5375699 w 6091008"/>
                <a:gd name="connsiteY100" fmla="*/ 3369810 h 6858000"/>
                <a:gd name="connsiteX101" fmla="*/ 5225695 w 6091008"/>
                <a:gd name="connsiteY101" fmla="*/ 2777923 h 6858000"/>
                <a:gd name="connsiteX102" fmla="*/ 4989893 w 6091008"/>
                <a:gd name="connsiteY102" fmla="*/ 2181595 h 6858000"/>
                <a:gd name="connsiteX103" fmla="*/ 4856777 w 6091008"/>
                <a:gd name="connsiteY103" fmla="*/ 1872581 h 6858000"/>
                <a:gd name="connsiteX104" fmla="*/ 4729367 w 6091008"/>
                <a:gd name="connsiteY104" fmla="*/ 1547581 h 6858000"/>
                <a:gd name="connsiteX105" fmla="*/ 4510575 w 6091008"/>
                <a:gd name="connsiteY105" fmla="*/ 917244 h 6858000"/>
                <a:gd name="connsiteX106" fmla="*/ 4387446 w 6091008"/>
                <a:gd name="connsiteY106" fmla="*/ 626512 h 6858000"/>
                <a:gd name="connsiteX107" fmla="*/ 4227716 w 6091008"/>
                <a:gd name="connsiteY107" fmla="*/ 368510 h 6858000"/>
                <a:gd name="connsiteX108" fmla="*/ 4017774 w 6091008"/>
                <a:gd name="connsiteY108" fmla="*/ 161674 h 6858000"/>
                <a:gd name="connsiteX109" fmla="*/ 3761542 w 6091008"/>
                <a:gd name="connsiteY109" fmla="*/ 19860 h 6858000"/>
                <a:gd name="connsiteX110" fmla="*/ 3727185 w 6091008"/>
                <a:gd name="connsiteY110" fmla="*/ 6533 h 6858000"/>
                <a:gd name="connsiteX111" fmla="*/ 1325680 w 6091008"/>
                <a:gd name="connsiteY111" fmla="*/ 0 h 6858000"/>
                <a:gd name="connsiteX112" fmla="*/ 2347354 w 6091008"/>
                <a:gd name="connsiteY112" fmla="*/ 0 h 6858000"/>
                <a:gd name="connsiteX113" fmla="*/ 2262734 w 6091008"/>
                <a:gd name="connsiteY113" fmla="*/ 20581 h 6858000"/>
                <a:gd name="connsiteX114" fmla="*/ 1969830 w 6091008"/>
                <a:gd name="connsiteY114" fmla="*/ 118108 h 6858000"/>
                <a:gd name="connsiteX115" fmla="*/ 1897367 w 6091008"/>
                <a:gd name="connsiteY115" fmla="*/ 145059 h 6858000"/>
                <a:gd name="connsiteX116" fmla="*/ 1825860 w 6091008"/>
                <a:gd name="connsiteY116" fmla="*/ 175210 h 6858000"/>
                <a:gd name="connsiteX117" fmla="*/ 1754258 w 6091008"/>
                <a:gd name="connsiteY117" fmla="*/ 204746 h 6858000"/>
                <a:gd name="connsiteX118" fmla="*/ 1683442 w 6091008"/>
                <a:gd name="connsiteY118" fmla="*/ 237143 h 6858000"/>
                <a:gd name="connsiteX119" fmla="*/ 1612330 w 6091008"/>
                <a:gd name="connsiteY119" fmla="*/ 268724 h 6858000"/>
                <a:gd name="connsiteX120" fmla="*/ 1542244 w 6091008"/>
                <a:gd name="connsiteY120" fmla="*/ 303229 h 6858000"/>
                <a:gd name="connsiteX121" fmla="*/ 1471990 w 6091008"/>
                <a:gd name="connsiteY121" fmla="*/ 337395 h 6858000"/>
                <a:gd name="connsiteX122" fmla="*/ 1402813 w 6091008"/>
                <a:gd name="connsiteY122" fmla="*/ 374794 h 6858000"/>
                <a:gd name="connsiteX123" fmla="*/ 1333886 w 6091008"/>
                <a:gd name="connsiteY123" fmla="*/ 412702 h 6858000"/>
                <a:gd name="connsiteX124" fmla="*/ 1266278 w 6091008"/>
                <a:gd name="connsiteY124" fmla="*/ 453907 h 6858000"/>
                <a:gd name="connsiteX125" fmla="*/ 1199136 w 6091008"/>
                <a:gd name="connsiteY125" fmla="*/ 496266 h 6858000"/>
                <a:gd name="connsiteX126" fmla="*/ 1182302 w 6091008"/>
                <a:gd name="connsiteY126" fmla="*/ 506917 h 6858000"/>
                <a:gd name="connsiteX127" fmla="*/ 1166009 w 6091008"/>
                <a:gd name="connsiteY127" fmla="*/ 518449 h 6858000"/>
                <a:gd name="connsiteX128" fmla="*/ 1133302 w 6091008"/>
                <a:gd name="connsiteY128" fmla="*/ 541479 h 6858000"/>
                <a:gd name="connsiteX129" fmla="*/ 1067923 w 6091008"/>
                <a:gd name="connsiteY129" fmla="*/ 587403 h 6858000"/>
                <a:gd name="connsiteX130" fmla="*/ 1051509 w 6091008"/>
                <a:gd name="connsiteY130" fmla="*/ 598902 h 6858000"/>
                <a:gd name="connsiteX131" fmla="*/ 1035673 w 6091008"/>
                <a:gd name="connsiteY131" fmla="*/ 611145 h 6858000"/>
                <a:gd name="connsiteX132" fmla="*/ 1003878 w 6091008"/>
                <a:gd name="connsiteY132" fmla="*/ 635598 h 6858000"/>
                <a:gd name="connsiteX133" fmla="*/ 877673 w 6091008"/>
                <a:gd name="connsiteY133" fmla="*/ 735582 h 6858000"/>
                <a:gd name="connsiteX134" fmla="*/ 417533 w 6091008"/>
                <a:gd name="connsiteY134" fmla="*/ 1198720 h 6858000"/>
                <a:gd name="connsiteX135" fmla="*/ 54935 w 6091008"/>
                <a:gd name="connsiteY135" fmla="*/ 1756293 h 6858000"/>
                <a:gd name="connsiteX136" fmla="*/ 17844 w 6091008"/>
                <a:gd name="connsiteY136" fmla="*/ 1831433 h 6858000"/>
                <a:gd name="connsiteX137" fmla="*/ 0 w 6091008"/>
                <a:gd name="connsiteY137" fmla="*/ 1869131 h 6858000"/>
                <a:gd name="connsiteX138" fmla="*/ 0 w 6091008"/>
                <a:gd name="connsiteY138" fmla="*/ 1198550 h 6858000"/>
                <a:gd name="connsiteX139" fmla="*/ 185957 w 6091008"/>
                <a:gd name="connsiteY139" fmla="*/ 961506 h 6858000"/>
                <a:gd name="connsiteX140" fmla="*/ 689746 w 6091008"/>
                <a:gd name="connsiteY140" fmla="*/ 447064 h 6858000"/>
                <a:gd name="connsiteX141" fmla="*/ 827126 w 6091008"/>
                <a:gd name="connsiteY141" fmla="*/ 333881 h 6858000"/>
                <a:gd name="connsiteX142" fmla="*/ 968997 w 6091008"/>
                <a:gd name="connsiteY142" fmla="*/ 228085 h 6858000"/>
                <a:gd name="connsiteX143" fmla="*/ 1004883 w 6091008"/>
                <a:gd name="connsiteY143" fmla="*/ 202373 h 6858000"/>
                <a:gd name="connsiteX144" fmla="*/ 1022826 w 6091008"/>
                <a:gd name="connsiteY144" fmla="*/ 189517 h 6858000"/>
                <a:gd name="connsiteX145" fmla="*/ 1041187 w 6091008"/>
                <a:gd name="connsiteY145" fmla="*/ 177509 h 6858000"/>
                <a:gd name="connsiteX146" fmla="*/ 1114760 w 6091008"/>
                <a:gd name="connsiteY146" fmla="*/ 129512 h 6858000"/>
                <a:gd name="connsiteX147" fmla="*/ 1188498 w 6091008"/>
                <a:gd name="connsiteY147" fmla="*/ 81854 h 6858000"/>
                <a:gd name="connsiteX148" fmla="*/ 1263461 w 6091008"/>
                <a:gd name="connsiteY148" fmla="*/ 3688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6091008" h="6858000">
                  <a:moveTo>
                    <a:pt x="0" y="5476844"/>
                  </a:moveTo>
                  <a:lnTo>
                    <a:pt x="15220" y="5501668"/>
                  </a:lnTo>
                  <a:cubicBezTo>
                    <a:pt x="69097" y="5585141"/>
                    <a:pt x="130925" y="5654403"/>
                    <a:pt x="198940" y="5717964"/>
                  </a:cubicBezTo>
                  <a:lnTo>
                    <a:pt x="251499" y="5763842"/>
                  </a:lnTo>
                  <a:lnTo>
                    <a:pt x="308460" y="5806337"/>
                  </a:lnTo>
                  <a:cubicBezTo>
                    <a:pt x="326685" y="5820934"/>
                    <a:pt x="348384" y="5833667"/>
                    <a:pt x="368305" y="5847248"/>
                  </a:cubicBezTo>
                  <a:cubicBezTo>
                    <a:pt x="388782" y="5860683"/>
                    <a:pt x="408424" y="5874336"/>
                    <a:pt x="430451" y="5887305"/>
                  </a:cubicBezTo>
                  <a:cubicBezTo>
                    <a:pt x="601703" y="5991186"/>
                    <a:pt x="792871" y="6091279"/>
                    <a:pt x="975811" y="6205653"/>
                  </a:cubicBezTo>
                  <a:cubicBezTo>
                    <a:pt x="1159565" y="6318920"/>
                    <a:pt x="1337666" y="6443625"/>
                    <a:pt x="1510250" y="6575390"/>
                  </a:cubicBezTo>
                  <a:cubicBezTo>
                    <a:pt x="1658997" y="6690317"/>
                    <a:pt x="1824862" y="6774210"/>
                    <a:pt x="2002437" y="6825029"/>
                  </a:cubicBezTo>
                  <a:cubicBezTo>
                    <a:pt x="2046812" y="6837803"/>
                    <a:pt x="2091936" y="6848385"/>
                    <a:pt x="2137670" y="6856874"/>
                  </a:cubicBezTo>
                  <a:lnTo>
                    <a:pt x="2145778" y="6858000"/>
                  </a:lnTo>
                  <a:lnTo>
                    <a:pt x="1098858" y="6858000"/>
                  </a:lnTo>
                  <a:lnTo>
                    <a:pt x="1004166" y="6786858"/>
                  </a:lnTo>
                  <a:cubicBezTo>
                    <a:pt x="920997" y="6725805"/>
                    <a:pt x="837118" y="6666016"/>
                    <a:pt x="751974" y="6608169"/>
                  </a:cubicBezTo>
                  <a:lnTo>
                    <a:pt x="623305" y="6522172"/>
                  </a:lnTo>
                  <a:lnTo>
                    <a:pt x="492346" y="6437477"/>
                  </a:lnTo>
                  <a:lnTo>
                    <a:pt x="358536" y="6352312"/>
                  </a:lnTo>
                  <a:lnTo>
                    <a:pt x="290710" y="6308820"/>
                  </a:lnTo>
                  <a:lnTo>
                    <a:pt x="221792" y="6263122"/>
                  </a:lnTo>
                  <a:cubicBezTo>
                    <a:pt x="198889" y="6248595"/>
                    <a:pt x="175526" y="6231442"/>
                    <a:pt x="152460" y="6215106"/>
                  </a:cubicBezTo>
                  <a:cubicBezTo>
                    <a:pt x="129301" y="6198154"/>
                    <a:pt x="105988" y="6183223"/>
                    <a:pt x="83055" y="6163978"/>
                  </a:cubicBezTo>
                  <a:lnTo>
                    <a:pt x="14161" y="6109014"/>
                  </a:lnTo>
                  <a:lnTo>
                    <a:pt x="0" y="6096195"/>
                  </a:lnTo>
                  <a:close/>
                  <a:moveTo>
                    <a:pt x="3707444" y="0"/>
                  </a:moveTo>
                  <a:lnTo>
                    <a:pt x="4265528" y="0"/>
                  </a:lnTo>
                  <a:lnTo>
                    <a:pt x="4291472" y="15596"/>
                  </a:lnTo>
                  <a:cubicBezTo>
                    <a:pt x="4339292" y="47637"/>
                    <a:pt x="4385917" y="82210"/>
                    <a:pt x="4431124" y="119052"/>
                  </a:cubicBezTo>
                  <a:cubicBezTo>
                    <a:pt x="4612085" y="266897"/>
                    <a:pt x="4766658" y="451392"/>
                    <a:pt x="4899570" y="643769"/>
                  </a:cubicBezTo>
                  <a:cubicBezTo>
                    <a:pt x="5032421" y="836866"/>
                    <a:pt x="5144168" y="1037706"/>
                    <a:pt x="5247925" y="1232134"/>
                  </a:cubicBezTo>
                  <a:cubicBezTo>
                    <a:pt x="5299886" y="1329516"/>
                    <a:pt x="5349860" y="1425631"/>
                    <a:pt x="5401234" y="1518442"/>
                  </a:cubicBezTo>
                  <a:lnTo>
                    <a:pt x="5480921" y="1662114"/>
                  </a:lnTo>
                  <a:cubicBezTo>
                    <a:pt x="5508162" y="1711659"/>
                    <a:pt x="5535098" y="1761858"/>
                    <a:pt x="5561804" y="1812436"/>
                  </a:cubicBezTo>
                  <a:cubicBezTo>
                    <a:pt x="5668394" y="2015131"/>
                    <a:pt x="5769309" y="2228374"/>
                    <a:pt x="5855037" y="2457716"/>
                  </a:cubicBezTo>
                  <a:cubicBezTo>
                    <a:pt x="5940757" y="2686612"/>
                    <a:pt x="6011031" y="2932566"/>
                    <a:pt x="6052254" y="3193699"/>
                  </a:cubicBezTo>
                  <a:cubicBezTo>
                    <a:pt x="6093625" y="3454283"/>
                    <a:pt x="6103924" y="3730828"/>
                    <a:pt x="6073151" y="4004612"/>
                  </a:cubicBezTo>
                  <a:lnTo>
                    <a:pt x="6067309" y="4055890"/>
                  </a:lnTo>
                  <a:cubicBezTo>
                    <a:pt x="6065066" y="4072953"/>
                    <a:pt x="6062462" y="4089919"/>
                    <a:pt x="6059979" y="4106917"/>
                  </a:cubicBezTo>
                  <a:lnTo>
                    <a:pt x="6052371" y="4158016"/>
                  </a:lnTo>
                  <a:cubicBezTo>
                    <a:pt x="6049766" y="4174982"/>
                    <a:pt x="6046401" y="4191890"/>
                    <a:pt x="6043434" y="4208759"/>
                  </a:cubicBezTo>
                  <a:cubicBezTo>
                    <a:pt x="6037102" y="4242536"/>
                    <a:pt x="6031011" y="4276380"/>
                    <a:pt x="6023229" y="4309769"/>
                  </a:cubicBezTo>
                  <a:cubicBezTo>
                    <a:pt x="6015690" y="4343223"/>
                    <a:pt x="6008874" y="4376870"/>
                    <a:pt x="5999922" y="4409799"/>
                  </a:cubicBezTo>
                  <a:lnTo>
                    <a:pt x="5987157" y="4459369"/>
                  </a:lnTo>
                  <a:cubicBezTo>
                    <a:pt x="5982945" y="4476053"/>
                    <a:pt x="5978687" y="4492427"/>
                    <a:pt x="5973731" y="4508027"/>
                  </a:cubicBezTo>
                  <a:lnTo>
                    <a:pt x="5944653" y="4602538"/>
                  </a:lnTo>
                  <a:lnTo>
                    <a:pt x="5915334" y="4696982"/>
                  </a:lnTo>
                  <a:cubicBezTo>
                    <a:pt x="5905346" y="4728457"/>
                    <a:pt x="5892944" y="4759283"/>
                    <a:pt x="5881786" y="4790295"/>
                  </a:cubicBezTo>
                  <a:cubicBezTo>
                    <a:pt x="5791737" y="5038923"/>
                    <a:pt x="5677271" y="5280123"/>
                    <a:pt x="5539609" y="5504511"/>
                  </a:cubicBezTo>
                  <a:lnTo>
                    <a:pt x="5432400" y="5669348"/>
                  </a:lnTo>
                  <a:cubicBezTo>
                    <a:pt x="5423763" y="5683225"/>
                    <a:pt x="5413823" y="5696165"/>
                    <a:pt x="5404330" y="5709372"/>
                  </a:cubicBezTo>
                  <a:lnTo>
                    <a:pt x="5375525" y="5748757"/>
                  </a:lnTo>
                  <a:lnTo>
                    <a:pt x="5317831" y="5827355"/>
                  </a:lnTo>
                  <a:cubicBezTo>
                    <a:pt x="5308217" y="5840529"/>
                    <a:pt x="5298639" y="5853567"/>
                    <a:pt x="5288208" y="5865932"/>
                  </a:cubicBezTo>
                  <a:cubicBezTo>
                    <a:pt x="5283153" y="5872232"/>
                    <a:pt x="5278509" y="5878936"/>
                    <a:pt x="5273251" y="5885035"/>
                  </a:cubicBezTo>
                  <a:cubicBezTo>
                    <a:pt x="5267908" y="5890963"/>
                    <a:pt x="5262120" y="5896624"/>
                    <a:pt x="5256656" y="5902520"/>
                  </a:cubicBezTo>
                  <a:lnTo>
                    <a:pt x="5189858" y="5971616"/>
                  </a:lnTo>
                  <a:cubicBezTo>
                    <a:pt x="5178681" y="5982899"/>
                    <a:pt x="5167959" y="5994892"/>
                    <a:pt x="5156287" y="6005600"/>
                  </a:cubicBezTo>
                  <a:lnTo>
                    <a:pt x="5121598" y="6037962"/>
                  </a:lnTo>
                  <a:lnTo>
                    <a:pt x="5051798" y="6101838"/>
                  </a:lnTo>
                  <a:cubicBezTo>
                    <a:pt x="4864110" y="6268956"/>
                    <a:pt x="4663874" y="6407541"/>
                    <a:pt x="4463594" y="6532280"/>
                  </a:cubicBezTo>
                  <a:cubicBezTo>
                    <a:pt x="4438472" y="6547774"/>
                    <a:pt x="4413434" y="6563439"/>
                    <a:pt x="4388637" y="6579169"/>
                  </a:cubicBezTo>
                  <a:lnTo>
                    <a:pt x="4312856" y="6623337"/>
                  </a:lnTo>
                  <a:lnTo>
                    <a:pt x="4237558" y="6667632"/>
                  </a:lnTo>
                  <a:cubicBezTo>
                    <a:pt x="4212548" y="6682715"/>
                    <a:pt x="4186842" y="6695553"/>
                    <a:pt x="4161774" y="6709883"/>
                  </a:cubicBezTo>
                  <a:cubicBezTo>
                    <a:pt x="4111167" y="6737392"/>
                    <a:pt x="4061123" y="6766670"/>
                    <a:pt x="4010448" y="6792981"/>
                  </a:cubicBezTo>
                  <a:cubicBezTo>
                    <a:pt x="3985322" y="6806562"/>
                    <a:pt x="3960037" y="6820248"/>
                    <a:pt x="3935163" y="6834338"/>
                  </a:cubicBezTo>
                  <a:lnTo>
                    <a:pt x="3892887" y="6858000"/>
                  </a:lnTo>
                  <a:lnTo>
                    <a:pt x="2743942" y="6858000"/>
                  </a:lnTo>
                  <a:lnTo>
                    <a:pt x="2852577" y="6838910"/>
                  </a:lnTo>
                  <a:cubicBezTo>
                    <a:pt x="2949686" y="6818527"/>
                    <a:pt x="3046805" y="6791706"/>
                    <a:pt x="3143255" y="6759775"/>
                  </a:cubicBezTo>
                  <a:cubicBezTo>
                    <a:pt x="3239807" y="6727945"/>
                    <a:pt x="3335416" y="6689975"/>
                    <a:pt x="3430899" y="6650056"/>
                  </a:cubicBezTo>
                  <a:cubicBezTo>
                    <a:pt x="3526299" y="6609969"/>
                    <a:pt x="3621242" y="6565786"/>
                    <a:pt x="3713289" y="6514054"/>
                  </a:cubicBezTo>
                  <a:cubicBezTo>
                    <a:pt x="3805137" y="6460650"/>
                    <a:pt x="3895762" y="6401178"/>
                    <a:pt x="3981228" y="6334878"/>
                  </a:cubicBezTo>
                  <a:cubicBezTo>
                    <a:pt x="4024934" y="6303166"/>
                    <a:pt x="4066572" y="6268544"/>
                    <a:pt x="4107885" y="6233689"/>
                  </a:cubicBezTo>
                  <a:cubicBezTo>
                    <a:pt x="4128602" y="6216277"/>
                    <a:pt x="4149365" y="6199173"/>
                    <a:pt x="4169795" y="6181389"/>
                  </a:cubicBezTo>
                  <a:cubicBezTo>
                    <a:pt x="4189729" y="6163032"/>
                    <a:pt x="4209542" y="6144643"/>
                    <a:pt x="4229189" y="6125914"/>
                  </a:cubicBezTo>
                  <a:cubicBezTo>
                    <a:pt x="4387326" y="5978255"/>
                    <a:pt x="4528049" y="5812977"/>
                    <a:pt x="4652064" y="5641457"/>
                  </a:cubicBezTo>
                  <a:lnTo>
                    <a:pt x="4697555" y="5576516"/>
                  </a:lnTo>
                  <a:lnTo>
                    <a:pt x="4720492" y="5544537"/>
                  </a:lnTo>
                  <a:cubicBezTo>
                    <a:pt x="4728246" y="5533956"/>
                    <a:pt x="4734819" y="5522469"/>
                    <a:pt x="4741922" y="5511420"/>
                  </a:cubicBezTo>
                  <a:lnTo>
                    <a:pt x="4784179" y="5445022"/>
                  </a:lnTo>
                  <a:cubicBezTo>
                    <a:pt x="4787730" y="5439497"/>
                    <a:pt x="4791161" y="5433940"/>
                    <a:pt x="4794796" y="5428584"/>
                  </a:cubicBezTo>
                  <a:cubicBezTo>
                    <a:pt x="4798637" y="5423432"/>
                    <a:pt x="4803091" y="5418884"/>
                    <a:pt x="4807173" y="5413795"/>
                  </a:cubicBezTo>
                  <a:cubicBezTo>
                    <a:pt x="4815384" y="5403926"/>
                    <a:pt x="4822656" y="5393214"/>
                    <a:pt x="4830010" y="5382674"/>
                  </a:cubicBezTo>
                  <a:lnTo>
                    <a:pt x="4874298" y="5319323"/>
                  </a:lnTo>
                  <a:lnTo>
                    <a:pt x="4896484" y="5287734"/>
                  </a:lnTo>
                  <a:cubicBezTo>
                    <a:pt x="4903839" y="5277191"/>
                    <a:pt x="4911520" y="5266885"/>
                    <a:pt x="4918019" y="5255673"/>
                  </a:cubicBezTo>
                  <a:lnTo>
                    <a:pt x="4999238" y="5124058"/>
                  </a:lnTo>
                  <a:cubicBezTo>
                    <a:pt x="5102559" y="4945225"/>
                    <a:pt x="5185787" y="4753943"/>
                    <a:pt x="5251271" y="4554965"/>
                  </a:cubicBezTo>
                  <a:cubicBezTo>
                    <a:pt x="5259371" y="4530051"/>
                    <a:pt x="5268846" y="4505799"/>
                    <a:pt x="5276136" y="4480521"/>
                  </a:cubicBezTo>
                  <a:lnTo>
                    <a:pt x="5297442" y="4404389"/>
                  </a:lnTo>
                  <a:lnTo>
                    <a:pt x="5318953" y="4328458"/>
                  </a:lnTo>
                  <a:cubicBezTo>
                    <a:pt x="5322895" y="4315679"/>
                    <a:pt x="5325929" y="4303390"/>
                    <a:pt x="5328684" y="4291175"/>
                  </a:cubicBezTo>
                  <a:lnTo>
                    <a:pt x="5337470" y="4254522"/>
                  </a:lnTo>
                  <a:cubicBezTo>
                    <a:pt x="5343899" y="4230045"/>
                    <a:pt x="5348129" y="4205565"/>
                    <a:pt x="5353277" y="4181038"/>
                  </a:cubicBezTo>
                  <a:cubicBezTo>
                    <a:pt x="5358786" y="4156608"/>
                    <a:pt x="5362533" y="4132000"/>
                    <a:pt x="5366762" y="4107520"/>
                  </a:cubicBezTo>
                  <a:cubicBezTo>
                    <a:pt x="5368877" y="4095280"/>
                    <a:pt x="5371390" y="4083000"/>
                    <a:pt x="5373105" y="4070802"/>
                  </a:cubicBezTo>
                  <a:lnTo>
                    <a:pt x="5378288" y="4034066"/>
                  </a:lnTo>
                  <a:lnTo>
                    <a:pt x="5383471" y="3997331"/>
                  </a:lnTo>
                  <a:lnTo>
                    <a:pt x="5387373" y="3960547"/>
                  </a:lnTo>
                  <a:cubicBezTo>
                    <a:pt x="5408513" y="3764258"/>
                    <a:pt x="5404752" y="3567184"/>
                    <a:pt x="5375699" y="3369810"/>
                  </a:cubicBezTo>
                  <a:cubicBezTo>
                    <a:pt x="5347044" y="3172396"/>
                    <a:pt x="5293473" y="2975222"/>
                    <a:pt x="5225695" y="2777923"/>
                  </a:cubicBezTo>
                  <a:cubicBezTo>
                    <a:pt x="5157675" y="2580560"/>
                    <a:pt x="5075729" y="2382997"/>
                    <a:pt x="4989893" y="2181595"/>
                  </a:cubicBezTo>
                  <a:lnTo>
                    <a:pt x="4856777" y="1872581"/>
                  </a:lnTo>
                  <a:cubicBezTo>
                    <a:pt x="4811108" y="1763784"/>
                    <a:pt x="4768691" y="1655416"/>
                    <a:pt x="4729367" y="1547581"/>
                  </a:cubicBezTo>
                  <a:cubicBezTo>
                    <a:pt x="4650320" y="1331954"/>
                    <a:pt x="4585048" y="1118545"/>
                    <a:pt x="4510575" y="917244"/>
                  </a:cubicBezTo>
                  <a:cubicBezTo>
                    <a:pt x="4473339" y="816594"/>
                    <a:pt x="4433491" y="718925"/>
                    <a:pt x="4387446" y="626512"/>
                  </a:cubicBezTo>
                  <a:cubicBezTo>
                    <a:pt x="4341559" y="533993"/>
                    <a:pt x="4289352" y="446701"/>
                    <a:pt x="4227716" y="368510"/>
                  </a:cubicBezTo>
                  <a:cubicBezTo>
                    <a:pt x="4166554" y="290006"/>
                    <a:pt x="4096194" y="220222"/>
                    <a:pt x="4017774" y="161674"/>
                  </a:cubicBezTo>
                  <a:cubicBezTo>
                    <a:pt x="3939391" y="102989"/>
                    <a:pt x="3853034" y="55709"/>
                    <a:pt x="3761542" y="19860"/>
                  </a:cubicBezTo>
                  <a:lnTo>
                    <a:pt x="3727185" y="6533"/>
                  </a:lnTo>
                  <a:close/>
                  <a:moveTo>
                    <a:pt x="1325680" y="0"/>
                  </a:moveTo>
                  <a:lnTo>
                    <a:pt x="2347354" y="0"/>
                  </a:lnTo>
                  <a:lnTo>
                    <a:pt x="2262734" y="20581"/>
                  </a:lnTo>
                  <a:cubicBezTo>
                    <a:pt x="2164073" y="49233"/>
                    <a:pt x="2066423" y="82020"/>
                    <a:pt x="1969830" y="118108"/>
                  </a:cubicBezTo>
                  <a:cubicBezTo>
                    <a:pt x="1945675" y="127092"/>
                    <a:pt x="1921391" y="135598"/>
                    <a:pt x="1897367" y="145059"/>
                  </a:cubicBezTo>
                  <a:cubicBezTo>
                    <a:pt x="1873522" y="155302"/>
                    <a:pt x="1849679" y="165546"/>
                    <a:pt x="1825860" y="175210"/>
                  </a:cubicBezTo>
                  <a:lnTo>
                    <a:pt x="1754258" y="204746"/>
                  </a:lnTo>
                  <a:lnTo>
                    <a:pt x="1683442" y="237143"/>
                  </a:lnTo>
                  <a:cubicBezTo>
                    <a:pt x="1659851" y="247896"/>
                    <a:pt x="1636127" y="258172"/>
                    <a:pt x="1612330" y="268724"/>
                  </a:cubicBezTo>
                  <a:lnTo>
                    <a:pt x="1542244" y="303229"/>
                  </a:lnTo>
                  <a:lnTo>
                    <a:pt x="1471990" y="337395"/>
                  </a:lnTo>
                  <a:cubicBezTo>
                    <a:pt x="1448660" y="349103"/>
                    <a:pt x="1425927" y="362441"/>
                    <a:pt x="1402813" y="374794"/>
                  </a:cubicBezTo>
                  <a:lnTo>
                    <a:pt x="1333886" y="412702"/>
                  </a:lnTo>
                  <a:cubicBezTo>
                    <a:pt x="1310940" y="425394"/>
                    <a:pt x="1288842" y="440228"/>
                    <a:pt x="1266278" y="453907"/>
                  </a:cubicBezTo>
                  <a:lnTo>
                    <a:pt x="1199136" y="496266"/>
                  </a:lnTo>
                  <a:lnTo>
                    <a:pt x="1182302" y="506917"/>
                  </a:lnTo>
                  <a:lnTo>
                    <a:pt x="1166009" y="518449"/>
                  </a:lnTo>
                  <a:lnTo>
                    <a:pt x="1133302" y="541479"/>
                  </a:lnTo>
                  <a:lnTo>
                    <a:pt x="1067923" y="587403"/>
                  </a:lnTo>
                  <a:lnTo>
                    <a:pt x="1051509" y="598902"/>
                  </a:lnTo>
                  <a:lnTo>
                    <a:pt x="1035673" y="611145"/>
                  </a:lnTo>
                  <a:lnTo>
                    <a:pt x="1003878" y="635598"/>
                  </a:lnTo>
                  <a:cubicBezTo>
                    <a:pt x="961473" y="668248"/>
                    <a:pt x="918407" y="699983"/>
                    <a:pt x="877673" y="735582"/>
                  </a:cubicBezTo>
                  <a:cubicBezTo>
                    <a:pt x="711850" y="872792"/>
                    <a:pt x="555901" y="1026776"/>
                    <a:pt x="417533" y="1198720"/>
                  </a:cubicBezTo>
                  <a:cubicBezTo>
                    <a:pt x="278999" y="1370325"/>
                    <a:pt x="156917" y="1557820"/>
                    <a:pt x="54935" y="1756293"/>
                  </a:cubicBezTo>
                  <a:lnTo>
                    <a:pt x="17844" y="1831433"/>
                  </a:lnTo>
                  <a:lnTo>
                    <a:pt x="0" y="1869131"/>
                  </a:lnTo>
                  <a:lnTo>
                    <a:pt x="0" y="1198550"/>
                  </a:lnTo>
                  <a:lnTo>
                    <a:pt x="185957" y="961506"/>
                  </a:lnTo>
                  <a:cubicBezTo>
                    <a:pt x="342426" y="776600"/>
                    <a:pt x="509755" y="602849"/>
                    <a:pt x="689746" y="447064"/>
                  </a:cubicBezTo>
                  <a:cubicBezTo>
                    <a:pt x="733932" y="406795"/>
                    <a:pt x="780859" y="370795"/>
                    <a:pt x="827126" y="333881"/>
                  </a:cubicBezTo>
                  <a:cubicBezTo>
                    <a:pt x="872886" y="295949"/>
                    <a:pt x="921195" y="262526"/>
                    <a:pt x="968997" y="228085"/>
                  </a:cubicBezTo>
                  <a:lnTo>
                    <a:pt x="1004883" y="202373"/>
                  </a:lnTo>
                  <a:lnTo>
                    <a:pt x="1022826" y="189517"/>
                  </a:lnTo>
                  <a:lnTo>
                    <a:pt x="1041187" y="177509"/>
                  </a:lnTo>
                  <a:lnTo>
                    <a:pt x="1114760" y="129512"/>
                  </a:lnTo>
                  <a:cubicBezTo>
                    <a:pt x="1139435" y="113750"/>
                    <a:pt x="1163439" y="96630"/>
                    <a:pt x="1188498" y="81854"/>
                  </a:cubicBezTo>
                  <a:lnTo>
                    <a:pt x="1263461" y="36880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13F8536-69D8-6880-BAA9-214489134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5600" cy="6858000"/>
            </a:xfrm>
            <a:custGeom>
              <a:avLst/>
              <a:gdLst>
                <a:gd name="connsiteX0" fmla="*/ 0 w 6055600"/>
                <a:gd name="connsiteY0" fmla="*/ 5960220 h 6858000"/>
                <a:gd name="connsiteX1" fmla="*/ 36039 w 6055600"/>
                <a:gd name="connsiteY1" fmla="*/ 6002605 h 6858000"/>
                <a:gd name="connsiteX2" fmla="*/ 92950 w 6055600"/>
                <a:gd name="connsiteY2" fmla="*/ 6059050 h 6858000"/>
                <a:gd name="connsiteX3" fmla="*/ 153706 w 6055600"/>
                <a:gd name="connsiteY3" fmla="*/ 6111427 h 6858000"/>
                <a:gd name="connsiteX4" fmla="*/ 216806 w 6055600"/>
                <a:gd name="connsiteY4" fmla="*/ 6161603 h 6858000"/>
                <a:gd name="connsiteX5" fmla="*/ 281945 w 6055600"/>
                <a:gd name="connsiteY5" fmla="*/ 6209777 h 6858000"/>
                <a:gd name="connsiteX6" fmla="*/ 553337 w 6055600"/>
                <a:gd name="connsiteY6" fmla="*/ 6391500 h 6858000"/>
                <a:gd name="connsiteX7" fmla="*/ 690543 w 6055600"/>
                <a:gd name="connsiteY7" fmla="*/ 6481634 h 6858000"/>
                <a:gd name="connsiteX8" fmla="*/ 827127 w 6055600"/>
                <a:gd name="connsiteY8" fmla="*/ 6573159 h 6858000"/>
                <a:gd name="connsiteX9" fmla="*/ 1095915 w 6055600"/>
                <a:gd name="connsiteY9" fmla="*/ 6762202 h 6858000"/>
                <a:gd name="connsiteX10" fmla="*/ 1224853 w 6055600"/>
                <a:gd name="connsiteY10" fmla="*/ 6858000 h 6858000"/>
                <a:gd name="connsiteX11" fmla="*/ 1154072 w 6055600"/>
                <a:gd name="connsiteY11" fmla="*/ 6858000 h 6858000"/>
                <a:gd name="connsiteX12" fmla="*/ 1073489 w 6055600"/>
                <a:gd name="connsiteY12" fmla="*/ 6799140 h 6858000"/>
                <a:gd name="connsiteX13" fmla="*/ 800175 w 6055600"/>
                <a:gd name="connsiteY13" fmla="*/ 6620441 h 6858000"/>
                <a:gd name="connsiteX14" fmla="*/ 231518 w 6055600"/>
                <a:gd name="connsiteY14" fmla="*/ 6299323 h 6858000"/>
                <a:gd name="connsiteX15" fmla="*/ 160401 w 6055600"/>
                <a:gd name="connsiteY15" fmla="*/ 6256627 h 6858000"/>
                <a:gd name="connsiteX16" fmla="*/ 89697 w 6055600"/>
                <a:gd name="connsiteY16" fmla="*/ 6211916 h 6858000"/>
                <a:gd name="connsiteX17" fmla="*/ 20148 w 6055600"/>
                <a:gd name="connsiteY17" fmla="*/ 6163835 h 6858000"/>
                <a:gd name="connsiteX18" fmla="*/ 0 w 6055600"/>
                <a:gd name="connsiteY18" fmla="*/ 6147796 h 6858000"/>
                <a:gd name="connsiteX19" fmla="*/ 3748345 w 6055600"/>
                <a:gd name="connsiteY19" fmla="*/ 0 h 6858000"/>
                <a:gd name="connsiteX20" fmla="*/ 4277792 w 6055600"/>
                <a:gd name="connsiteY20" fmla="*/ 0 h 6858000"/>
                <a:gd name="connsiteX21" fmla="*/ 4339531 w 6055600"/>
                <a:gd name="connsiteY21" fmla="*/ 40262 h 6858000"/>
                <a:gd name="connsiteX22" fmla="*/ 4476306 w 6055600"/>
                <a:gd name="connsiteY22" fmla="*/ 153922 h 6858000"/>
                <a:gd name="connsiteX23" fmla="*/ 4713639 w 6055600"/>
                <a:gd name="connsiteY23" fmla="*/ 422076 h 6858000"/>
                <a:gd name="connsiteX24" fmla="*/ 4906991 w 6055600"/>
                <a:gd name="connsiteY24" fmla="*/ 723463 h 6858000"/>
                <a:gd name="connsiteX25" fmla="*/ 5070511 w 6055600"/>
                <a:gd name="connsiteY25" fmla="*/ 1037524 h 6858000"/>
                <a:gd name="connsiteX26" fmla="*/ 5219493 w 6055600"/>
                <a:gd name="connsiteY26" fmla="*/ 1352079 h 6858000"/>
                <a:gd name="connsiteX27" fmla="*/ 5367779 w 6055600"/>
                <a:gd name="connsiteY27" fmla="*/ 1658945 h 6858000"/>
                <a:gd name="connsiteX28" fmla="*/ 5446095 w 6055600"/>
                <a:gd name="connsiteY28" fmla="*/ 1811301 h 6858000"/>
                <a:gd name="connsiteX29" fmla="*/ 5525115 w 6055600"/>
                <a:gd name="connsiteY29" fmla="*/ 1967103 h 6858000"/>
                <a:gd name="connsiteX30" fmla="*/ 5816642 w 6055600"/>
                <a:gd name="connsiteY30" fmla="*/ 2618837 h 6858000"/>
                <a:gd name="connsiteX31" fmla="*/ 6015787 w 6055600"/>
                <a:gd name="connsiteY31" fmla="*/ 3339957 h 6858000"/>
                <a:gd name="connsiteX32" fmla="*/ 6054206 w 6055600"/>
                <a:gd name="connsiteY32" fmla="*/ 3727239 h 6858000"/>
                <a:gd name="connsiteX33" fmla="*/ 6039811 w 6055600"/>
                <a:gd name="connsiteY33" fmla="*/ 4122735 h 6858000"/>
                <a:gd name="connsiteX34" fmla="*/ 5971601 w 6055600"/>
                <a:gd name="connsiteY34" fmla="*/ 4514288 h 6858000"/>
                <a:gd name="connsiteX35" fmla="*/ 5946751 w 6055600"/>
                <a:gd name="connsiteY35" fmla="*/ 4609838 h 6858000"/>
                <a:gd name="connsiteX36" fmla="*/ 5919986 w 6055600"/>
                <a:gd name="connsiteY36" fmla="*/ 4703178 h 6858000"/>
                <a:gd name="connsiteX37" fmla="*/ 5890731 w 6055600"/>
                <a:gd name="connsiteY37" fmla="*/ 4795992 h 6858000"/>
                <a:gd name="connsiteX38" fmla="*/ 5859058 w 6055600"/>
                <a:gd name="connsiteY38" fmla="*/ 4888015 h 6858000"/>
                <a:gd name="connsiteX39" fmla="*/ 5525053 w 6055600"/>
                <a:gd name="connsiteY39" fmla="*/ 5588449 h 6858000"/>
                <a:gd name="connsiteX40" fmla="*/ 5058962 w 6055600"/>
                <a:gd name="connsiteY40" fmla="*/ 6189929 h 6858000"/>
                <a:gd name="connsiteX41" fmla="*/ 4787706 w 6055600"/>
                <a:gd name="connsiteY41" fmla="*/ 6442985 h 6858000"/>
                <a:gd name="connsiteX42" fmla="*/ 4498686 w 6055600"/>
                <a:gd name="connsiteY42" fmla="*/ 6663678 h 6858000"/>
                <a:gd name="connsiteX43" fmla="*/ 4197167 w 6055600"/>
                <a:gd name="connsiteY43" fmla="*/ 6854053 h 6858000"/>
                <a:gd name="connsiteX44" fmla="*/ 4189720 w 6055600"/>
                <a:gd name="connsiteY44" fmla="*/ 6858000 h 6858000"/>
                <a:gd name="connsiteX45" fmla="*/ 3651929 w 6055600"/>
                <a:gd name="connsiteY45" fmla="*/ 6858000 h 6858000"/>
                <a:gd name="connsiteX46" fmla="*/ 3789040 w 6055600"/>
                <a:gd name="connsiteY46" fmla="*/ 6778034 h 6858000"/>
                <a:gd name="connsiteX47" fmla="*/ 4335568 w 6055600"/>
                <a:gd name="connsiteY47" fmla="*/ 6382709 h 6858000"/>
                <a:gd name="connsiteX48" fmla="*/ 4586923 w 6055600"/>
                <a:gd name="connsiteY48" fmla="*/ 6158577 h 6858000"/>
                <a:gd name="connsiteX49" fmla="*/ 4819585 w 6055600"/>
                <a:gd name="connsiteY49" fmla="*/ 5915847 h 6858000"/>
                <a:gd name="connsiteX50" fmla="*/ 5214727 w 6055600"/>
                <a:gd name="connsiteY50" fmla="*/ 5371094 h 6858000"/>
                <a:gd name="connsiteX51" fmla="*/ 5495409 w 6055600"/>
                <a:gd name="connsiteY51" fmla="*/ 4752778 h 6858000"/>
                <a:gd name="connsiteX52" fmla="*/ 5522322 w 6055600"/>
                <a:gd name="connsiteY52" fmla="*/ 4671511 h 6858000"/>
                <a:gd name="connsiteX53" fmla="*/ 5547631 w 6055600"/>
                <a:gd name="connsiteY53" fmla="*/ 4589675 h 6858000"/>
                <a:gd name="connsiteX54" fmla="*/ 5570792 w 6055600"/>
                <a:gd name="connsiteY54" fmla="*/ 4506978 h 6858000"/>
                <a:gd name="connsiteX55" fmla="*/ 5591541 w 6055600"/>
                <a:gd name="connsiteY55" fmla="*/ 4425334 h 6858000"/>
                <a:gd name="connsiteX56" fmla="*/ 5649500 w 6055600"/>
                <a:gd name="connsiteY56" fmla="*/ 4097286 h 6858000"/>
                <a:gd name="connsiteX57" fmla="*/ 5637615 w 6055600"/>
                <a:gd name="connsiteY57" fmla="*/ 3437524 h 6858000"/>
                <a:gd name="connsiteX58" fmla="*/ 5475454 w 6055600"/>
                <a:gd name="connsiteY58" fmla="*/ 2791575 h 6858000"/>
                <a:gd name="connsiteX59" fmla="*/ 5217600 w 6055600"/>
                <a:gd name="connsiteY59" fmla="*/ 2164719 h 6858000"/>
                <a:gd name="connsiteX60" fmla="*/ 5144941 w 6055600"/>
                <a:gd name="connsiteY60" fmla="*/ 2009490 h 6858000"/>
                <a:gd name="connsiteX61" fmla="*/ 5070052 w 6055600"/>
                <a:gd name="connsiteY61" fmla="*/ 1851823 h 6858000"/>
                <a:gd name="connsiteX62" fmla="*/ 4926984 w 6055600"/>
                <a:gd name="connsiteY62" fmla="*/ 1529226 h 6858000"/>
                <a:gd name="connsiteX63" fmla="*/ 4790925 w 6055600"/>
                <a:gd name="connsiteY63" fmla="*/ 1209923 h 6858000"/>
                <a:gd name="connsiteX64" fmla="*/ 4650559 w 6055600"/>
                <a:gd name="connsiteY64" fmla="*/ 902490 h 6858000"/>
                <a:gd name="connsiteX65" fmla="*/ 4491930 w 6055600"/>
                <a:gd name="connsiteY65" fmla="*/ 616919 h 6858000"/>
                <a:gd name="connsiteX66" fmla="*/ 4302323 w 6055600"/>
                <a:gd name="connsiteY66" fmla="*/ 366083 h 6858000"/>
                <a:gd name="connsiteX67" fmla="*/ 4072203 w 6055600"/>
                <a:gd name="connsiteY67" fmla="*/ 164982 h 6858000"/>
                <a:gd name="connsiteX68" fmla="*/ 3803964 w 6055600"/>
                <a:gd name="connsiteY68" fmla="*/ 21052 h 6858000"/>
                <a:gd name="connsiteX69" fmla="*/ 3768314 w 6055600"/>
                <a:gd name="connsiteY69" fmla="*/ 6826 h 6858000"/>
                <a:gd name="connsiteX70" fmla="*/ 1589779 w 6055600"/>
                <a:gd name="connsiteY70" fmla="*/ 0 h 6858000"/>
                <a:gd name="connsiteX71" fmla="*/ 1918056 w 6055600"/>
                <a:gd name="connsiteY71" fmla="*/ 0 h 6858000"/>
                <a:gd name="connsiteX72" fmla="*/ 1764243 w 6055600"/>
                <a:gd name="connsiteY72" fmla="*/ 55145 h 6858000"/>
                <a:gd name="connsiteX73" fmla="*/ 1313330 w 6055600"/>
                <a:gd name="connsiteY73" fmla="*/ 274424 h 6858000"/>
                <a:gd name="connsiteX74" fmla="*/ 295673 w 6055600"/>
                <a:gd name="connsiteY74" fmla="*/ 1187630 h 6858000"/>
                <a:gd name="connsiteX75" fmla="*/ 96207 w 6055600"/>
                <a:gd name="connsiteY75" fmla="*/ 1474327 h 6858000"/>
                <a:gd name="connsiteX76" fmla="*/ 0 w 6055600"/>
                <a:gd name="connsiteY76" fmla="*/ 1641460 h 6858000"/>
                <a:gd name="connsiteX77" fmla="*/ 0 w 6055600"/>
                <a:gd name="connsiteY77" fmla="*/ 1224218 h 6858000"/>
                <a:gd name="connsiteX78" fmla="*/ 150937 w 6055600"/>
                <a:gd name="connsiteY78" fmla="*/ 1040975 h 6858000"/>
                <a:gd name="connsiteX79" fmla="*/ 1264907 w 6055600"/>
                <a:gd name="connsiteY79" fmla="*/ 158248 h 6858000"/>
                <a:gd name="connsiteX80" fmla="*/ 1575167 w 6055600"/>
                <a:gd name="connsiteY80" fmla="*/ 56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55600" h="6858000">
                  <a:moveTo>
                    <a:pt x="0" y="5960220"/>
                  </a:moveTo>
                  <a:lnTo>
                    <a:pt x="36039" y="6002605"/>
                  </a:lnTo>
                  <a:cubicBezTo>
                    <a:pt x="54896" y="6021530"/>
                    <a:pt x="73635" y="6040425"/>
                    <a:pt x="92950" y="6059050"/>
                  </a:cubicBezTo>
                  <a:lnTo>
                    <a:pt x="153706" y="6111427"/>
                  </a:lnTo>
                  <a:cubicBezTo>
                    <a:pt x="173546" y="6129485"/>
                    <a:pt x="195722" y="6144912"/>
                    <a:pt x="216806" y="6161603"/>
                  </a:cubicBezTo>
                  <a:cubicBezTo>
                    <a:pt x="238229" y="6177961"/>
                    <a:pt x="259466" y="6194551"/>
                    <a:pt x="281945" y="6209777"/>
                  </a:cubicBezTo>
                  <a:cubicBezTo>
                    <a:pt x="369940" y="6272709"/>
                    <a:pt x="461791" y="6332004"/>
                    <a:pt x="553337" y="6391500"/>
                  </a:cubicBezTo>
                  <a:lnTo>
                    <a:pt x="690543" y="6481634"/>
                  </a:lnTo>
                  <a:lnTo>
                    <a:pt x="827127" y="6573159"/>
                  </a:lnTo>
                  <a:cubicBezTo>
                    <a:pt x="917674" y="6634511"/>
                    <a:pt x="1007156" y="6697737"/>
                    <a:pt x="1095915" y="6762202"/>
                  </a:cubicBezTo>
                  <a:lnTo>
                    <a:pt x="1224853" y="6858000"/>
                  </a:lnTo>
                  <a:lnTo>
                    <a:pt x="1154072" y="6858000"/>
                  </a:lnTo>
                  <a:lnTo>
                    <a:pt x="1073489" y="6799140"/>
                  </a:lnTo>
                  <a:cubicBezTo>
                    <a:pt x="983882" y="6736908"/>
                    <a:pt x="892851" y="6677125"/>
                    <a:pt x="800175" y="6620441"/>
                  </a:cubicBezTo>
                  <a:cubicBezTo>
                    <a:pt x="615108" y="6506015"/>
                    <a:pt x="422939" y="6407807"/>
                    <a:pt x="231518" y="6299323"/>
                  </a:cubicBezTo>
                  <a:cubicBezTo>
                    <a:pt x="207467" y="6286226"/>
                    <a:pt x="184098" y="6271045"/>
                    <a:pt x="160401" y="6256627"/>
                  </a:cubicBezTo>
                  <a:cubicBezTo>
                    <a:pt x="136809" y="6241811"/>
                    <a:pt x="112558" y="6228518"/>
                    <a:pt x="89697" y="6211916"/>
                  </a:cubicBezTo>
                  <a:lnTo>
                    <a:pt x="20148" y="6163835"/>
                  </a:lnTo>
                  <a:lnTo>
                    <a:pt x="0" y="6147796"/>
                  </a:lnTo>
                  <a:close/>
                  <a:moveTo>
                    <a:pt x="3748345" y="0"/>
                  </a:moveTo>
                  <a:lnTo>
                    <a:pt x="4277792" y="0"/>
                  </a:lnTo>
                  <a:lnTo>
                    <a:pt x="4339531" y="40262"/>
                  </a:lnTo>
                  <a:cubicBezTo>
                    <a:pt x="4386991" y="75346"/>
                    <a:pt x="4432680" y="113353"/>
                    <a:pt x="4476306" y="153922"/>
                  </a:cubicBezTo>
                  <a:cubicBezTo>
                    <a:pt x="4563779" y="234693"/>
                    <a:pt x="4642423" y="325982"/>
                    <a:pt x="4713639" y="422076"/>
                  </a:cubicBezTo>
                  <a:cubicBezTo>
                    <a:pt x="4784481" y="518635"/>
                    <a:pt x="4848552" y="619893"/>
                    <a:pt x="4906991" y="723463"/>
                  </a:cubicBezTo>
                  <a:cubicBezTo>
                    <a:pt x="4965582" y="826932"/>
                    <a:pt x="5019421" y="932243"/>
                    <a:pt x="5070511" y="1037524"/>
                  </a:cubicBezTo>
                  <a:cubicBezTo>
                    <a:pt x="5121871" y="1142738"/>
                    <a:pt x="5170833" y="1248016"/>
                    <a:pt x="5219493" y="1352079"/>
                  </a:cubicBezTo>
                  <a:cubicBezTo>
                    <a:pt x="5268459" y="1455943"/>
                    <a:pt x="5317204" y="1558756"/>
                    <a:pt x="5367779" y="1658945"/>
                  </a:cubicBezTo>
                  <a:lnTo>
                    <a:pt x="5446095" y="1811301"/>
                  </a:lnTo>
                  <a:cubicBezTo>
                    <a:pt x="5472584" y="1862992"/>
                    <a:pt x="5498885" y="1914915"/>
                    <a:pt x="5525115" y="1967103"/>
                  </a:cubicBezTo>
                  <a:cubicBezTo>
                    <a:pt x="5629428" y="2176256"/>
                    <a:pt x="5730254" y="2391411"/>
                    <a:pt x="5816642" y="2618837"/>
                  </a:cubicBezTo>
                  <a:cubicBezTo>
                    <a:pt x="5902562" y="2846137"/>
                    <a:pt x="5974641" y="3086291"/>
                    <a:pt x="6015787" y="3339957"/>
                  </a:cubicBezTo>
                  <a:cubicBezTo>
                    <a:pt x="6036373" y="3466512"/>
                    <a:pt x="6050262" y="3596084"/>
                    <a:pt x="6054206" y="3727239"/>
                  </a:cubicBezTo>
                  <a:cubicBezTo>
                    <a:pt x="6058266" y="3858425"/>
                    <a:pt x="6053460" y="3990915"/>
                    <a:pt x="6039811" y="4122735"/>
                  </a:cubicBezTo>
                  <a:cubicBezTo>
                    <a:pt x="6026397" y="4254618"/>
                    <a:pt x="6002552" y="4385688"/>
                    <a:pt x="5971601" y="4514288"/>
                  </a:cubicBezTo>
                  <a:cubicBezTo>
                    <a:pt x="5963342" y="4546050"/>
                    <a:pt x="5955885" y="4579019"/>
                    <a:pt x="5946751" y="4609838"/>
                  </a:cubicBezTo>
                  <a:lnTo>
                    <a:pt x="5919986" y="4703178"/>
                  </a:lnTo>
                  <a:lnTo>
                    <a:pt x="5890731" y="4795992"/>
                  </a:lnTo>
                  <a:cubicBezTo>
                    <a:pt x="5880825" y="4826888"/>
                    <a:pt x="5869667" y="4857307"/>
                    <a:pt x="5859058" y="4888015"/>
                  </a:cubicBezTo>
                  <a:cubicBezTo>
                    <a:pt x="5772112" y="5132558"/>
                    <a:pt x="5660551" y="5369373"/>
                    <a:pt x="5525053" y="5588449"/>
                  </a:cubicBezTo>
                  <a:cubicBezTo>
                    <a:pt x="5389674" y="5807557"/>
                    <a:pt x="5232835" y="6010440"/>
                    <a:pt x="5058962" y="6189929"/>
                  </a:cubicBezTo>
                  <a:cubicBezTo>
                    <a:pt x="4972125" y="6279771"/>
                    <a:pt x="4880998" y="6363650"/>
                    <a:pt x="4787706" y="6442985"/>
                  </a:cubicBezTo>
                  <a:cubicBezTo>
                    <a:pt x="4693655" y="6521410"/>
                    <a:pt x="4597439" y="6595290"/>
                    <a:pt x="4498686" y="6663678"/>
                  </a:cubicBezTo>
                  <a:cubicBezTo>
                    <a:pt x="4399893" y="6731984"/>
                    <a:pt x="4299240" y="6795191"/>
                    <a:pt x="4197167" y="6854053"/>
                  </a:cubicBezTo>
                  <a:lnTo>
                    <a:pt x="4189720" y="6858000"/>
                  </a:lnTo>
                  <a:lnTo>
                    <a:pt x="3651929" y="6858000"/>
                  </a:lnTo>
                  <a:lnTo>
                    <a:pt x="3789040" y="6778034"/>
                  </a:lnTo>
                  <a:cubicBezTo>
                    <a:pt x="3978462" y="6656931"/>
                    <a:pt x="4162446" y="6525734"/>
                    <a:pt x="4335568" y="6382709"/>
                  </a:cubicBezTo>
                  <a:cubicBezTo>
                    <a:pt x="4422084" y="6310901"/>
                    <a:pt x="4506335" y="6236787"/>
                    <a:pt x="4586923" y="6158577"/>
                  </a:cubicBezTo>
                  <a:cubicBezTo>
                    <a:pt x="4668153" y="6081248"/>
                    <a:pt x="4745649" y="6000086"/>
                    <a:pt x="4819585" y="5915847"/>
                  </a:cubicBezTo>
                  <a:cubicBezTo>
                    <a:pt x="4967573" y="5747401"/>
                    <a:pt x="5101426" y="5566247"/>
                    <a:pt x="5214727" y="5371094"/>
                  </a:cubicBezTo>
                  <a:cubicBezTo>
                    <a:pt x="5327795" y="5175879"/>
                    <a:pt x="5421090" y="4968427"/>
                    <a:pt x="5495409" y="4752778"/>
                  </a:cubicBezTo>
                  <a:cubicBezTo>
                    <a:pt x="5504291" y="4725712"/>
                    <a:pt x="5513872" y="4698834"/>
                    <a:pt x="5522322" y="4671511"/>
                  </a:cubicBezTo>
                  <a:lnTo>
                    <a:pt x="5547631" y="4589675"/>
                  </a:lnTo>
                  <a:lnTo>
                    <a:pt x="5570792" y="4506978"/>
                  </a:lnTo>
                  <a:cubicBezTo>
                    <a:pt x="5578845" y="4479265"/>
                    <a:pt x="5584485" y="4452605"/>
                    <a:pt x="5591541" y="4425334"/>
                  </a:cubicBezTo>
                  <a:cubicBezTo>
                    <a:pt x="5618002" y="4316765"/>
                    <a:pt x="5636850" y="4207148"/>
                    <a:pt x="5649500" y="4097286"/>
                  </a:cubicBezTo>
                  <a:cubicBezTo>
                    <a:pt x="5674602" y="3877368"/>
                    <a:pt x="5668749" y="3656091"/>
                    <a:pt x="5637615" y="3437524"/>
                  </a:cubicBezTo>
                  <a:cubicBezTo>
                    <a:pt x="5605861" y="3218934"/>
                    <a:pt x="5549060" y="3003118"/>
                    <a:pt x="5475454" y="2791575"/>
                  </a:cubicBezTo>
                  <a:cubicBezTo>
                    <a:pt x="5402070" y="2579668"/>
                    <a:pt x="5313111" y="2371656"/>
                    <a:pt x="5217600" y="2164719"/>
                  </a:cubicBezTo>
                  <a:cubicBezTo>
                    <a:pt x="5193627" y="2112994"/>
                    <a:pt x="5169419" y="2061207"/>
                    <a:pt x="5144941" y="2009490"/>
                  </a:cubicBezTo>
                  <a:lnTo>
                    <a:pt x="5070052" y="1851823"/>
                  </a:lnTo>
                  <a:cubicBezTo>
                    <a:pt x="5020031" y="1744421"/>
                    <a:pt x="4972748" y="1636620"/>
                    <a:pt x="4926984" y="1529226"/>
                  </a:cubicBezTo>
                  <a:lnTo>
                    <a:pt x="4790925" y="1209923"/>
                  </a:lnTo>
                  <a:cubicBezTo>
                    <a:pt x="4745458" y="1105158"/>
                    <a:pt x="4699567" y="1001976"/>
                    <a:pt x="4650559" y="902490"/>
                  </a:cubicBezTo>
                  <a:cubicBezTo>
                    <a:pt x="4601243" y="803205"/>
                    <a:pt x="4549606" y="706978"/>
                    <a:pt x="4491930" y="616919"/>
                  </a:cubicBezTo>
                  <a:cubicBezTo>
                    <a:pt x="4434712" y="526559"/>
                    <a:pt x="4372370" y="441762"/>
                    <a:pt x="4302323" y="366083"/>
                  </a:cubicBezTo>
                  <a:cubicBezTo>
                    <a:pt x="4232428" y="290304"/>
                    <a:pt x="4155542" y="222846"/>
                    <a:pt x="4072203" y="164982"/>
                  </a:cubicBezTo>
                  <a:cubicBezTo>
                    <a:pt x="3988864" y="107118"/>
                    <a:pt x="3898693" y="59316"/>
                    <a:pt x="3803964" y="21052"/>
                  </a:cubicBezTo>
                  <a:lnTo>
                    <a:pt x="3768314" y="6826"/>
                  </a:lnTo>
                  <a:close/>
                  <a:moveTo>
                    <a:pt x="1589779" y="0"/>
                  </a:moveTo>
                  <a:lnTo>
                    <a:pt x="1918056" y="0"/>
                  </a:lnTo>
                  <a:lnTo>
                    <a:pt x="1764243" y="55145"/>
                  </a:lnTo>
                  <a:cubicBezTo>
                    <a:pt x="1609764" y="115414"/>
                    <a:pt x="1458840" y="188978"/>
                    <a:pt x="1313330" y="274424"/>
                  </a:cubicBezTo>
                  <a:cubicBezTo>
                    <a:pt x="924625" y="501532"/>
                    <a:pt x="576885" y="817476"/>
                    <a:pt x="295673" y="1187630"/>
                  </a:cubicBezTo>
                  <a:cubicBezTo>
                    <a:pt x="225216" y="1280162"/>
                    <a:pt x="158640" y="1375858"/>
                    <a:pt x="96207" y="1474327"/>
                  </a:cubicBezTo>
                  <a:lnTo>
                    <a:pt x="0" y="1641460"/>
                  </a:lnTo>
                  <a:lnTo>
                    <a:pt x="0" y="1224218"/>
                  </a:lnTo>
                  <a:lnTo>
                    <a:pt x="150937" y="1040975"/>
                  </a:lnTo>
                  <a:cubicBezTo>
                    <a:pt x="478530" y="677729"/>
                    <a:pt x="858178" y="381092"/>
                    <a:pt x="1264907" y="158248"/>
                  </a:cubicBezTo>
                  <a:cubicBezTo>
                    <a:pt x="1366631" y="102619"/>
                    <a:pt x="1470177" y="51760"/>
                    <a:pt x="1575167" y="567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5198A5F-9277-95CD-7C25-65243AF83D0A}"/>
              </a:ext>
            </a:extLst>
          </p:cNvPr>
          <p:cNvSpPr txBox="1"/>
          <p:nvPr/>
        </p:nvSpPr>
        <p:spPr>
          <a:xfrm>
            <a:off x="6724528" y="169447"/>
            <a:ext cx="4765949" cy="508187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noProof="0" dirty="0">
                <a:solidFill>
                  <a:schemeClr val="tx2"/>
                </a:solidFill>
              </a:rPr>
              <a:t>Il design pattern </a:t>
            </a:r>
            <a:r>
              <a:rPr lang="it-IT" b="1" dirty="0">
                <a:solidFill>
                  <a:schemeClr val="tx2"/>
                </a:solidFill>
              </a:rPr>
              <a:t>Adapter </a:t>
            </a:r>
            <a:r>
              <a:rPr lang="it-IT" dirty="0">
                <a:solidFill>
                  <a:schemeClr val="tx2"/>
                </a:solidFill>
              </a:rPr>
              <a:t>permette di convertire la risorsa testuale "</a:t>
            </a:r>
            <a:r>
              <a:rPr lang="it-IT" dirty="0" err="1">
                <a:solidFill>
                  <a:schemeClr val="tx2"/>
                </a:solidFill>
              </a:rPr>
              <a:t>moves.json</a:t>
            </a:r>
            <a:r>
              <a:rPr lang="it-IT" dirty="0">
                <a:solidFill>
                  <a:schemeClr val="tx2"/>
                </a:solidFill>
              </a:rPr>
              <a:t>" in una List&lt;</a:t>
            </a:r>
            <a:r>
              <a:rPr lang="it-IT" dirty="0" err="1">
                <a:solidFill>
                  <a:schemeClr val="tx2"/>
                </a:solidFill>
              </a:rPr>
              <a:t>Move</a:t>
            </a:r>
            <a:r>
              <a:rPr lang="it-IT" dirty="0">
                <a:solidFill>
                  <a:schemeClr val="tx2"/>
                </a:solidFill>
              </a:rPr>
              <a:t>&gt; tramite la classe </a:t>
            </a:r>
            <a:r>
              <a:rPr lang="it-IT" dirty="0" err="1">
                <a:solidFill>
                  <a:schemeClr val="tx2"/>
                </a:solidFill>
              </a:rPr>
              <a:t>MoveReader</a:t>
            </a:r>
            <a:r>
              <a:rPr lang="it-IT" dirty="0">
                <a:solidFill>
                  <a:schemeClr val="tx2"/>
                </a:solidFill>
              </a:rPr>
              <a:t> senza che il consumatore della List&lt;</a:t>
            </a:r>
            <a:r>
              <a:rPr lang="it-IT" dirty="0" err="1">
                <a:solidFill>
                  <a:schemeClr val="tx2"/>
                </a:solidFill>
              </a:rPr>
              <a:t>Move</a:t>
            </a:r>
            <a:r>
              <a:rPr lang="it-IT" dirty="0">
                <a:solidFill>
                  <a:schemeClr val="tx2"/>
                </a:solidFill>
              </a:rPr>
              <a:t>&gt; </a:t>
            </a:r>
            <a:br>
              <a:rPr lang="it-IT" dirty="0">
                <a:solidFill>
                  <a:schemeClr val="tx2"/>
                </a:solidFill>
              </a:rPr>
            </a:br>
            <a:r>
              <a:rPr lang="it-IT" dirty="0">
                <a:solidFill>
                  <a:schemeClr val="tx2"/>
                </a:solidFill>
              </a:rPr>
              <a:t>(</a:t>
            </a:r>
            <a:r>
              <a:rPr lang="it-IT" dirty="0" err="1">
                <a:solidFill>
                  <a:schemeClr val="tx2"/>
                </a:solidFill>
              </a:rPr>
              <a:t>MoveRegistry</a:t>
            </a:r>
            <a:r>
              <a:rPr lang="it-IT" dirty="0">
                <a:solidFill>
                  <a:schemeClr val="tx2"/>
                </a:solidFill>
              </a:rPr>
              <a:t>) ne conosca i dettagli implementativi.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it-IT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it-IT" dirty="0"/>
              <a:t>Abbiamo scelto di rappresentare </a:t>
            </a:r>
            <a:r>
              <a:rPr lang="it-IT" dirty="0" err="1"/>
              <a:t>MoveRegistry</a:t>
            </a:r>
            <a:r>
              <a:rPr lang="it-IT" dirty="0"/>
              <a:t> con un </a:t>
            </a:r>
            <a:r>
              <a:rPr lang="it-IT" b="1" dirty="0"/>
              <a:t>Singleton </a:t>
            </a:r>
            <a:r>
              <a:rPr lang="it-IT" dirty="0"/>
              <a:t>perché esso rappresenta un database di mosse che mappa una </a:t>
            </a:r>
            <a:r>
              <a:rPr lang="it-IT" i="1" dirty="0" err="1"/>
              <a:t>String</a:t>
            </a:r>
            <a:r>
              <a:rPr lang="it-IT" dirty="0"/>
              <a:t> alla rispettiva </a:t>
            </a:r>
            <a:r>
              <a:rPr lang="it-IT" i="1" dirty="0" err="1"/>
              <a:t>ActionStrategy</a:t>
            </a:r>
            <a:r>
              <a:rPr lang="it-IT" dirty="0"/>
              <a:t>, contenendo dunque un database di </a:t>
            </a:r>
            <a:r>
              <a:rPr lang="it-IT" i="1" dirty="0" err="1"/>
              <a:t>Move</a:t>
            </a:r>
            <a:r>
              <a:rPr lang="it-IT" dirty="0"/>
              <a:t> con le rispettive caratteristiche di esecuzione.</a:t>
            </a:r>
            <a:br>
              <a:rPr lang="it-IT" dirty="0">
                <a:solidFill>
                  <a:schemeClr val="tx2"/>
                </a:solidFill>
              </a:rPr>
            </a:br>
            <a:br>
              <a:rPr lang="it-IT" dirty="0"/>
            </a:br>
            <a:endParaRPr lang="it-IT">
              <a:solidFill>
                <a:schemeClr val="tx2"/>
              </a:solidFill>
            </a:endParaRPr>
          </a:p>
        </p:txBody>
      </p:sp>
      <p:pic>
        <p:nvPicPr>
          <p:cNvPr id="3" name="Immagine 2" descr="Immagine che contiene testo, diagramma, schermat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9C4CE2B1-C621-F195-D978-AFCB2DA88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" y="607532"/>
            <a:ext cx="6728540" cy="53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297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5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60885D2-5313-3658-C310-D5E5774C8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b="1">
                <a:solidFill>
                  <a:schemeClr val="bg1">
                    <a:lumMod val="95000"/>
                    <a:lumOff val="5000"/>
                  </a:schemeClr>
                </a:solidFill>
              </a:rPr>
              <a:t>Second Sprint</a:t>
            </a:r>
          </a:p>
        </p:txBody>
      </p:sp>
    </p:spTree>
    <p:extLst>
      <p:ext uri="{BB962C8B-B14F-4D97-AF65-F5344CB8AC3E}">
        <p14:creationId xmlns:p14="http://schemas.microsoft.com/office/powerpoint/2010/main" val="10643136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B9D94-C5B0-5A73-F4E1-3351AD48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1A8DC0-0653-2E46-4255-BB85E9249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pPr algn="ctr"/>
            <a:r>
              <a:rPr lang="it-IT" sz="4000" noProof="0" dirty="0">
                <a:solidFill>
                  <a:schemeClr val="tx2"/>
                </a:solidFill>
              </a:rPr>
              <a:t>User Story </a:t>
            </a:r>
            <a:r>
              <a:rPr lang="it-IT" sz="4000" dirty="0">
                <a:solidFill>
                  <a:schemeClr val="tx2"/>
                </a:solidFill>
              </a:rPr>
              <a:t>21</a:t>
            </a:r>
            <a:r>
              <a:rPr lang="it-IT" sz="4000" noProof="0" dirty="0">
                <a:solidFill>
                  <a:schemeClr val="tx2"/>
                </a:solidFill>
              </a:rPr>
              <a:t>:</a:t>
            </a:r>
            <a:r>
              <a:rPr lang="it-IT" sz="4000" dirty="0">
                <a:solidFill>
                  <a:schemeClr val="tx2"/>
                </a:solidFill>
              </a:rPr>
              <a:t> </a:t>
            </a:r>
            <a:r>
              <a:rPr lang="it-IT" sz="4000" dirty="0" err="1">
                <a:solidFill>
                  <a:schemeClr val="tx2"/>
                </a:solidFill>
              </a:rPr>
              <a:t>Map</a:t>
            </a:r>
            <a:endParaRPr lang="it-IT" sz="4000" noProof="0" dirty="0">
              <a:solidFill>
                <a:schemeClr val="tx2"/>
              </a:solidFill>
            </a:endParaRPr>
          </a:p>
        </p:txBody>
      </p:sp>
      <p:graphicFrame>
        <p:nvGraphicFramePr>
          <p:cNvPr id="57" name="Segnaposto contenuto 2">
            <a:extLst>
              <a:ext uri="{FF2B5EF4-FFF2-40B4-BE49-F238E27FC236}">
                <a16:creationId xmlns:a16="http://schemas.microsoft.com/office/drawing/2014/main" id="{8D61EF4E-7F56-FC7A-2660-F243CFD76E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8560664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1617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magine 4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901C1667-A162-C4C9-6CF7-08090A2C6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631881"/>
            <a:ext cx="4777381" cy="342449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E24150-F559-A2BC-7444-70F684FF5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75855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Utilizziamo il pattern Builder perché, essendo </a:t>
            </a:r>
            <a:r>
              <a:rPr lang="it-IT" dirty="0" err="1"/>
              <a:t>Map</a:t>
            </a:r>
            <a:r>
              <a:rPr lang="it-IT" dirty="0"/>
              <a:t> un oggetto complesso, la costruzione avviene in più passi e viene separata dalla sua rappresentazione finale (</a:t>
            </a:r>
            <a:r>
              <a:rPr lang="it-IT" dirty="0" err="1"/>
              <a:t>ExplorationView</a:t>
            </a:r>
            <a:r>
              <a:rPr lang="it-IT" dirty="0"/>
              <a:t>)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4971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0B7E3-0FA7-1DB9-227F-F305E6D1C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996028-F82A-208C-2232-6FD71E76B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6" y="437535"/>
            <a:ext cx="10579608" cy="1188720"/>
          </a:xfrm>
        </p:spPr>
        <p:txBody>
          <a:bodyPr>
            <a:normAutofit/>
          </a:bodyPr>
          <a:lstStyle/>
          <a:p>
            <a:pPr algn="ctr"/>
            <a:r>
              <a:rPr lang="it-IT" sz="4000" noProof="0" dirty="0">
                <a:solidFill>
                  <a:schemeClr val="tx2"/>
                </a:solidFill>
              </a:rPr>
              <a:t>User Story 4:Choose </a:t>
            </a:r>
            <a:r>
              <a:rPr lang="it-IT" sz="4000" noProof="0" dirty="0" err="1">
                <a:solidFill>
                  <a:schemeClr val="tx2"/>
                </a:solidFill>
              </a:rPr>
              <a:t>character</a:t>
            </a:r>
            <a:r>
              <a:rPr lang="it-IT" sz="4000" noProof="0" dirty="0">
                <a:solidFill>
                  <a:schemeClr val="tx2"/>
                </a:solidFill>
              </a:rPr>
              <a:t> job</a:t>
            </a:r>
          </a:p>
        </p:txBody>
      </p:sp>
      <p:graphicFrame>
        <p:nvGraphicFramePr>
          <p:cNvPr id="57" name="Segnaposto contenuto 2">
            <a:extLst>
              <a:ext uri="{FF2B5EF4-FFF2-40B4-BE49-F238E27FC236}">
                <a16:creationId xmlns:a16="http://schemas.microsoft.com/office/drawing/2014/main" id="{C588D134-32B2-A027-35F5-1A4087CB07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7882928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7784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EB215C-7839-4CEA-AA02-B8F7755F9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1011C6D-05BE-4D99-8C11-A0E478B1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0915134" cy="2251389"/>
          </a:xfrm>
          <a:custGeom>
            <a:avLst/>
            <a:gdLst>
              <a:gd name="connsiteX0" fmla="*/ 0 w 10915134"/>
              <a:gd name="connsiteY0" fmla="*/ 0 h 2251389"/>
              <a:gd name="connsiteX1" fmla="*/ 10915134 w 10915134"/>
              <a:gd name="connsiteY1" fmla="*/ 0 h 2251389"/>
              <a:gd name="connsiteX2" fmla="*/ 10882980 w 10915134"/>
              <a:gd name="connsiteY2" fmla="*/ 49990 h 2251389"/>
              <a:gd name="connsiteX3" fmla="*/ 10834795 w 10915134"/>
              <a:gd name="connsiteY3" fmla="*/ 110024 h 2251389"/>
              <a:gd name="connsiteX4" fmla="*/ 10738392 w 10915134"/>
              <a:gd name="connsiteY4" fmla="*/ 165813 h 2251389"/>
              <a:gd name="connsiteX5" fmla="*/ 10633692 w 10915134"/>
              <a:gd name="connsiteY5" fmla="*/ 209264 h 2251389"/>
              <a:gd name="connsiteX6" fmla="*/ 10586800 w 10915134"/>
              <a:gd name="connsiteY6" fmla="*/ 239716 h 2251389"/>
              <a:gd name="connsiteX7" fmla="*/ 10501658 w 10915134"/>
              <a:gd name="connsiteY7" fmla="*/ 307174 h 2251389"/>
              <a:gd name="connsiteX8" fmla="*/ 10404067 w 10915134"/>
              <a:gd name="connsiteY8" fmla="*/ 412395 h 2251389"/>
              <a:gd name="connsiteX9" fmla="*/ 10380953 w 10915134"/>
              <a:gd name="connsiteY9" fmla="*/ 472334 h 2251389"/>
              <a:gd name="connsiteX10" fmla="*/ 10341416 w 10915134"/>
              <a:gd name="connsiteY10" fmla="*/ 504774 h 2251389"/>
              <a:gd name="connsiteX11" fmla="*/ 10326329 w 10915134"/>
              <a:gd name="connsiteY11" fmla="*/ 523459 h 2251389"/>
              <a:gd name="connsiteX12" fmla="*/ 10298289 w 10915134"/>
              <a:gd name="connsiteY12" fmla="*/ 532173 h 2251389"/>
              <a:gd name="connsiteX13" fmla="*/ 10243127 w 10915134"/>
              <a:gd name="connsiteY13" fmla="*/ 540715 h 2251389"/>
              <a:gd name="connsiteX14" fmla="*/ 10141243 w 10915134"/>
              <a:gd name="connsiteY14" fmla="*/ 592343 h 2251389"/>
              <a:gd name="connsiteX15" fmla="*/ 9940352 w 10915134"/>
              <a:gd name="connsiteY15" fmla="*/ 631518 h 2251389"/>
              <a:gd name="connsiteX16" fmla="*/ 9836226 w 10915134"/>
              <a:gd name="connsiteY16" fmla="*/ 660496 h 2251389"/>
              <a:gd name="connsiteX17" fmla="*/ 9686899 w 10915134"/>
              <a:gd name="connsiteY17" fmla="*/ 683782 h 2251389"/>
              <a:gd name="connsiteX18" fmla="*/ 9578209 w 10915134"/>
              <a:gd name="connsiteY18" fmla="*/ 709781 h 2251389"/>
              <a:gd name="connsiteX19" fmla="*/ 9437298 w 10915134"/>
              <a:gd name="connsiteY19" fmla="*/ 757337 h 2251389"/>
              <a:gd name="connsiteX20" fmla="*/ 9435498 w 10915134"/>
              <a:gd name="connsiteY20" fmla="*/ 759689 h 2251389"/>
              <a:gd name="connsiteX21" fmla="*/ 9413910 w 10915134"/>
              <a:gd name="connsiteY21" fmla="*/ 764531 h 2251389"/>
              <a:gd name="connsiteX22" fmla="*/ 9361370 w 10915134"/>
              <a:gd name="connsiteY22" fmla="*/ 760593 h 2251389"/>
              <a:gd name="connsiteX23" fmla="*/ 9356626 w 10915134"/>
              <a:gd name="connsiteY23" fmla="*/ 764594 h 2251389"/>
              <a:gd name="connsiteX24" fmla="*/ 9311281 w 10915134"/>
              <a:gd name="connsiteY24" fmla="*/ 769260 h 2251389"/>
              <a:gd name="connsiteX25" fmla="*/ 9311173 w 10915134"/>
              <a:gd name="connsiteY25" fmla="*/ 771337 h 2251389"/>
              <a:gd name="connsiteX26" fmla="*/ 9300658 w 10915134"/>
              <a:gd name="connsiteY26" fmla="*/ 781452 h 2251389"/>
              <a:gd name="connsiteX27" fmla="*/ 9279376 w 10915134"/>
              <a:gd name="connsiteY27" fmla="*/ 796188 h 2251389"/>
              <a:gd name="connsiteX28" fmla="*/ 9189502 w 10915134"/>
              <a:gd name="connsiteY28" fmla="*/ 860175 h 2251389"/>
              <a:gd name="connsiteX29" fmla="*/ 9180260 w 10915134"/>
              <a:gd name="connsiteY29" fmla="*/ 862300 h 2251389"/>
              <a:gd name="connsiteX30" fmla="*/ 9180186 w 10915134"/>
              <a:gd name="connsiteY30" fmla="*/ 862799 h 2251389"/>
              <a:gd name="connsiteX31" fmla="*/ 9170652 w 10915134"/>
              <a:gd name="connsiteY31" fmla="*/ 865945 h 2251389"/>
              <a:gd name="connsiteX32" fmla="*/ 9145484 w 10915134"/>
              <a:gd name="connsiteY32" fmla="*/ 870300 h 2251389"/>
              <a:gd name="connsiteX33" fmla="*/ 9140031 w 10915134"/>
              <a:gd name="connsiteY33" fmla="*/ 874741 h 2251389"/>
              <a:gd name="connsiteX34" fmla="*/ 9138892 w 10915134"/>
              <a:gd name="connsiteY34" fmla="*/ 880860 h 2251389"/>
              <a:gd name="connsiteX35" fmla="*/ 9107257 w 10915134"/>
              <a:gd name="connsiteY35" fmla="*/ 903704 h 2251389"/>
              <a:gd name="connsiteX36" fmla="*/ 9034880 w 10915134"/>
              <a:gd name="connsiteY36" fmla="*/ 948837 h 2251389"/>
              <a:gd name="connsiteX37" fmla="*/ 8950600 w 10915134"/>
              <a:gd name="connsiteY37" fmla="*/ 994853 h 2251389"/>
              <a:gd name="connsiteX38" fmla="*/ 8753014 w 10915134"/>
              <a:gd name="connsiteY38" fmla="*/ 1118658 h 2251389"/>
              <a:gd name="connsiteX39" fmla="*/ 8581094 w 10915134"/>
              <a:gd name="connsiteY39" fmla="*/ 1153261 h 2251389"/>
              <a:gd name="connsiteX40" fmla="*/ 8498175 w 10915134"/>
              <a:gd name="connsiteY40" fmla="*/ 1187969 h 2251389"/>
              <a:gd name="connsiteX41" fmla="*/ 8448788 w 10915134"/>
              <a:gd name="connsiteY41" fmla="*/ 1206463 h 2251389"/>
              <a:gd name="connsiteX42" fmla="*/ 8367996 w 10915134"/>
              <a:gd name="connsiteY42" fmla="*/ 1232783 h 2251389"/>
              <a:gd name="connsiteX43" fmla="*/ 8367423 w 10915134"/>
              <a:gd name="connsiteY43" fmla="*/ 1238278 h 2251389"/>
              <a:gd name="connsiteX44" fmla="*/ 8359640 w 10915134"/>
              <a:gd name="connsiteY44" fmla="*/ 1246782 h 2251389"/>
              <a:gd name="connsiteX45" fmla="*/ 8346100 w 10915134"/>
              <a:gd name="connsiteY45" fmla="*/ 1266142 h 2251389"/>
              <a:gd name="connsiteX46" fmla="*/ 8318833 w 10915134"/>
              <a:gd name="connsiteY46" fmla="*/ 1292714 h 2251389"/>
              <a:gd name="connsiteX47" fmla="*/ 8317719 w 10915134"/>
              <a:gd name="connsiteY47" fmla="*/ 1291904 h 2251389"/>
              <a:gd name="connsiteX48" fmla="*/ 8307730 w 10915134"/>
              <a:gd name="connsiteY48" fmla="*/ 1293984 h 2251389"/>
              <a:gd name="connsiteX49" fmla="*/ 8240756 w 10915134"/>
              <a:gd name="connsiteY49" fmla="*/ 1301537 h 2251389"/>
              <a:gd name="connsiteX50" fmla="*/ 8216639 w 10915134"/>
              <a:gd name="connsiteY50" fmla="*/ 1327887 h 2251389"/>
              <a:gd name="connsiteX51" fmla="*/ 8211337 w 10915134"/>
              <a:gd name="connsiteY51" fmla="*/ 1332570 h 2251389"/>
              <a:gd name="connsiteX52" fmla="*/ 8211048 w 10915134"/>
              <a:gd name="connsiteY52" fmla="*/ 1332403 h 2251389"/>
              <a:gd name="connsiteX53" fmla="*/ 8205085 w 10915134"/>
              <a:gd name="connsiteY53" fmla="*/ 1336831 h 2251389"/>
              <a:gd name="connsiteX54" fmla="*/ 8137554 w 10915134"/>
              <a:gd name="connsiteY54" fmla="*/ 1342145 h 2251389"/>
              <a:gd name="connsiteX55" fmla="*/ 8054564 w 10915134"/>
              <a:gd name="connsiteY55" fmla="*/ 1367911 h 2251389"/>
              <a:gd name="connsiteX56" fmla="*/ 7973237 w 10915134"/>
              <a:gd name="connsiteY56" fmla="*/ 1397544 h 2251389"/>
              <a:gd name="connsiteX57" fmla="*/ 7944198 w 10915134"/>
              <a:gd name="connsiteY57" fmla="*/ 1410276 h 2251389"/>
              <a:gd name="connsiteX58" fmla="*/ 7890643 w 10915134"/>
              <a:gd name="connsiteY58" fmla="*/ 1424144 h 2251389"/>
              <a:gd name="connsiteX59" fmla="*/ 7864997 w 10915134"/>
              <a:gd name="connsiteY59" fmla="*/ 1425023 h 2251389"/>
              <a:gd name="connsiteX60" fmla="*/ 7864067 w 10915134"/>
              <a:gd name="connsiteY60" fmla="*/ 1426002 h 2251389"/>
              <a:gd name="connsiteX61" fmla="*/ 7861153 w 10915134"/>
              <a:gd name="connsiteY61" fmla="*/ 1423038 h 2251389"/>
              <a:gd name="connsiteX62" fmla="*/ 7844586 w 10915134"/>
              <a:gd name="connsiteY62" fmla="*/ 1429169 h 2251389"/>
              <a:gd name="connsiteX63" fmla="*/ 7840350 w 10915134"/>
              <a:gd name="connsiteY63" fmla="*/ 1432451 h 2251389"/>
              <a:gd name="connsiteX64" fmla="*/ 7833722 w 10915134"/>
              <a:gd name="connsiteY64" fmla="*/ 1435148 h 2251389"/>
              <a:gd name="connsiteX65" fmla="*/ 7833492 w 10915134"/>
              <a:gd name="connsiteY65" fmla="*/ 1434901 h 2251389"/>
              <a:gd name="connsiteX66" fmla="*/ 7827413 w 10915134"/>
              <a:gd name="connsiteY66" fmla="*/ 1438043 h 2251389"/>
              <a:gd name="connsiteX67" fmla="*/ 7798463 w 10915134"/>
              <a:gd name="connsiteY67" fmla="*/ 1457407 h 2251389"/>
              <a:gd name="connsiteX68" fmla="*/ 7759015 w 10915134"/>
              <a:gd name="connsiteY68" fmla="*/ 1458666 h 2251389"/>
              <a:gd name="connsiteX69" fmla="*/ 7752684 w 10915134"/>
              <a:gd name="connsiteY69" fmla="*/ 1444792 h 2251389"/>
              <a:gd name="connsiteX70" fmla="*/ 7747867 w 10915134"/>
              <a:gd name="connsiteY70" fmla="*/ 1447976 h 2251389"/>
              <a:gd name="connsiteX71" fmla="*/ 7738750 w 10915134"/>
              <a:gd name="connsiteY71" fmla="*/ 1456574 h 2251389"/>
              <a:gd name="connsiteX72" fmla="*/ 7735619 w 10915134"/>
              <a:gd name="connsiteY72" fmla="*/ 1456320 h 2251389"/>
              <a:gd name="connsiteX73" fmla="*/ 7705072 w 10915134"/>
              <a:gd name="connsiteY73" fmla="*/ 1465768 h 2251389"/>
              <a:gd name="connsiteX74" fmla="*/ 7696073 w 10915134"/>
              <a:gd name="connsiteY74" fmla="*/ 1462212 h 2251389"/>
              <a:gd name="connsiteX75" fmla="*/ 7692096 w 10915134"/>
              <a:gd name="connsiteY75" fmla="*/ 1462163 h 2251389"/>
              <a:gd name="connsiteX76" fmla="*/ 7674689 w 10915134"/>
              <a:gd name="connsiteY76" fmla="*/ 1477613 h 2251389"/>
              <a:gd name="connsiteX77" fmla="*/ 7665348 w 10915134"/>
              <a:gd name="connsiteY77" fmla="*/ 1483862 h 2251389"/>
              <a:gd name="connsiteX78" fmla="*/ 7606276 w 10915134"/>
              <a:gd name="connsiteY78" fmla="*/ 1538521 h 2251389"/>
              <a:gd name="connsiteX79" fmla="*/ 7504695 w 10915134"/>
              <a:gd name="connsiteY79" fmla="*/ 1566686 h 2251389"/>
              <a:gd name="connsiteX80" fmla="*/ 7401270 w 10915134"/>
              <a:gd name="connsiteY80" fmla="*/ 1597361 h 2251389"/>
              <a:gd name="connsiteX81" fmla="*/ 7320321 w 10915134"/>
              <a:gd name="connsiteY81" fmla="*/ 1619535 h 2251389"/>
              <a:gd name="connsiteX82" fmla="*/ 7149526 w 10915134"/>
              <a:gd name="connsiteY82" fmla="*/ 1743630 h 2251389"/>
              <a:gd name="connsiteX83" fmla="*/ 7105391 w 10915134"/>
              <a:gd name="connsiteY83" fmla="*/ 1752328 h 2251389"/>
              <a:gd name="connsiteX84" fmla="*/ 7071654 w 10915134"/>
              <a:gd name="connsiteY84" fmla="*/ 1785091 h 2251389"/>
              <a:gd name="connsiteX85" fmla="*/ 7054359 w 10915134"/>
              <a:gd name="connsiteY85" fmla="*/ 1782439 h 2251389"/>
              <a:gd name="connsiteX86" fmla="*/ 7051319 w 10915134"/>
              <a:gd name="connsiteY86" fmla="*/ 1781706 h 2251389"/>
              <a:gd name="connsiteX87" fmla="*/ 7040377 w 10915134"/>
              <a:gd name="connsiteY87" fmla="*/ 1784767 h 2251389"/>
              <a:gd name="connsiteX88" fmla="*/ 7035771 w 10915134"/>
              <a:gd name="connsiteY88" fmla="*/ 1778137 h 2251389"/>
              <a:gd name="connsiteX89" fmla="*/ 7018208 w 10915134"/>
              <a:gd name="connsiteY89" fmla="*/ 1777373 h 2251389"/>
              <a:gd name="connsiteX90" fmla="*/ 6998493 w 10915134"/>
              <a:gd name="connsiteY90" fmla="*/ 1785098 h 2251389"/>
              <a:gd name="connsiteX91" fmla="*/ 6928288 w 10915134"/>
              <a:gd name="connsiteY91" fmla="*/ 1811732 h 2251389"/>
              <a:gd name="connsiteX92" fmla="*/ 6917773 w 10915134"/>
              <a:gd name="connsiteY92" fmla="*/ 1820666 h 2251389"/>
              <a:gd name="connsiteX93" fmla="*/ 6881789 w 10915134"/>
              <a:gd name="connsiteY93" fmla="*/ 1828309 h 2251389"/>
              <a:gd name="connsiteX94" fmla="*/ 6879926 w 10915134"/>
              <a:gd name="connsiteY94" fmla="*/ 1830591 h 2251389"/>
              <a:gd name="connsiteX95" fmla="*/ 6845508 w 10915134"/>
              <a:gd name="connsiteY95" fmla="*/ 1841035 h 2251389"/>
              <a:gd name="connsiteX96" fmla="*/ 6786683 w 10915134"/>
              <a:gd name="connsiteY96" fmla="*/ 1868367 h 2251389"/>
              <a:gd name="connsiteX97" fmla="*/ 6773874 w 10915134"/>
              <a:gd name="connsiteY97" fmla="*/ 1863267 h 2251389"/>
              <a:gd name="connsiteX98" fmla="*/ 6771241 w 10915134"/>
              <a:gd name="connsiteY98" fmla="*/ 1859449 h 2251389"/>
              <a:gd name="connsiteX99" fmla="*/ 6755065 w 10915134"/>
              <a:gd name="connsiteY99" fmla="*/ 1866822 h 2251389"/>
              <a:gd name="connsiteX100" fmla="*/ 6740854 w 10915134"/>
              <a:gd name="connsiteY100" fmla="*/ 1865352 h 2251389"/>
              <a:gd name="connsiteX101" fmla="*/ 6730997 w 10915134"/>
              <a:gd name="connsiteY101" fmla="*/ 1874155 h 2251389"/>
              <a:gd name="connsiteX102" fmla="*/ 6714212 w 10915134"/>
              <a:gd name="connsiteY102" fmla="*/ 1876293 h 2251389"/>
              <a:gd name="connsiteX103" fmla="*/ 6693130 w 10915134"/>
              <a:gd name="connsiteY103" fmla="*/ 1876808 h 2251389"/>
              <a:gd name="connsiteX104" fmla="*/ 6674405 w 10915134"/>
              <a:gd name="connsiteY104" fmla="*/ 1873459 h 2251389"/>
              <a:gd name="connsiteX105" fmla="*/ 6647714 w 10915134"/>
              <a:gd name="connsiteY105" fmla="*/ 1878941 h 2251389"/>
              <a:gd name="connsiteX106" fmla="*/ 6586613 w 10915134"/>
              <a:gd name="connsiteY106" fmla="*/ 1887053 h 2251389"/>
              <a:gd name="connsiteX107" fmla="*/ 6540424 w 10915134"/>
              <a:gd name="connsiteY107" fmla="*/ 1893269 h 2251389"/>
              <a:gd name="connsiteX108" fmla="*/ 6460034 w 10915134"/>
              <a:gd name="connsiteY108" fmla="*/ 1911286 h 2251389"/>
              <a:gd name="connsiteX109" fmla="*/ 6445449 w 10915134"/>
              <a:gd name="connsiteY109" fmla="*/ 1926499 h 2251389"/>
              <a:gd name="connsiteX110" fmla="*/ 6407092 w 10915134"/>
              <a:gd name="connsiteY110" fmla="*/ 1921993 h 2251389"/>
              <a:gd name="connsiteX111" fmla="*/ 6396332 w 10915134"/>
              <a:gd name="connsiteY111" fmla="*/ 1907025 h 2251389"/>
              <a:gd name="connsiteX112" fmla="*/ 6347048 w 10915134"/>
              <a:gd name="connsiteY112" fmla="*/ 1912130 h 2251389"/>
              <a:gd name="connsiteX113" fmla="*/ 6302270 w 10915134"/>
              <a:gd name="connsiteY113" fmla="*/ 1933613 h 2251389"/>
              <a:gd name="connsiteX114" fmla="*/ 6243078 w 10915134"/>
              <a:gd name="connsiteY114" fmla="*/ 1945644 h 2251389"/>
              <a:gd name="connsiteX115" fmla="*/ 6207738 w 10915134"/>
              <a:gd name="connsiteY115" fmla="*/ 1953011 h 2251389"/>
              <a:gd name="connsiteX116" fmla="*/ 6108781 w 10915134"/>
              <a:gd name="connsiteY116" fmla="*/ 1959474 h 2251389"/>
              <a:gd name="connsiteX117" fmla="*/ 6103698 w 10915134"/>
              <a:gd name="connsiteY117" fmla="*/ 1959304 h 2251389"/>
              <a:gd name="connsiteX118" fmla="*/ 6087017 w 10915134"/>
              <a:gd name="connsiteY118" fmla="*/ 1969078 h 2251389"/>
              <a:gd name="connsiteX119" fmla="*/ 6086313 w 10915134"/>
              <a:gd name="connsiteY119" fmla="*/ 1971580 h 2251389"/>
              <a:gd name="connsiteX120" fmla="*/ 6024291 w 10915134"/>
              <a:gd name="connsiteY120" fmla="*/ 1966761 h 2251389"/>
              <a:gd name="connsiteX121" fmla="*/ 6016853 w 10915134"/>
              <a:gd name="connsiteY121" fmla="*/ 1970526 h 2251389"/>
              <a:gd name="connsiteX122" fmla="*/ 5975404 w 10915134"/>
              <a:gd name="connsiteY122" fmla="*/ 1961749 h 2251389"/>
              <a:gd name="connsiteX123" fmla="*/ 5954536 w 10915134"/>
              <a:gd name="connsiteY123" fmla="*/ 1960220 h 2251389"/>
              <a:gd name="connsiteX124" fmla="*/ 5917280 w 10915134"/>
              <a:gd name="connsiteY124" fmla="*/ 1954478 h 2251389"/>
              <a:gd name="connsiteX125" fmla="*/ 5914232 w 10915134"/>
              <a:gd name="connsiteY125" fmla="*/ 1956919 h 2251389"/>
              <a:gd name="connsiteX126" fmla="*/ 5906850 w 10915134"/>
              <a:gd name="connsiteY126" fmla="*/ 1954702 h 2251389"/>
              <a:gd name="connsiteX127" fmla="*/ 5901461 w 10915134"/>
              <a:gd name="connsiteY127" fmla="*/ 1957577 h 2251389"/>
              <a:gd name="connsiteX128" fmla="*/ 5895317 w 10915134"/>
              <a:gd name="connsiteY128" fmla="*/ 1956828 h 2251389"/>
              <a:gd name="connsiteX129" fmla="*/ 5831128 w 10915134"/>
              <a:gd name="connsiteY129" fmla="*/ 1968382 h 2251389"/>
              <a:gd name="connsiteX130" fmla="*/ 5817261 w 10915134"/>
              <a:gd name="connsiteY130" fmla="*/ 1966124 h 2251389"/>
              <a:gd name="connsiteX131" fmla="*/ 5806791 w 10915134"/>
              <a:gd name="connsiteY131" fmla="*/ 1974713 h 2251389"/>
              <a:gd name="connsiteX132" fmla="*/ 5762574 w 10915134"/>
              <a:gd name="connsiteY132" fmla="*/ 1976973 h 2251389"/>
              <a:gd name="connsiteX133" fmla="*/ 5747297 w 10915134"/>
              <a:gd name="connsiteY133" fmla="*/ 1970252 h 2251389"/>
              <a:gd name="connsiteX134" fmla="*/ 5733169 w 10915134"/>
              <a:gd name="connsiteY134" fmla="*/ 1965433 h 2251389"/>
              <a:gd name="connsiteX135" fmla="*/ 5731338 w 10915134"/>
              <a:gd name="connsiteY135" fmla="*/ 1965447 h 2251389"/>
              <a:gd name="connsiteX136" fmla="*/ 5712957 w 10915134"/>
              <a:gd name="connsiteY136" fmla="*/ 1965596 h 2251389"/>
              <a:gd name="connsiteX137" fmla="*/ 5678760 w 10915134"/>
              <a:gd name="connsiteY137" fmla="*/ 1965873 h 2251389"/>
              <a:gd name="connsiteX138" fmla="*/ 5612457 w 10915134"/>
              <a:gd name="connsiteY138" fmla="*/ 1972287 h 2251389"/>
              <a:gd name="connsiteX139" fmla="*/ 5462439 w 10915134"/>
              <a:gd name="connsiteY139" fmla="*/ 1941766 h 2251389"/>
              <a:gd name="connsiteX140" fmla="*/ 5249426 w 10915134"/>
              <a:gd name="connsiteY140" fmla="*/ 1957993 h 2251389"/>
              <a:gd name="connsiteX141" fmla="*/ 4795460 w 10915134"/>
              <a:gd name="connsiteY141" fmla="*/ 2018541 h 2251389"/>
              <a:gd name="connsiteX142" fmla="*/ 4698875 w 10915134"/>
              <a:gd name="connsiteY142" fmla="*/ 2031693 h 2251389"/>
              <a:gd name="connsiteX143" fmla="*/ 4635334 w 10915134"/>
              <a:gd name="connsiteY143" fmla="*/ 2035504 h 2251389"/>
              <a:gd name="connsiteX144" fmla="*/ 4529228 w 10915134"/>
              <a:gd name="connsiteY144" fmla="*/ 2076609 h 2251389"/>
              <a:gd name="connsiteX145" fmla="*/ 4408461 w 10915134"/>
              <a:gd name="connsiteY145" fmla="*/ 2090939 h 2251389"/>
              <a:gd name="connsiteX146" fmla="*/ 4254651 w 10915134"/>
              <a:gd name="connsiteY146" fmla="*/ 2101730 h 2251389"/>
              <a:gd name="connsiteX147" fmla="*/ 4213233 w 10915134"/>
              <a:gd name="connsiteY147" fmla="*/ 2120326 h 2251389"/>
              <a:gd name="connsiteX148" fmla="*/ 4153938 w 10915134"/>
              <a:gd name="connsiteY148" fmla="*/ 2137520 h 2251389"/>
              <a:gd name="connsiteX149" fmla="*/ 4050969 w 10915134"/>
              <a:gd name="connsiteY149" fmla="*/ 2177971 h 2251389"/>
              <a:gd name="connsiteX150" fmla="*/ 3933162 w 10915134"/>
              <a:gd name="connsiteY150" fmla="*/ 2199509 h 2251389"/>
              <a:gd name="connsiteX151" fmla="*/ 3797609 w 10915134"/>
              <a:gd name="connsiteY151" fmla="*/ 2185813 h 2251389"/>
              <a:gd name="connsiteX152" fmla="*/ 3723511 w 10915134"/>
              <a:gd name="connsiteY152" fmla="*/ 2185401 h 2251389"/>
              <a:gd name="connsiteX153" fmla="*/ 3478465 w 10915134"/>
              <a:gd name="connsiteY153" fmla="*/ 2181087 h 2251389"/>
              <a:gd name="connsiteX154" fmla="*/ 3308996 w 10915134"/>
              <a:gd name="connsiteY154" fmla="*/ 2177978 h 2251389"/>
              <a:gd name="connsiteX155" fmla="*/ 3260282 w 10915134"/>
              <a:gd name="connsiteY155" fmla="*/ 2194479 h 2251389"/>
              <a:gd name="connsiteX156" fmla="*/ 3178557 w 10915134"/>
              <a:gd name="connsiteY156" fmla="*/ 2221451 h 2251389"/>
              <a:gd name="connsiteX157" fmla="*/ 3097074 w 10915134"/>
              <a:gd name="connsiteY157" fmla="*/ 2229837 h 2251389"/>
              <a:gd name="connsiteX158" fmla="*/ 3029944 w 10915134"/>
              <a:gd name="connsiteY158" fmla="*/ 2248531 h 2251389"/>
              <a:gd name="connsiteX159" fmla="*/ 2964870 w 10915134"/>
              <a:gd name="connsiteY159" fmla="*/ 2251389 h 2251389"/>
              <a:gd name="connsiteX160" fmla="*/ 2931496 w 10915134"/>
              <a:gd name="connsiteY160" fmla="*/ 2243024 h 2251389"/>
              <a:gd name="connsiteX161" fmla="*/ 2892959 w 10915134"/>
              <a:gd name="connsiteY161" fmla="*/ 2233969 h 2251389"/>
              <a:gd name="connsiteX162" fmla="*/ 2839074 w 10915134"/>
              <a:gd name="connsiteY162" fmla="*/ 2225008 h 2251389"/>
              <a:gd name="connsiteX163" fmla="*/ 2693779 w 10915134"/>
              <a:gd name="connsiteY163" fmla="*/ 2231570 h 2251389"/>
              <a:gd name="connsiteX164" fmla="*/ 2523799 w 10915134"/>
              <a:gd name="connsiteY164" fmla="*/ 2236547 h 2251389"/>
              <a:gd name="connsiteX165" fmla="*/ 2340069 w 10915134"/>
              <a:gd name="connsiteY165" fmla="*/ 2220699 h 2251389"/>
              <a:gd name="connsiteX166" fmla="*/ 2076408 w 10915134"/>
              <a:gd name="connsiteY166" fmla="*/ 2194398 h 2251389"/>
              <a:gd name="connsiteX167" fmla="*/ 1983593 w 10915134"/>
              <a:gd name="connsiteY167" fmla="*/ 2219360 h 2251389"/>
              <a:gd name="connsiteX168" fmla="*/ 1853105 w 10915134"/>
              <a:gd name="connsiteY168" fmla="*/ 2214141 h 2251389"/>
              <a:gd name="connsiteX169" fmla="*/ 1748511 w 10915134"/>
              <a:gd name="connsiteY169" fmla="*/ 2178472 h 2251389"/>
              <a:gd name="connsiteX170" fmla="*/ 1633422 w 10915134"/>
              <a:gd name="connsiteY170" fmla="*/ 2143415 h 2251389"/>
              <a:gd name="connsiteX171" fmla="*/ 1558946 w 10915134"/>
              <a:gd name="connsiteY171" fmla="*/ 2128843 h 2251389"/>
              <a:gd name="connsiteX172" fmla="*/ 1385344 w 10915134"/>
              <a:gd name="connsiteY172" fmla="*/ 2124817 h 2251389"/>
              <a:gd name="connsiteX173" fmla="*/ 1227473 w 10915134"/>
              <a:gd name="connsiteY173" fmla="*/ 2113291 h 2251389"/>
              <a:gd name="connsiteX174" fmla="*/ 1088711 w 10915134"/>
              <a:gd name="connsiteY174" fmla="*/ 2097947 h 2251389"/>
              <a:gd name="connsiteX175" fmla="*/ 939259 w 10915134"/>
              <a:gd name="connsiteY175" fmla="*/ 2073411 h 2251389"/>
              <a:gd name="connsiteX176" fmla="*/ 914345 w 10915134"/>
              <a:gd name="connsiteY176" fmla="*/ 2063135 h 2251389"/>
              <a:gd name="connsiteX177" fmla="*/ 879393 w 10915134"/>
              <a:gd name="connsiteY177" fmla="*/ 2068419 h 2251389"/>
              <a:gd name="connsiteX178" fmla="*/ 739242 w 10915134"/>
              <a:gd name="connsiteY178" fmla="*/ 2091539 h 2251389"/>
              <a:gd name="connsiteX179" fmla="*/ 628509 w 10915134"/>
              <a:gd name="connsiteY179" fmla="*/ 2108134 h 2251389"/>
              <a:gd name="connsiteX180" fmla="*/ 508046 w 10915134"/>
              <a:gd name="connsiteY180" fmla="*/ 2109851 h 2251389"/>
              <a:gd name="connsiteX181" fmla="*/ 408793 w 10915134"/>
              <a:gd name="connsiteY181" fmla="*/ 2105335 h 2251389"/>
              <a:gd name="connsiteX182" fmla="*/ 259142 w 10915134"/>
              <a:gd name="connsiteY182" fmla="*/ 2115883 h 2251389"/>
              <a:gd name="connsiteX183" fmla="*/ 91266 w 10915134"/>
              <a:gd name="connsiteY183" fmla="*/ 2135533 h 2251389"/>
              <a:gd name="connsiteX184" fmla="*/ 12251 w 10915134"/>
              <a:gd name="connsiteY184" fmla="*/ 2121489 h 2251389"/>
              <a:gd name="connsiteX185" fmla="*/ 0 w 10915134"/>
              <a:gd name="connsiteY185" fmla="*/ 2122164 h 2251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0915134" h="2251389">
                <a:moveTo>
                  <a:pt x="0" y="0"/>
                </a:moveTo>
                <a:lnTo>
                  <a:pt x="10915134" y="0"/>
                </a:lnTo>
                <a:lnTo>
                  <a:pt x="10882980" y="49990"/>
                </a:lnTo>
                <a:cubicBezTo>
                  <a:pt x="10880871" y="52147"/>
                  <a:pt x="10836905" y="107867"/>
                  <a:pt x="10834795" y="110024"/>
                </a:cubicBezTo>
                <a:cubicBezTo>
                  <a:pt x="10820319" y="128194"/>
                  <a:pt x="10762503" y="175620"/>
                  <a:pt x="10738392" y="165813"/>
                </a:cubicBezTo>
                <a:cubicBezTo>
                  <a:pt x="10748670" y="186392"/>
                  <a:pt x="10638347" y="188684"/>
                  <a:pt x="10633692" y="209264"/>
                </a:cubicBezTo>
                <a:cubicBezTo>
                  <a:pt x="10631767" y="225908"/>
                  <a:pt x="10597419" y="233945"/>
                  <a:pt x="10586800" y="239716"/>
                </a:cubicBezTo>
                <a:cubicBezTo>
                  <a:pt x="10579628" y="256520"/>
                  <a:pt x="10520682" y="224915"/>
                  <a:pt x="10501658" y="307174"/>
                </a:cubicBezTo>
                <a:cubicBezTo>
                  <a:pt x="10447727" y="313339"/>
                  <a:pt x="10447126" y="425780"/>
                  <a:pt x="10404067" y="412395"/>
                </a:cubicBezTo>
                <a:cubicBezTo>
                  <a:pt x="10392937" y="413598"/>
                  <a:pt x="10388815" y="467371"/>
                  <a:pt x="10380953" y="472334"/>
                </a:cubicBezTo>
                <a:lnTo>
                  <a:pt x="10341416" y="504774"/>
                </a:lnTo>
                <a:lnTo>
                  <a:pt x="10326329" y="523459"/>
                </a:lnTo>
                <a:lnTo>
                  <a:pt x="10298289" y="532173"/>
                </a:lnTo>
                <a:cubicBezTo>
                  <a:pt x="10284422" y="535049"/>
                  <a:pt x="10265952" y="533199"/>
                  <a:pt x="10243127" y="540715"/>
                </a:cubicBezTo>
                <a:cubicBezTo>
                  <a:pt x="10203910" y="562831"/>
                  <a:pt x="10165274" y="534580"/>
                  <a:pt x="10141243" y="592343"/>
                </a:cubicBezTo>
                <a:cubicBezTo>
                  <a:pt x="10059374" y="598371"/>
                  <a:pt x="10021953" y="650378"/>
                  <a:pt x="9940352" y="631518"/>
                </a:cubicBezTo>
                <a:cubicBezTo>
                  <a:pt x="9959797" y="646419"/>
                  <a:pt x="9860152" y="623282"/>
                  <a:pt x="9836226" y="660496"/>
                </a:cubicBezTo>
                <a:cubicBezTo>
                  <a:pt x="9788121" y="672556"/>
                  <a:pt x="9760988" y="668531"/>
                  <a:pt x="9686899" y="683782"/>
                </a:cubicBezTo>
                <a:cubicBezTo>
                  <a:pt x="9623800" y="700369"/>
                  <a:pt x="9613948" y="700871"/>
                  <a:pt x="9578209" y="709781"/>
                </a:cubicBezTo>
                <a:lnTo>
                  <a:pt x="9437298" y="757337"/>
                </a:lnTo>
                <a:lnTo>
                  <a:pt x="9435498" y="759689"/>
                </a:lnTo>
                <a:cubicBezTo>
                  <a:pt x="9426240" y="765982"/>
                  <a:pt x="9419508" y="766527"/>
                  <a:pt x="9413910" y="764531"/>
                </a:cubicBezTo>
                <a:lnTo>
                  <a:pt x="9361370" y="760593"/>
                </a:lnTo>
                <a:lnTo>
                  <a:pt x="9356626" y="764594"/>
                </a:lnTo>
                <a:lnTo>
                  <a:pt x="9311281" y="769260"/>
                </a:lnTo>
                <a:cubicBezTo>
                  <a:pt x="9311245" y="769953"/>
                  <a:pt x="9311210" y="770644"/>
                  <a:pt x="9311173" y="771337"/>
                </a:cubicBezTo>
                <a:cubicBezTo>
                  <a:pt x="9309900" y="776105"/>
                  <a:pt x="9307010" y="779823"/>
                  <a:pt x="9300658" y="781452"/>
                </a:cubicBezTo>
                <a:cubicBezTo>
                  <a:pt x="9318003" y="808459"/>
                  <a:pt x="9299643" y="793767"/>
                  <a:pt x="9279376" y="796188"/>
                </a:cubicBezTo>
                <a:cubicBezTo>
                  <a:pt x="9260850" y="809309"/>
                  <a:pt x="9206021" y="849156"/>
                  <a:pt x="9189502" y="860175"/>
                </a:cubicBezTo>
                <a:lnTo>
                  <a:pt x="9180260" y="862300"/>
                </a:lnTo>
                <a:cubicBezTo>
                  <a:pt x="9180236" y="862466"/>
                  <a:pt x="9180211" y="862633"/>
                  <a:pt x="9180186" y="862799"/>
                </a:cubicBezTo>
                <a:cubicBezTo>
                  <a:pt x="9178407" y="864232"/>
                  <a:pt x="9175456" y="865295"/>
                  <a:pt x="9170652" y="865945"/>
                </a:cubicBezTo>
                <a:lnTo>
                  <a:pt x="9145484" y="870300"/>
                </a:lnTo>
                <a:lnTo>
                  <a:pt x="9140031" y="874741"/>
                </a:lnTo>
                <a:lnTo>
                  <a:pt x="9138892" y="880860"/>
                </a:lnTo>
                <a:lnTo>
                  <a:pt x="9107257" y="903704"/>
                </a:lnTo>
                <a:cubicBezTo>
                  <a:pt x="9091321" y="899193"/>
                  <a:pt x="9043942" y="941365"/>
                  <a:pt x="9034880" y="948837"/>
                </a:cubicBezTo>
                <a:lnTo>
                  <a:pt x="8950600" y="994853"/>
                </a:lnTo>
                <a:cubicBezTo>
                  <a:pt x="8865196" y="1081843"/>
                  <a:pt x="8818875" y="1077389"/>
                  <a:pt x="8753014" y="1118658"/>
                </a:cubicBezTo>
                <a:cubicBezTo>
                  <a:pt x="8692981" y="1124704"/>
                  <a:pt x="8636332" y="1128410"/>
                  <a:pt x="8581094" y="1153261"/>
                </a:cubicBezTo>
                <a:cubicBezTo>
                  <a:pt x="8538621" y="1164812"/>
                  <a:pt x="8511758" y="1169577"/>
                  <a:pt x="8498175" y="1187969"/>
                </a:cubicBezTo>
                <a:lnTo>
                  <a:pt x="8448788" y="1206463"/>
                </a:lnTo>
                <a:lnTo>
                  <a:pt x="8367996" y="1232783"/>
                </a:lnTo>
                <a:cubicBezTo>
                  <a:pt x="8367806" y="1234615"/>
                  <a:pt x="8367614" y="1236446"/>
                  <a:pt x="8367423" y="1238278"/>
                </a:cubicBezTo>
                <a:lnTo>
                  <a:pt x="8359640" y="1246782"/>
                </a:lnTo>
                <a:lnTo>
                  <a:pt x="8346100" y="1266142"/>
                </a:lnTo>
                <a:lnTo>
                  <a:pt x="8318833" y="1292714"/>
                </a:lnTo>
                <a:lnTo>
                  <a:pt x="8317719" y="1291904"/>
                </a:lnTo>
                <a:cubicBezTo>
                  <a:pt x="8314688" y="1290662"/>
                  <a:pt x="8311461" y="1290840"/>
                  <a:pt x="8307730" y="1293984"/>
                </a:cubicBezTo>
                <a:cubicBezTo>
                  <a:pt x="8294903" y="1295590"/>
                  <a:pt x="8255937" y="1295887"/>
                  <a:pt x="8240756" y="1301537"/>
                </a:cubicBezTo>
                <a:cubicBezTo>
                  <a:pt x="8233324" y="1310481"/>
                  <a:pt x="8225256" y="1319366"/>
                  <a:pt x="8216639" y="1327887"/>
                </a:cubicBezTo>
                <a:lnTo>
                  <a:pt x="8211337" y="1332570"/>
                </a:lnTo>
                <a:lnTo>
                  <a:pt x="8211048" y="1332403"/>
                </a:lnTo>
                <a:cubicBezTo>
                  <a:pt x="8209501" y="1332874"/>
                  <a:pt x="8207607" y="1334206"/>
                  <a:pt x="8205085" y="1336831"/>
                </a:cubicBezTo>
                <a:lnTo>
                  <a:pt x="8137554" y="1342145"/>
                </a:lnTo>
                <a:cubicBezTo>
                  <a:pt x="8105705" y="1354688"/>
                  <a:pt x="8080446" y="1339423"/>
                  <a:pt x="8054564" y="1367911"/>
                </a:cubicBezTo>
                <a:cubicBezTo>
                  <a:pt x="8024726" y="1379555"/>
                  <a:pt x="7996957" y="1380148"/>
                  <a:pt x="7973237" y="1397544"/>
                </a:cubicBezTo>
                <a:cubicBezTo>
                  <a:pt x="7961439" y="1393972"/>
                  <a:pt x="7951168" y="1394796"/>
                  <a:pt x="7944198" y="1410276"/>
                </a:cubicBezTo>
                <a:cubicBezTo>
                  <a:pt x="7915673" y="1417804"/>
                  <a:pt x="7905583" y="1403950"/>
                  <a:pt x="7890643" y="1424144"/>
                </a:cubicBezTo>
                <a:cubicBezTo>
                  <a:pt x="7869590" y="1403678"/>
                  <a:pt x="7870757" y="1414314"/>
                  <a:pt x="7864997" y="1425023"/>
                </a:cubicBezTo>
                <a:lnTo>
                  <a:pt x="7864067" y="1426002"/>
                </a:lnTo>
                <a:lnTo>
                  <a:pt x="7861153" y="1423038"/>
                </a:lnTo>
                <a:lnTo>
                  <a:pt x="7844586" y="1429169"/>
                </a:lnTo>
                <a:lnTo>
                  <a:pt x="7840350" y="1432451"/>
                </a:lnTo>
                <a:cubicBezTo>
                  <a:pt x="7837357" y="1434345"/>
                  <a:pt x="7835272" y="1435129"/>
                  <a:pt x="7833722" y="1435148"/>
                </a:cubicBezTo>
                <a:lnTo>
                  <a:pt x="7833492" y="1434901"/>
                </a:lnTo>
                <a:lnTo>
                  <a:pt x="7827413" y="1438043"/>
                </a:lnTo>
                <a:cubicBezTo>
                  <a:pt x="7817294" y="1444069"/>
                  <a:pt x="7807591" y="1450613"/>
                  <a:pt x="7798463" y="1457407"/>
                </a:cubicBezTo>
                <a:cubicBezTo>
                  <a:pt x="7789625" y="1446704"/>
                  <a:pt x="7769649" y="1464040"/>
                  <a:pt x="7759015" y="1458666"/>
                </a:cubicBezTo>
                <a:lnTo>
                  <a:pt x="7752684" y="1444792"/>
                </a:lnTo>
                <a:lnTo>
                  <a:pt x="7747867" y="1447976"/>
                </a:lnTo>
                <a:lnTo>
                  <a:pt x="7738750" y="1456574"/>
                </a:lnTo>
                <a:cubicBezTo>
                  <a:pt x="7737328" y="1457741"/>
                  <a:pt x="7736297" y="1457914"/>
                  <a:pt x="7735619" y="1456320"/>
                </a:cubicBezTo>
                <a:cubicBezTo>
                  <a:pt x="7730006" y="1457852"/>
                  <a:pt x="7711662" y="1464787"/>
                  <a:pt x="7705072" y="1465768"/>
                </a:cubicBezTo>
                <a:lnTo>
                  <a:pt x="7696073" y="1462212"/>
                </a:lnTo>
                <a:lnTo>
                  <a:pt x="7692096" y="1462163"/>
                </a:lnTo>
                <a:lnTo>
                  <a:pt x="7674689" y="1477613"/>
                </a:lnTo>
                <a:lnTo>
                  <a:pt x="7665348" y="1483862"/>
                </a:lnTo>
                <a:lnTo>
                  <a:pt x="7606276" y="1538521"/>
                </a:lnTo>
                <a:lnTo>
                  <a:pt x="7504695" y="1566686"/>
                </a:lnTo>
                <a:cubicBezTo>
                  <a:pt x="7473718" y="1603709"/>
                  <a:pt x="7404436" y="1554658"/>
                  <a:pt x="7401270" y="1597361"/>
                </a:cubicBezTo>
                <a:cubicBezTo>
                  <a:pt x="7369238" y="1613154"/>
                  <a:pt x="7363418" y="1605164"/>
                  <a:pt x="7320321" y="1619535"/>
                </a:cubicBezTo>
                <a:cubicBezTo>
                  <a:pt x="7280514" y="1668809"/>
                  <a:pt x="7198683" y="1708462"/>
                  <a:pt x="7149526" y="1743630"/>
                </a:cubicBezTo>
                <a:cubicBezTo>
                  <a:pt x="7114410" y="1721934"/>
                  <a:pt x="7136043" y="1746476"/>
                  <a:pt x="7105391" y="1752328"/>
                </a:cubicBezTo>
                <a:cubicBezTo>
                  <a:pt x="7119677" y="1779725"/>
                  <a:pt x="7066212" y="1749779"/>
                  <a:pt x="7071654" y="1785091"/>
                </a:cubicBezTo>
                <a:cubicBezTo>
                  <a:pt x="7065905" y="1785038"/>
                  <a:pt x="7060161" y="1783873"/>
                  <a:pt x="7054359" y="1782439"/>
                </a:cubicBezTo>
                <a:lnTo>
                  <a:pt x="7051319" y="1781706"/>
                </a:lnTo>
                <a:lnTo>
                  <a:pt x="7040377" y="1784767"/>
                </a:lnTo>
                <a:lnTo>
                  <a:pt x="7035771" y="1778137"/>
                </a:lnTo>
                <a:lnTo>
                  <a:pt x="7018208" y="1777373"/>
                </a:lnTo>
                <a:cubicBezTo>
                  <a:pt x="7011866" y="1778247"/>
                  <a:pt x="7005318" y="1780539"/>
                  <a:pt x="6998493" y="1785098"/>
                </a:cubicBezTo>
                <a:cubicBezTo>
                  <a:pt x="6983689" y="1806072"/>
                  <a:pt x="6952865" y="1800516"/>
                  <a:pt x="6928288" y="1811732"/>
                </a:cubicBezTo>
                <a:lnTo>
                  <a:pt x="6917773" y="1820666"/>
                </a:lnTo>
                <a:lnTo>
                  <a:pt x="6881789" y="1828309"/>
                </a:lnTo>
                <a:lnTo>
                  <a:pt x="6879926" y="1830591"/>
                </a:lnTo>
                <a:cubicBezTo>
                  <a:pt x="6873880" y="1832712"/>
                  <a:pt x="6861049" y="1834739"/>
                  <a:pt x="6845508" y="1841035"/>
                </a:cubicBezTo>
                <a:lnTo>
                  <a:pt x="6786683" y="1868367"/>
                </a:lnTo>
                <a:lnTo>
                  <a:pt x="6773874" y="1863267"/>
                </a:lnTo>
                <a:lnTo>
                  <a:pt x="6771241" y="1859449"/>
                </a:lnTo>
                <a:lnTo>
                  <a:pt x="6755065" y="1866822"/>
                </a:lnTo>
                <a:lnTo>
                  <a:pt x="6740854" y="1865352"/>
                </a:lnTo>
                <a:lnTo>
                  <a:pt x="6730997" y="1874155"/>
                </a:lnTo>
                <a:lnTo>
                  <a:pt x="6714212" y="1876293"/>
                </a:lnTo>
                <a:cubicBezTo>
                  <a:pt x="6707919" y="1876308"/>
                  <a:pt x="6700834" y="1876122"/>
                  <a:pt x="6693130" y="1876808"/>
                </a:cubicBezTo>
                <a:lnTo>
                  <a:pt x="6674405" y="1873459"/>
                </a:lnTo>
                <a:lnTo>
                  <a:pt x="6647714" y="1878941"/>
                </a:lnTo>
                <a:cubicBezTo>
                  <a:pt x="6627122" y="1883360"/>
                  <a:pt x="6607220" y="1886896"/>
                  <a:pt x="6586613" y="1887053"/>
                </a:cubicBezTo>
                <a:cubicBezTo>
                  <a:pt x="6572205" y="1895536"/>
                  <a:pt x="6557706" y="1900239"/>
                  <a:pt x="6540424" y="1893269"/>
                </a:cubicBezTo>
                <a:cubicBezTo>
                  <a:pt x="6497538" y="1902769"/>
                  <a:pt x="6490601" y="1917381"/>
                  <a:pt x="6460034" y="1911286"/>
                </a:cubicBezTo>
                <a:cubicBezTo>
                  <a:pt x="6453811" y="1919532"/>
                  <a:pt x="6449254" y="1924158"/>
                  <a:pt x="6445449" y="1926499"/>
                </a:cubicBezTo>
                <a:cubicBezTo>
                  <a:pt x="6434030" y="1933525"/>
                  <a:pt x="6429411" y="1919994"/>
                  <a:pt x="6407092" y="1921993"/>
                </a:cubicBezTo>
                <a:cubicBezTo>
                  <a:pt x="6382682" y="1922166"/>
                  <a:pt x="6418607" y="1903450"/>
                  <a:pt x="6396332" y="1907025"/>
                </a:cubicBezTo>
                <a:cubicBezTo>
                  <a:pt x="6376015" y="1918727"/>
                  <a:pt x="6367614" y="1898795"/>
                  <a:pt x="6347048" y="1912130"/>
                </a:cubicBezTo>
                <a:cubicBezTo>
                  <a:pt x="6360109" y="1925598"/>
                  <a:pt x="6297691" y="1920276"/>
                  <a:pt x="6302270" y="1933613"/>
                </a:cubicBezTo>
                <a:cubicBezTo>
                  <a:pt x="6272680" y="1919839"/>
                  <a:pt x="6273323" y="1945036"/>
                  <a:pt x="6243078" y="1945644"/>
                </a:cubicBezTo>
                <a:cubicBezTo>
                  <a:pt x="6226744" y="1941607"/>
                  <a:pt x="6216828" y="1942552"/>
                  <a:pt x="6207738" y="1953011"/>
                </a:cubicBezTo>
                <a:cubicBezTo>
                  <a:pt x="6131633" y="1932600"/>
                  <a:pt x="6170923" y="1959774"/>
                  <a:pt x="6108781" y="1959474"/>
                </a:cubicBezTo>
                <a:lnTo>
                  <a:pt x="6103698" y="1959304"/>
                </a:lnTo>
                <a:lnTo>
                  <a:pt x="6087017" y="1969078"/>
                </a:lnTo>
                <a:cubicBezTo>
                  <a:pt x="6086783" y="1969912"/>
                  <a:pt x="6086547" y="1970745"/>
                  <a:pt x="6086313" y="1971580"/>
                </a:cubicBezTo>
                <a:lnTo>
                  <a:pt x="6024291" y="1966761"/>
                </a:lnTo>
                <a:lnTo>
                  <a:pt x="6016853" y="1970526"/>
                </a:lnTo>
                <a:lnTo>
                  <a:pt x="5975404" y="1961749"/>
                </a:lnTo>
                <a:lnTo>
                  <a:pt x="5954536" y="1960220"/>
                </a:lnTo>
                <a:lnTo>
                  <a:pt x="5917280" y="1954478"/>
                </a:lnTo>
                <a:lnTo>
                  <a:pt x="5914232" y="1956919"/>
                </a:lnTo>
                <a:lnTo>
                  <a:pt x="5906850" y="1954702"/>
                </a:lnTo>
                <a:lnTo>
                  <a:pt x="5901461" y="1957577"/>
                </a:lnTo>
                <a:lnTo>
                  <a:pt x="5895317" y="1956828"/>
                </a:lnTo>
                <a:cubicBezTo>
                  <a:pt x="5883595" y="1958629"/>
                  <a:pt x="5844137" y="1966833"/>
                  <a:pt x="5831128" y="1968382"/>
                </a:cubicBezTo>
                <a:lnTo>
                  <a:pt x="5817261" y="1966124"/>
                </a:lnTo>
                <a:lnTo>
                  <a:pt x="5806791" y="1974713"/>
                </a:lnTo>
                <a:lnTo>
                  <a:pt x="5762574" y="1976973"/>
                </a:lnTo>
                <a:lnTo>
                  <a:pt x="5747297" y="1970252"/>
                </a:lnTo>
                <a:lnTo>
                  <a:pt x="5733169" y="1965433"/>
                </a:lnTo>
                <a:lnTo>
                  <a:pt x="5731338" y="1965447"/>
                </a:lnTo>
                <a:lnTo>
                  <a:pt x="5712957" y="1965596"/>
                </a:lnTo>
                <a:lnTo>
                  <a:pt x="5678760" y="1965873"/>
                </a:lnTo>
                <a:cubicBezTo>
                  <a:pt x="5656934" y="1966331"/>
                  <a:pt x="5634795" y="1967772"/>
                  <a:pt x="5612457" y="1972287"/>
                </a:cubicBezTo>
                <a:cubicBezTo>
                  <a:pt x="5527023" y="1949966"/>
                  <a:pt x="5534401" y="1947926"/>
                  <a:pt x="5462439" y="1941766"/>
                </a:cubicBezTo>
                <a:cubicBezTo>
                  <a:pt x="5427425" y="1917624"/>
                  <a:pt x="5291183" y="1960519"/>
                  <a:pt x="5249426" y="1957993"/>
                </a:cubicBezTo>
                <a:cubicBezTo>
                  <a:pt x="5146406" y="1973328"/>
                  <a:pt x="4927624" y="2044719"/>
                  <a:pt x="4795460" y="2018541"/>
                </a:cubicBezTo>
                <a:cubicBezTo>
                  <a:pt x="4762844" y="2022395"/>
                  <a:pt x="4718233" y="2031407"/>
                  <a:pt x="4698875" y="2031693"/>
                </a:cubicBezTo>
                <a:lnTo>
                  <a:pt x="4635334" y="2035504"/>
                </a:lnTo>
                <a:lnTo>
                  <a:pt x="4529228" y="2076609"/>
                </a:lnTo>
                <a:cubicBezTo>
                  <a:pt x="4475152" y="2050383"/>
                  <a:pt x="4475600" y="2080729"/>
                  <a:pt x="4408461" y="2090939"/>
                </a:cubicBezTo>
                <a:cubicBezTo>
                  <a:pt x="4383821" y="2082708"/>
                  <a:pt x="4268804" y="2082966"/>
                  <a:pt x="4254651" y="2101730"/>
                </a:cubicBezTo>
                <a:cubicBezTo>
                  <a:pt x="4238862" y="2106286"/>
                  <a:pt x="4220313" y="2100544"/>
                  <a:pt x="4213233" y="2120326"/>
                </a:cubicBezTo>
                <a:cubicBezTo>
                  <a:pt x="4201430" y="2144259"/>
                  <a:pt x="4145731" y="2110137"/>
                  <a:pt x="4153938" y="2137520"/>
                </a:cubicBezTo>
                <a:cubicBezTo>
                  <a:pt x="4114396" y="2114195"/>
                  <a:pt x="4083806" y="2164553"/>
                  <a:pt x="4050969" y="2177971"/>
                </a:cubicBezTo>
                <a:cubicBezTo>
                  <a:pt x="4019767" y="2177378"/>
                  <a:pt x="4005088" y="2190554"/>
                  <a:pt x="3933162" y="2199509"/>
                </a:cubicBezTo>
                <a:cubicBezTo>
                  <a:pt x="3898830" y="2172322"/>
                  <a:pt x="3861284" y="2221170"/>
                  <a:pt x="3797609" y="2185813"/>
                </a:cubicBezTo>
                <a:cubicBezTo>
                  <a:pt x="3795667" y="2189772"/>
                  <a:pt x="3776702" y="2186188"/>
                  <a:pt x="3723511" y="2185401"/>
                </a:cubicBezTo>
                <a:cubicBezTo>
                  <a:pt x="3670320" y="2184613"/>
                  <a:pt x="3558625" y="2184230"/>
                  <a:pt x="3478465" y="2181087"/>
                </a:cubicBezTo>
                <a:cubicBezTo>
                  <a:pt x="3387474" y="2181789"/>
                  <a:pt x="3428499" y="2219948"/>
                  <a:pt x="3308996" y="2177978"/>
                </a:cubicBezTo>
                <a:cubicBezTo>
                  <a:pt x="3299910" y="2200517"/>
                  <a:pt x="3285785" y="2202748"/>
                  <a:pt x="3260282" y="2194479"/>
                </a:cubicBezTo>
                <a:cubicBezTo>
                  <a:pt x="3216295" y="2196427"/>
                  <a:pt x="3227371" y="2250251"/>
                  <a:pt x="3178557" y="2221451"/>
                </a:cubicBezTo>
                <a:cubicBezTo>
                  <a:pt x="3146795" y="2234329"/>
                  <a:pt x="3117401" y="2220418"/>
                  <a:pt x="3097074" y="2229837"/>
                </a:cubicBezTo>
                <a:lnTo>
                  <a:pt x="3029944" y="2248531"/>
                </a:lnTo>
                <a:cubicBezTo>
                  <a:pt x="2992804" y="2254069"/>
                  <a:pt x="2982389" y="2213943"/>
                  <a:pt x="2964870" y="2251389"/>
                </a:cubicBezTo>
                <a:lnTo>
                  <a:pt x="2931496" y="2243024"/>
                </a:lnTo>
                <a:lnTo>
                  <a:pt x="2892959" y="2233969"/>
                </a:lnTo>
                <a:cubicBezTo>
                  <a:pt x="2872669" y="2227791"/>
                  <a:pt x="2882203" y="2234774"/>
                  <a:pt x="2839074" y="2225008"/>
                </a:cubicBezTo>
                <a:cubicBezTo>
                  <a:pt x="2811442" y="2251884"/>
                  <a:pt x="2766379" y="2232117"/>
                  <a:pt x="2693779" y="2231570"/>
                </a:cubicBezTo>
                <a:lnTo>
                  <a:pt x="2523799" y="2236547"/>
                </a:lnTo>
                <a:cubicBezTo>
                  <a:pt x="2466172" y="2242686"/>
                  <a:pt x="2414634" y="2227724"/>
                  <a:pt x="2340069" y="2220699"/>
                </a:cubicBezTo>
                <a:cubicBezTo>
                  <a:pt x="2265503" y="2213674"/>
                  <a:pt x="2139796" y="2191971"/>
                  <a:pt x="2076408" y="2194398"/>
                </a:cubicBezTo>
                <a:cubicBezTo>
                  <a:pt x="2032508" y="2197562"/>
                  <a:pt x="2027933" y="2185141"/>
                  <a:pt x="1983593" y="2219360"/>
                </a:cubicBezTo>
                <a:cubicBezTo>
                  <a:pt x="1947094" y="2209205"/>
                  <a:pt x="1890960" y="2218305"/>
                  <a:pt x="1853105" y="2214141"/>
                </a:cubicBezTo>
                <a:cubicBezTo>
                  <a:pt x="1825748" y="2216625"/>
                  <a:pt x="1783192" y="2179879"/>
                  <a:pt x="1748511" y="2178472"/>
                </a:cubicBezTo>
                <a:cubicBezTo>
                  <a:pt x="1703498" y="2196202"/>
                  <a:pt x="1694831" y="2157630"/>
                  <a:pt x="1633422" y="2143415"/>
                </a:cubicBezTo>
                <a:cubicBezTo>
                  <a:pt x="1607630" y="2161065"/>
                  <a:pt x="1579060" y="2145077"/>
                  <a:pt x="1558946" y="2128843"/>
                </a:cubicBezTo>
                <a:cubicBezTo>
                  <a:pt x="1499069" y="2134267"/>
                  <a:pt x="1452565" y="2133855"/>
                  <a:pt x="1385344" y="2124817"/>
                </a:cubicBezTo>
                <a:cubicBezTo>
                  <a:pt x="1312492" y="2145463"/>
                  <a:pt x="1299315" y="2122756"/>
                  <a:pt x="1227473" y="2113291"/>
                </a:cubicBezTo>
                <a:cubicBezTo>
                  <a:pt x="1199075" y="2120045"/>
                  <a:pt x="1149241" y="2095660"/>
                  <a:pt x="1088711" y="2097947"/>
                </a:cubicBezTo>
                <a:cubicBezTo>
                  <a:pt x="1048569" y="2095382"/>
                  <a:pt x="1091396" y="2061344"/>
                  <a:pt x="939259" y="2073411"/>
                </a:cubicBezTo>
                <a:cubicBezTo>
                  <a:pt x="930603" y="2080267"/>
                  <a:pt x="912274" y="2072716"/>
                  <a:pt x="914345" y="2063135"/>
                </a:cubicBezTo>
                <a:cubicBezTo>
                  <a:pt x="904674" y="2065915"/>
                  <a:pt x="881392" y="2083881"/>
                  <a:pt x="879393" y="2068419"/>
                </a:cubicBezTo>
                <a:cubicBezTo>
                  <a:pt x="831068" y="2065554"/>
                  <a:pt x="782797" y="2073516"/>
                  <a:pt x="739242" y="2091539"/>
                </a:cubicBezTo>
                <a:cubicBezTo>
                  <a:pt x="713063" y="2085924"/>
                  <a:pt x="685973" y="2097939"/>
                  <a:pt x="628509" y="2108134"/>
                </a:cubicBezTo>
                <a:cubicBezTo>
                  <a:pt x="575136" y="2076613"/>
                  <a:pt x="570057" y="2131408"/>
                  <a:pt x="508046" y="2109851"/>
                </a:cubicBezTo>
                <a:cubicBezTo>
                  <a:pt x="473420" y="2105939"/>
                  <a:pt x="433697" y="2091842"/>
                  <a:pt x="408793" y="2105335"/>
                </a:cubicBezTo>
                <a:cubicBezTo>
                  <a:pt x="383633" y="2099507"/>
                  <a:pt x="299763" y="2118030"/>
                  <a:pt x="259142" y="2115883"/>
                </a:cubicBezTo>
                <a:cubicBezTo>
                  <a:pt x="191085" y="2103328"/>
                  <a:pt x="127146" y="2128850"/>
                  <a:pt x="91266" y="2135533"/>
                </a:cubicBezTo>
                <a:cubicBezTo>
                  <a:pt x="55346" y="2131669"/>
                  <a:pt x="37547" y="2122850"/>
                  <a:pt x="12251" y="2121489"/>
                </a:cubicBezTo>
                <a:lnTo>
                  <a:pt x="0" y="2122164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172BFF1-D730-9613-42D3-8F0E0BED7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609600"/>
            <a:ext cx="5915197" cy="1330519"/>
          </a:xfrm>
        </p:spPr>
        <p:txBody>
          <a:bodyPr>
            <a:normAutofit/>
          </a:bodyPr>
          <a:lstStyle/>
          <a:p>
            <a:r>
              <a:rPr lang="it-IT" dirty="0"/>
              <a:t>Perché Abstract Factory?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B9FD11D-7561-43C8-BE54-00D7DCF0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5390" y="5800298"/>
            <a:ext cx="5736610" cy="1057702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4114838 w 5741575"/>
              <a:gd name="connsiteY74" fmla="*/ 238165 h 955271"/>
              <a:gd name="connsiteX75" fmla="*/ 4271023 w 5741575"/>
              <a:gd name="connsiteY75" fmla="*/ 241959 h 955271"/>
              <a:gd name="connsiteX76" fmla="*/ 4367397 w 5741575"/>
              <a:gd name="connsiteY76" fmla="*/ 271442 h 955271"/>
              <a:gd name="connsiteX77" fmla="*/ 4495366 w 5741575"/>
              <a:gd name="connsiteY77" fmla="*/ 271618 h 955271"/>
              <a:gd name="connsiteX78" fmla="*/ 4517347 w 5741575"/>
              <a:gd name="connsiteY78" fmla="*/ 275639 h 955271"/>
              <a:gd name="connsiteX79" fmla="*/ 4546116 w 5741575"/>
              <a:gd name="connsiteY79" fmla="*/ 268568 h 955271"/>
              <a:gd name="connsiteX80" fmla="*/ 4661259 w 5741575"/>
              <a:gd name="connsiteY80" fmla="*/ 238966 h 955271"/>
              <a:gd name="connsiteX81" fmla="*/ 4750403 w 5741575"/>
              <a:gd name="connsiteY81" fmla="*/ 204364 h 955271"/>
              <a:gd name="connsiteX82" fmla="*/ 4867614 w 5741575"/>
              <a:gd name="connsiteY82" fmla="*/ 208668 h 955271"/>
              <a:gd name="connsiteX83" fmla="*/ 4937036 w 5741575"/>
              <a:gd name="connsiteY83" fmla="*/ 195446 h 955271"/>
              <a:gd name="connsiteX84" fmla="*/ 5047626 w 5741575"/>
              <a:gd name="connsiteY84" fmla="*/ 149604 h 955271"/>
              <a:gd name="connsiteX85" fmla="*/ 5200247 w 5741575"/>
              <a:gd name="connsiteY85" fmla="*/ 142695 h 955271"/>
              <a:gd name="connsiteX86" fmla="*/ 5235691 w 5741575"/>
              <a:gd name="connsiteY86" fmla="*/ 173330 h 955271"/>
              <a:gd name="connsiteX87" fmla="*/ 5280133 w 5741575"/>
              <a:gd name="connsiteY87" fmla="*/ 189342 h 955271"/>
              <a:gd name="connsiteX88" fmla="*/ 5291963 w 5741575"/>
              <a:gd name="connsiteY88" fmla="*/ 139446 h 955271"/>
              <a:gd name="connsiteX89" fmla="*/ 5418472 w 5741575"/>
              <a:gd name="connsiteY89" fmla="*/ 89163 h 955271"/>
              <a:gd name="connsiteX90" fmla="*/ 5482354 w 5741575"/>
              <a:gd name="connsiteY90" fmla="*/ 69470 h 955271"/>
              <a:gd name="connsiteX91" fmla="*/ 5583280 w 5741575"/>
              <a:gd name="connsiteY91" fmla="*/ 49787 h 955271"/>
              <a:gd name="connsiteX92" fmla="*/ 5613766 w 5741575"/>
              <a:gd name="connsiteY92" fmla="*/ 41855 h 955271"/>
              <a:gd name="connsiteX93" fmla="*/ 5684952 w 5741575"/>
              <a:gd name="connsiteY93" fmla="*/ 26088 h 955271"/>
              <a:gd name="connsiteX94" fmla="*/ 5741575 w 5741575"/>
              <a:gd name="connsiteY9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873778 w 5741575"/>
              <a:gd name="connsiteY38" fmla="*/ 530130 h 955271"/>
              <a:gd name="connsiteX39" fmla="*/ 1988411 w 5741575"/>
              <a:gd name="connsiteY39" fmla="*/ 491599 h 955271"/>
              <a:gd name="connsiteX40" fmla="*/ 2085507 w 5741575"/>
              <a:gd name="connsiteY40" fmla="*/ 498527 h 955271"/>
              <a:gd name="connsiteX41" fmla="*/ 2090767 w 5741575"/>
              <a:gd name="connsiteY41" fmla="*/ 490616 h 955271"/>
              <a:gd name="connsiteX42" fmla="*/ 2151143 w 5741575"/>
              <a:gd name="connsiteY42" fmla="*/ 478332 h 955271"/>
              <a:gd name="connsiteX43" fmla="*/ 2378710 w 5741575"/>
              <a:gd name="connsiteY43" fmla="*/ 477570 h 955271"/>
              <a:gd name="connsiteX44" fmla="*/ 2496256 w 5741575"/>
              <a:gd name="connsiteY44" fmla="*/ 452396 h 955271"/>
              <a:gd name="connsiteX45" fmla="*/ 2535387 w 5741575"/>
              <a:gd name="connsiteY45" fmla="*/ 436645 h 955271"/>
              <a:gd name="connsiteX46" fmla="*/ 2601109 w 5741575"/>
              <a:gd name="connsiteY46" fmla="*/ 410678 h 955271"/>
              <a:gd name="connsiteX47" fmla="*/ 2643855 w 5741575"/>
              <a:gd name="connsiteY47" fmla="*/ 374482 h 955271"/>
              <a:gd name="connsiteX48" fmla="*/ 2657726 w 5741575"/>
              <a:gd name="connsiteY48" fmla="*/ 365841 h 955271"/>
              <a:gd name="connsiteX49" fmla="*/ 2687125 w 5741575"/>
              <a:gd name="connsiteY49" fmla="*/ 366820 h 955271"/>
              <a:gd name="connsiteX50" fmla="*/ 2697479 w 5741575"/>
              <a:gd name="connsiteY50" fmla="*/ 361430 h 955271"/>
              <a:gd name="connsiteX51" fmla="*/ 2701547 w 5741575"/>
              <a:gd name="connsiteY51" fmla="*/ 361545 h 955271"/>
              <a:gd name="connsiteX52" fmla="*/ 2711054 w 5741575"/>
              <a:gd name="connsiteY52" fmla="*/ 360597 h 955271"/>
              <a:gd name="connsiteX53" fmla="*/ 2710438 w 5741575"/>
              <a:gd name="connsiteY53" fmla="*/ 366958 h 955271"/>
              <a:gd name="connsiteX54" fmla="*/ 2722936 w 5741575"/>
              <a:gd name="connsiteY54" fmla="*/ 377633 h 955271"/>
              <a:gd name="connsiteX55" fmla="*/ 2777227 w 5741575"/>
              <a:gd name="connsiteY55" fmla="*/ 368972 h 955271"/>
              <a:gd name="connsiteX56" fmla="*/ 2779510 w 5741575"/>
              <a:gd name="connsiteY56" fmla="*/ 361652 h 955271"/>
              <a:gd name="connsiteX57" fmla="*/ 2786278 w 5741575"/>
              <a:gd name="connsiteY57" fmla="*/ 359869 h 955271"/>
              <a:gd name="connsiteX58" fmla="*/ 2792101 w 5741575"/>
              <a:gd name="connsiteY58" fmla="*/ 365927 h 955271"/>
              <a:gd name="connsiteX59" fmla="*/ 2885545 w 5741575"/>
              <a:gd name="connsiteY59" fmla="*/ 372818 h 955271"/>
              <a:gd name="connsiteX60" fmla="*/ 3009558 w 5741575"/>
              <a:gd name="connsiteY60" fmla="*/ 370573 h 955271"/>
              <a:gd name="connsiteX61" fmla="*/ 3095010 w 5741575"/>
              <a:gd name="connsiteY61" fmla="*/ 332454 h 955271"/>
              <a:gd name="connsiteX62" fmla="*/ 3103742 w 5741575"/>
              <a:gd name="connsiteY62" fmla="*/ 337974 h 955271"/>
              <a:gd name="connsiteX63" fmla="*/ 3165093 w 5741575"/>
              <a:gd name="connsiteY63" fmla="*/ 329459 h 955271"/>
              <a:gd name="connsiteX64" fmla="*/ 3373785 w 5741575"/>
              <a:gd name="connsiteY64" fmla="*/ 255680 h 955271"/>
              <a:gd name="connsiteX65" fmla="*/ 3493851 w 5741575"/>
              <a:gd name="connsiteY65" fmla="*/ 240255 h 955271"/>
              <a:gd name="connsiteX66" fmla="*/ 3537470 w 5741575"/>
              <a:gd name="connsiteY66" fmla="*/ 241867 h 955271"/>
              <a:gd name="connsiteX67" fmla="*/ 3610489 w 5741575"/>
              <a:gd name="connsiteY67" fmla="*/ 244128 h 955271"/>
              <a:gd name="connsiteX68" fmla="*/ 3667539 w 5741575"/>
              <a:gd name="connsiteY68" fmla="*/ 263271 h 955271"/>
              <a:gd name="connsiteX69" fmla="*/ 3727614 w 5741575"/>
              <a:gd name="connsiteY69" fmla="*/ 258245 h 955271"/>
              <a:gd name="connsiteX70" fmla="*/ 3738369 w 5741575"/>
              <a:gd name="connsiteY70" fmla="*/ 234506 h 955271"/>
              <a:gd name="connsiteX71" fmla="*/ 3803670 w 5741575"/>
              <a:gd name="connsiteY71" fmla="*/ 236457 h 955271"/>
              <a:gd name="connsiteX72" fmla="*/ 3903080 w 5741575"/>
              <a:gd name="connsiteY72" fmla="*/ 241890 h 955271"/>
              <a:gd name="connsiteX73" fmla="*/ 4114838 w 5741575"/>
              <a:gd name="connsiteY73" fmla="*/ 238165 h 955271"/>
              <a:gd name="connsiteX74" fmla="*/ 4271023 w 5741575"/>
              <a:gd name="connsiteY74" fmla="*/ 241959 h 955271"/>
              <a:gd name="connsiteX75" fmla="*/ 4367397 w 5741575"/>
              <a:gd name="connsiteY75" fmla="*/ 271442 h 955271"/>
              <a:gd name="connsiteX76" fmla="*/ 4495366 w 5741575"/>
              <a:gd name="connsiteY76" fmla="*/ 271618 h 955271"/>
              <a:gd name="connsiteX77" fmla="*/ 4517347 w 5741575"/>
              <a:gd name="connsiteY77" fmla="*/ 275639 h 955271"/>
              <a:gd name="connsiteX78" fmla="*/ 4546116 w 5741575"/>
              <a:gd name="connsiteY78" fmla="*/ 268568 h 955271"/>
              <a:gd name="connsiteX79" fmla="*/ 4661259 w 5741575"/>
              <a:gd name="connsiteY79" fmla="*/ 238966 h 955271"/>
              <a:gd name="connsiteX80" fmla="*/ 4750403 w 5741575"/>
              <a:gd name="connsiteY80" fmla="*/ 204364 h 955271"/>
              <a:gd name="connsiteX81" fmla="*/ 4867614 w 5741575"/>
              <a:gd name="connsiteY81" fmla="*/ 208668 h 955271"/>
              <a:gd name="connsiteX82" fmla="*/ 4937036 w 5741575"/>
              <a:gd name="connsiteY82" fmla="*/ 195446 h 955271"/>
              <a:gd name="connsiteX83" fmla="*/ 5047626 w 5741575"/>
              <a:gd name="connsiteY83" fmla="*/ 149604 h 955271"/>
              <a:gd name="connsiteX84" fmla="*/ 5200247 w 5741575"/>
              <a:gd name="connsiteY84" fmla="*/ 142695 h 955271"/>
              <a:gd name="connsiteX85" fmla="*/ 5235691 w 5741575"/>
              <a:gd name="connsiteY85" fmla="*/ 173330 h 955271"/>
              <a:gd name="connsiteX86" fmla="*/ 5280133 w 5741575"/>
              <a:gd name="connsiteY86" fmla="*/ 189342 h 955271"/>
              <a:gd name="connsiteX87" fmla="*/ 5291963 w 5741575"/>
              <a:gd name="connsiteY87" fmla="*/ 139446 h 955271"/>
              <a:gd name="connsiteX88" fmla="*/ 5418472 w 5741575"/>
              <a:gd name="connsiteY88" fmla="*/ 89163 h 955271"/>
              <a:gd name="connsiteX89" fmla="*/ 5482354 w 5741575"/>
              <a:gd name="connsiteY89" fmla="*/ 69470 h 955271"/>
              <a:gd name="connsiteX90" fmla="*/ 5583280 w 5741575"/>
              <a:gd name="connsiteY90" fmla="*/ 49787 h 955271"/>
              <a:gd name="connsiteX91" fmla="*/ 5613766 w 5741575"/>
              <a:gd name="connsiteY91" fmla="*/ 41855 h 955271"/>
              <a:gd name="connsiteX92" fmla="*/ 5684952 w 5741575"/>
              <a:gd name="connsiteY92" fmla="*/ 26088 h 955271"/>
              <a:gd name="connsiteX93" fmla="*/ 5741575 w 5741575"/>
              <a:gd name="connsiteY9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84157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306299 w 5741575"/>
              <a:gd name="connsiteY16" fmla="*/ 873609 h 955271"/>
              <a:gd name="connsiteX17" fmla="*/ 331571 w 5741575"/>
              <a:gd name="connsiteY17" fmla="*/ 869866 h 955271"/>
              <a:gd name="connsiteX18" fmla="*/ 384157 w 5741575"/>
              <a:gd name="connsiteY18" fmla="*/ 867971 h 955271"/>
              <a:gd name="connsiteX19" fmla="*/ 477637 w 5741575"/>
              <a:gd name="connsiteY19" fmla="*/ 870334 h 955271"/>
              <a:gd name="connsiteX20" fmla="*/ 570239 w 5741575"/>
              <a:gd name="connsiteY20" fmla="*/ 829596 h 955271"/>
              <a:gd name="connsiteX21" fmla="*/ 787156 w 5741575"/>
              <a:gd name="connsiteY21" fmla="*/ 838447 h 955271"/>
              <a:gd name="connsiteX22" fmla="*/ 948872 w 5741575"/>
              <a:gd name="connsiteY22" fmla="*/ 772201 h 955271"/>
              <a:gd name="connsiteX23" fmla="*/ 1127089 w 5741575"/>
              <a:gd name="connsiteY23" fmla="*/ 746926 h 955271"/>
              <a:gd name="connsiteX24" fmla="*/ 1220426 w 5741575"/>
              <a:gd name="connsiteY24" fmla="*/ 721810 h 955271"/>
              <a:gd name="connsiteX25" fmla="*/ 1306771 w 5741575"/>
              <a:gd name="connsiteY25" fmla="*/ 717936 h 955271"/>
              <a:gd name="connsiteX26" fmla="*/ 1374314 w 5741575"/>
              <a:gd name="connsiteY26" fmla="*/ 688815 h 955271"/>
              <a:gd name="connsiteX27" fmla="*/ 1378034 w 5741575"/>
              <a:gd name="connsiteY27" fmla="*/ 685842 h 955271"/>
              <a:gd name="connsiteX28" fmla="*/ 1395604 w 5741575"/>
              <a:gd name="connsiteY28" fmla="*/ 680460 h 955271"/>
              <a:gd name="connsiteX29" fmla="*/ 1397206 w 5741575"/>
              <a:gd name="connsiteY29" fmla="*/ 670793 h 955271"/>
              <a:gd name="connsiteX30" fmla="*/ 1421250 w 5741575"/>
              <a:gd name="connsiteY30" fmla="*/ 656855 h 955271"/>
              <a:gd name="connsiteX31" fmla="*/ 1454524 w 5741575"/>
              <a:gd name="connsiteY31" fmla="*/ 649224 h 955271"/>
              <a:gd name="connsiteX32" fmla="*/ 1616217 w 5741575"/>
              <a:gd name="connsiteY32" fmla="*/ 622107 h 955271"/>
              <a:gd name="connsiteX33" fmla="*/ 1710928 w 5741575"/>
              <a:gd name="connsiteY33" fmla="*/ 600666 h 955271"/>
              <a:gd name="connsiteX34" fmla="*/ 1743718 w 5741575"/>
              <a:gd name="connsiteY34" fmla="*/ 584327 h 955271"/>
              <a:gd name="connsiteX35" fmla="*/ 1873778 w 5741575"/>
              <a:gd name="connsiteY35" fmla="*/ 530130 h 955271"/>
              <a:gd name="connsiteX36" fmla="*/ 1988411 w 5741575"/>
              <a:gd name="connsiteY36" fmla="*/ 491599 h 955271"/>
              <a:gd name="connsiteX37" fmla="*/ 2085507 w 5741575"/>
              <a:gd name="connsiteY37" fmla="*/ 498527 h 955271"/>
              <a:gd name="connsiteX38" fmla="*/ 2090767 w 5741575"/>
              <a:gd name="connsiteY38" fmla="*/ 490616 h 955271"/>
              <a:gd name="connsiteX39" fmla="*/ 2151143 w 5741575"/>
              <a:gd name="connsiteY39" fmla="*/ 478332 h 955271"/>
              <a:gd name="connsiteX40" fmla="*/ 2378710 w 5741575"/>
              <a:gd name="connsiteY40" fmla="*/ 477570 h 955271"/>
              <a:gd name="connsiteX41" fmla="*/ 2496256 w 5741575"/>
              <a:gd name="connsiteY41" fmla="*/ 452396 h 955271"/>
              <a:gd name="connsiteX42" fmla="*/ 2535387 w 5741575"/>
              <a:gd name="connsiteY42" fmla="*/ 436645 h 955271"/>
              <a:gd name="connsiteX43" fmla="*/ 2601109 w 5741575"/>
              <a:gd name="connsiteY43" fmla="*/ 410678 h 955271"/>
              <a:gd name="connsiteX44" fmla="*/ 2643855 w 5741575"/>
              <a:gd name="connsiteY44" fmla="*/ 374482 h 955271"/>
              <a:gd name="connsiteX45" fmla="*/ 2657726 w 5741575"/>
              <a:gd name="connsiteY45" fmla="*/ 365841 h 955271"/>
              <a:gd name="connsiteX46" fmla="*/ 2687125 w 5741575"/>
              <a:gd name="connsiteY46" fmla="*/ 366820 h 955271"/>
              <a:gd name="connsiteX47" fmla="*/ 2697479 w 5741575"/>
              <a:gd name="connsiteY47" fmla="*/ 361430 h 955271"/>
              <a:gd name="connsiteX48" fmla="*/ 2701547 w 5741575"/>
              <a:gd name="connsiteY48" fmla="*/ 361545 h 955271"/>
              <a:gd name="connsiteX49" fmla="*/ 2711054 w 5741575"/>
              <a:gd name="connsiteY49" fmla="*/ 360597 h 955271"/>
              <a:gd name="connsiteX50" fmla="*/ 2710438 w 5741575"/>
              <a:gd name="connsiteY50" fmla="*/ 366958 h 955271"/>
              <a:gd name="connsiteX51" fmla="*/ 2722936 w 5741575"/>
              <a:gd name="connsiteY51" fmla="*/ 377633 h 955271"/>
              <a:gd name="connsiteX52" fmla="*/ 2777227 w 5741575"/>
              <a:gd name="connsiteY52" fmla="*/ 368972 h 955271"/>
              <a:gd name="connsiteX53" fmla="*/ 2779510 w 5741575"/>
              <a:gd name="connsiteY53" fmla="*/ 361652 h 955271"/>
              <a:gd name="connsiteX54" fmla="*/ 2786278 w 5741575"/>
              <a:gd name="connsiteY54" fmla="*/ 359869 h 955271"/>
              <a:gd name="connsiteX55" fmla="*/ 2792101 w 5741575"/>
              <a:gd name="connsiteY55" fmla="*/ 365927 h 955271"/>
              <a:gd name="connsiteX56" fmla="*/ 2885545 w 5741575"/>
              <a:gd name="connsiteY56" fmla="*/ 372818 h 955271"/>
              <a:gd name="connsiteX57" fmla="*/ 3009558 w 5741575"/>
              <a:gd name="connsiteY57" fmla="*/ 370573 h 955271"/>
              <a:gd name="connsiteX58" fmla="*/ 3095010 w 5741575"/>
              <a:gd name="connsiteY58" fmla="*/ 332454 h 955271"/>
              <a:gd name="connsiteX59" fmla="*/ 3103742 w 5741575"/>
              <a:gd name="connsiteY59" fmla="*/ 337974 h 955271"/>
              <a:gd name="connsiteX60" fmla="*/ 3165093 w 5741575"/>
              <a:gd name="connsiteY60" fmla="*/ 329459 h 955271"/>
              <a:gd name="connsiteX61" fmla="*/ 3373785 w 5741575"/>
              <a:gd name="connsiteY61" fmla="*/ 255680 h 955271"/>
              <a:gd name="connsiteX62" fmla="*/ 3493851 w 5741575"/>
              <a:gd name="connsiteY62" fmla="*/ 240255 h 955271"/>
              <a:gd name="connsiteX63" fmla="*/ 3537470 w 5741575"/>
              <a:gd name="connsiteY63" fmla="*/ 241867 h 955271"/>
              <a:gd name="connsiteX64" fmla="*/ 3610489 w 5741575"/>
              <a:gd name="connsiteY64" fmla="*/ 244128 h 955271"/>
              <a:gd name="connsiteX65" fmla="*/ 3667539 w 5741575"/>
              <a:gd name="connsiteY65" fmla="*/ 263271 h 955271"/>
              <a:gd name="connsiteX66" fmla="*/ 3727614 w 5741575"/>
              <a:gd name="connsiteY66" fmla="*/ 258245 h 955271"/>
              <a:gd name="connsiteX67" fmla="*/ 3738369 w 5741575"/>
              <a:gd name="connsiteY67" fmla="*/ 234506 h 955271"/>
              <a:gd name="connsiteX68" fmla="*/ 3803670 w 5741575"/>
              <a:gd name="connsiteY68" fmla="*/ 236457 h 955271"/>
              <a:gd name="connsiteX69" fmla="*/ 3903080 w 5741575"/>
              <a:gd name="connsiteY69" fmla="*/ 241890 h 955271"/>
              <a:gd name="connsiteX70" fmla="*/ 4114838 w 5741575"/>
              <a:gd name="connsiteY70" fmla="*/ 238165 h 955271"/>
              <a:gd name="connsiteX71" fmla="*/ 4271023 w 5741575"/>
              <a:gd name="connsiteY71" fmla="*/ 241959 h 955271"/>
              <a:gd name="connsiteX72" fmla="*/ 4367397 w 5741575"/>
              <a:gd name="connsiteY72" fmla="*/ 271442 h 955271"/>
              <a:gd name="connsiteX73" fmla="*/ 4495366 w 5741575"/>
              <a:gd name="connsiteY73" fmla="*/ 271618 h 955271"/>
              <a:gd name="connsiteX74" fmla="*/ 4517347 w 5741575"/>
              <a:gd name="connsiteY74" fmla="*/ 275639 h 955271"/>
              <a:gd name="connsiteX75" fmla="*/ 4546116 w 5741575"/>
              <a:gd name="connsiteY75" fmla="*/ 268568 h 955271"/>
              <a:gd name="connsiteX76" fmla="*/ 4661259 w 5741575"/>
              <a:gd name="connsiteY76" fmla="*/ 238966 h 955271"/>
              <a:gd name="connsiteX77" fmla="*/ 4750403 w 5741575"/>
              <a:gd name="connsiteY77" fmla="*/ 204364 h 955271"/>
              <a:gd name="connsiteX78" fmla="*/ 4867614 w 5741575"/>
              <a:gd name="connsiteY78" fmla="*/ 208668 h 955271"/>
              <a:gd name="connsiteX79" fmla="*/ 4937036 w 5741575"/>
              <a:gd name="connsiteY79" fmla="*/ 195446 h 955271"/>
              <a:gd name="connsiteX80" fmla="*/ 5047626 w 5741575"/>
              <a:gd name="connsiteY80" fmla="*/ 149604 h 955271"/>
              <a:gd name="connsiteX81" fmla="*/ 5200247 w 5741575"/>
              <a:gd name="connsiteY81" fmla="*/ 142695 h 955271"/>
              <a:gd name="connsiteX82" fmla="*/ 5235691 w 5741575"/>
              <a:gd name="connsiteY82" fmla="*/ 173330 h 955271"/>
              <a:gd name="connsiteX83" fmla="*/ 5280133 w 5741575"/>
              <a:gd name="connsiteY83" fmla="*/ 189342 h 955271"/>
              <a:gd name="connsiteX84" fmla="*/ 5291963 w 5741575"/>
              <a:gd name="connsiteY84" fmla="*/ 139446 h 955271"/>
              <a:gd name="connsiteX85" fmla="*/ 5418472 w 5741575"/>
              <a:gd name="connsiteY85" fmla="*/ 89163 h 955271"/>
              <a:gd name="connsiteX86" fmla="*/ 5482354 w 5741575"/>
              <a:gd name="connsiteY86" fmla="*/ 69470 h 955271"/>
              <a:gd name="connsiteX87" fmla="*/ 5583280 w 5741575"/>
              <a:gd name="connsiteY87" fmla="*/ 49787 h 955271"/>
              <a:gd name="connsiteX88" fmla="*/ 5613766 w 5741575"/>
              <a:gd name="connsiteY88" fmla="*/ 41855 h 955271"/>
              <a:gd name="connsiteX89" fmla="*/ 5684952 w 5741575"/>
              <a:gd name="connsiteY89" fmla="*/ 26088 h 955271"/>
              <a:gd name="connsiteX90" fmla="*/ 5741575 w 5741575"/>
              <a:gd name="connsiteY9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22923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41364 w 5741575"/>
              <a:gd name="connsiteY28" fmla="*/ 661393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94753 w 5741575"/>
              <a:gd name="connsiteY28" fmla="*/ 644686 h 955271"/>
              <a:gd name="connsiteX29" fmla="*/ 1616217 w 5741575"/>
              <a:gd name="connsiteY29" fmla="*/ 622107 h 955271"/>
              <a:gd name="connsiteX30" fmla="*/ 1710928 w 5741575"/>
              <a:gd name="connsiteY30" fmla="*/ 600666 h 955271"/>
              <a:gd name="connsiteX31" fmla="*/ 1743718 w 5741575"/>
              <a:gd name="connsiteY31" fmla="*/ 584327 h 955271"/>
              <a:gd name="connsiteX32" fmla="*/ 1873778 w 5741575"/>
              <a:gd name="connsiteY32" fmla="*/ 530130 h 955271"/>
              <a:gd name="connsiteX33" fmla="*/ 1988411 w 5741575"/>
              <a:gd name="connsiteY33" fmla="*/ 491599 h 955271"/>
              <a:gd name="connsiteX34" fmla="*/ 2085507 w 5741575"/>
              <a:gd name="connsiteY34" fmla="*/ 498527 h 955271"/>
              <a:gd name="connsiteX35" fmla="*/ 2090767 w 5741575"/>
              <a:gd name="connsiteY35" fmla="*/ 490616 h 955271"/>
              <a:gd name="connsiteX36" fmla="*/ 2151143 w 5741575"/>
              <a:gd name="connsiteY36" fmla="*/ 478332 h 955271"/>
              <a:gd name="connsiteX37" fmla="*/ 2378710 w 5741575"/>
              <a:gd name="connsiteY37" fmla="*/ 477570 h 955271"/>
              <a:gd name="connsiteX38" fmla="*/ 2496256 w 5741575"/>
              <a:gd name="connsiteY38" fmla="*/ 452396 h 955271"/>
              <a:gd name="connsiteX39" fmla="*/ 2535387 w 5741575"/>
              <a:gd name="connsiteY39" fmla="*/ 436645 h 955271"/>
              <a:gd name="connsiteX40" fmla="*/ 2601109 w 5741575"/>
              <a:gd name="connsiteY40" fmla="*/ 410678 h 955271"/>
              <a:gd name="connsiteX41" fmla="*/ 2643855 w 5741575"/>
              <a:gd name="connsiteY41" fmla="*/ 374482 h 955271"/>
              <a:gd name="connsiteX42" fmla="*/ 2657726 w 5741575"/>
              <a:gd name="connsiteY42" fmla="*/ 365841 h 955271"/>
              <a:gd name="connsiteX43" fmla="*/ 2687125 w 5741575"/>
              <a:gd name="connsiteY43" fmla="*/ 366820 h 955271"/>
              <a:gd name="connsiteX44" fmla="*/ 2697479 w 5741575"/>
              <a:gd name="connsiteY44" fmla="*/ 361430 h 955271"/>
              <a:gd name="connsiteX45" fmla="*/ 2701547 w 5741575"/>
              <a:gd name="connsiteY45" fmla="*/ 361545 h 955271"/>
              <a:gd name="connsiteX46" fmla="*/ 2711054 w 5741575"/>
              <a:gd name="connsiteY46" fmla="*/ 360597 h 955271"/>
              <a:gd name="connsiteX47" fmla="*/ 2710438 w 5741575"/>
              <a:gd name="connsiteY47" fmla="*/ 366958 h 955271"/>
              <a:gd name="connsiteX48" fmla="*/ 2722936 w 5741575"/>
              <a:gd name="connsiteY48" fmla="*/ 377633 h 955271"/>
              <a:gd name="connsiteX49" fmla="*/ 2777227 w 5741575"/>
              <a:gd name="connsiteY49" fmla="*/ 368972 h 955271"/>
              <a:gd name="connsiteX50" fmla="*/ 2779510 w 5741575"/>
              <a:gd name="connsiteY50" fmla="*/ 361652 h 955271"/>
              <a:gd name="connsiteX51" fmla="*/ 2786278 w 5741575"/>
              <a:gd name="connsiteY51" fmla="*/ 359869 h 955271"/>
              <a:gd name="connsiteX52" fmla="*/ 2792101 w 5741575"/>
              <a:gd name="connsiteY52" fmla="*/ 365927 h 955271"/>
              <a:gd name="connsiteX53" fmla="*/ 2885545 w 5741575"/>
              <a:gd name="connsiteY53" fmla="*/ 372818 h 955271"/>
              <a:gd name="connsiteX54" fmla="*/ 3009558 w 5741575"/>
              <a:gd name="connsiteY54" fmla="*/ 370573 h 955271"/>
              <a:gd name="connsiteX55" fmla="*/ 3095010 w 5741575"/>
              <a:gd name="connsiteY55" fmla="*/ 332454 h 955271"/>
              <a:gd name="connsiteX56" fmla="*/ 3103742 w 5741575"/>
              <a:gd name="connsiteY56" fmla="*/ 337974 h 955271"/>
              <a:gd name="connsiteX57" fmla="*/ 3165093 w 5741575"/>
              <a:gd name="connsiteY57" fmla="*/ 329459 h 955271"/>
              <a:gd name="connsiteX58" fmla="*/ 3373785 w 5741575"/>
              <a:gd name="connsiteY58" fmla="*/ 255680 h 955271"/>
              <a:gd name="connsiteX59" fmla="*/ 3493851 w 5741575"/>
              <a:gd name="connsiteY59" fmla="*/ 240255 h 955271"/>
              <a:gd name="connsiteX60" fmla="*/ 3537470 w 5741575"/>
              <a:gd name="connsiteY60" fmla="*/ 241867 h 955271"/>
              <a:gd name="connsiteX61" fmla="*/ 3610489 w 5741575"/>
              <a:gd name="connsiteY61" fmla="*/ 244128 h 955271"/>
              <a:gd name="connsiteX62" fmla="*/ 3667539 w 5741575"/>
              <a:gd name="connsiteY62" fmla="*/ 263271 h 955271"/>
              <a:gd name="connsiteX63" fmla="*/ 3727614 w 5741575"/>
              <a:gd name="connsiteY63" fmla="*/ 258245 h 955271"/>
              <a:gd name="connsiteX64" fmla="*/ 3738369 w 5741575"/>
              <a:gd name="connsiteY64" fmla="*/ 234506 h 955271"/>
              <a:gd name="connsiteX65" fmla="*/ 3803670 w 5741575"/>
              <a:gd name="connsiteY65" fmla="*/ 236457 h 955271"/>
              <a:gd name="connsiteX66" fmla="*/ 3903080 w 5741575"/>
              <a:gd name="connsiteY66" fmla="*/ 241890 h 955271"/>
              <a:gd name="connsiteX67" fmla="*/ 4114838 w 5741575"/>
              <a:gd name="connsiteY67" fmla="*/ 238165 h 955271"/>
              <a:gd name="connsiteX68" fmla="*/ 4271023 w 5741575"/>
              <a:gd name="connsiteY68" fmla="*/ 241959 h 955271"/>
              <a:gd name="connsiteX69" fmla="*/ 4367397 w 5741575"/>
              <a:gd name="connsiteY69" fmla="*/ 271442 h 955271"/>
              <a:gd name="connsiteX70" fmla="*/ 4495366 w 5741575"/>
              <a:gd name="connsiteY70" fmla="*/ 271618 h 955271"/>
              <a:gd name="connsiteX71" fmla="*/ 4517347 w 5741575"/>
              <a:gd name="connsiteY71" fmla="*/ 275639 h 955271"/>
              <a:gd name="connsiteX72" fmla="*/ 4546116 w 5741575"/>
              <a:gd name="connsiteY72" fmla="*/ 268568 h 955271"/>
              <a:gd name="connsiteX73" fmla="*/ 4661259 w 5741575"/>
              <a:gd name="connsiteY73" fmla="*/ 238966 h 955271"/>
              <a:gd name="connsiteX74" fmla="*/ 4750403 w 5741575"/>
              <a:gd name="connsiteY74" fmla="*/ 204364 h 955271"/>
              <a:gd name="connsiteX75" fmla="*/ 4867614 w 5741575"/>
              <a:gd name="connsiteY75" fmla="*/ 208668 h 955271"/>
              <a:gd name="connsiteX76" fmla="*/ 4937036 w 5741575"/>
              <a:gd name="connsiteY76" fmla="*/ 195446 h 955271"/>
              <a:gd name="connsiteX77" fmla="*/ 5047626 w 5741575"/>
              <a:gd name="connsiteY77" fmla="*/ 149604 h 955271"/>
              <a:gd name="connsiteX78" fmla="*/ 5200247 w 5741575"/>
              <a:gd name="connsiteY78" fmla="*/ 142695 h 955271"/>
              <a:gd name="connsiteX79" fmla="*/ 5235691 w 5741575"/>
              <a:gd name="connsiteY79" fmla="*/ 173330 h 955271"/>
              <a:gd name="connsiteX80" fmla="*/ 5280133 w 5741575"/>
              <a:gd name="connsiteY80" fmla="*/ 189342 h 955271"/>
              <a:gd name="connsiteX81" fmla="*/ 5291963 w 5741575"/>
              <a:gd name="connsiteY81" fmla="*/ 139446 h 955271"/>
              <a:gd name="connsiteX82" fmla="*/ 5418472 w 5741575"/>
              <a:gd name="connsiteY82" fmla="*/ 89163 h 955271"/>
              <a:gd name="connsiteX83" fmla="*/ 5482354 w 5741575"/>
              <a:gd name="connsiteY83" fmla="*/ 69470 h 955271"/>
              <a:gd name="connsiteX84" fmla="*/ 5583280 w 5741575"/>
              <a:gd name="connsiteY84" fmla="*/ 49787 h 955271"/>
              <a:gd name="connsiteX85" fmla="*/ 5613766 w 5741575"/>
              <a:gd name="connsiteY85" fmla="*/ 41855 h 955271"/>
              <a:gd name="connsiteX86" fmla="*/ 5684952 w 5741575"/>
              <a:gd name="connsiteY86" fmla="*/ 26088 h 955271"/>
              <a:gd name="connsiteX87" fmla="*/ 5741575 w 5741575"/>
              <a:gd name="connsiteY8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306771 w 5741575"/>
              <a:gd name="connsiteY22" fmla="*/ 717936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11050 w 5741575"/>
              <a:gd name="connsiteY47" fmla="*/ 358572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792101 w 5741575"/>
              <a:gd name="connsiteY49" fmla="*/ 365927 h 955271"/>
              <a:gd name="connsiteX50" fmla="*/ 2885545 w 5741575"/>
              <a:gd name="connsiteY50" fmla="*/ 372818 h 955271"/>
              <a:gd name="connsiteX51" fmla="*/ 3009558 w 5741575"/>
              <a:gd name="connsiteY51" fmla="*/ 370573 h 955271"/>
              <a:gd name="connsiteX52" fmla="*/ 3095010 w 5741575"/>
              <a:gd name="connsiteY52" fmla="*/ 332454 h 955271"/>
              <a:gd name="connsiteX53" fmla="*/ 3103742 w 5741575"/>
              <a:gd name="connsiteY53" fmla="*/ 337974 h 955271"/>
              <a:gd name="connsiteX54" fmla="*/ 3165093 w 5741575"/>
              <a:gd name="connsiteY54" fmla="*/ 329459 h 955271"/>
              <a:gd name="connsiteX55" fmla="*/ 3373785 w 5741575"/>
              <a:gd name="connsiteY55" fmla="*/ 255680 h 955271"/>
              <a:gd name="connsiteX56" fmla="*/ 3493851 w 5741575"/>
              <a:gd name="connsiteY56" fmla="*/ 240255 h 955271"/>
              <a:gd name="connsiteX57" fmla="*/ 3537470 w 5741575"/>
              <a:gd name="connsiteY57" fmla="*/ 241867 h 955271"/>
              <a:gd name="connsiteX58" fmla="*/ 3610489 w 5741575"/>
              <a:gd name="connsiteY58" fmla="*/ 244128 h 955271"/>
              <a:gd name="connsiteX59" fmla="*/ 3667539 w 5741575"/>
              <a:gd name="connsiteY59" fmla="*/ 263271 h 955271"/>
              <a:gd name="connsiteX60" fmla="*/ 3727614 w 5741575"/>
              <a:gd name="connsiteY60" fmla="*/ 258245 h 955271"/>
              <a:gd name="connsiteX61" fmla="*/ 3738369 w 5741575"/>
              <a:gd name="connsiteY61" fmla="*/ 234506 h 955271"/>
              <a:gd name="connsiteX62" fmla="*/ 3803670 w 5741575"/>
              <a:gd name="connsiteY62" fmla="*/ 236457 h 955271"/>
              <a:gd name="connsiteX63" fmla="*/ 3903080 w 5741575"/>
              <a:gd name="connsiteY63" fmla="*/ 241890 h 955271"/>
              <a:gd name="connsiteX64" fmla="*/ 4114838 w 5741575"/>
              <a:gd name="connsiteY64" fmla="*/ 238165 h 955271"/>
              <a:gd name="connsiteX65" fmla="*/ 4271023 w 5741575"/>
              <a:gd name="connsiteY65" fmla="*/ 241959 h 955271"/>
              <a:gd name="connsiteX66" fmla="*/ 4367397 w 5741575"/>
              <a:gd name="connsiteY66" fmla="*/ 271442 h 955271"/>
              <a:gd name="connsiteX67" fmla="*/ 4495366 w 5741575"/>
              <a:gd name="connsiteY67" fmla="*/ 271618 h 955271"/>
              <a:gd name="connsiteX68" fmla="*/ 4517347 w 5741575"/>
              <a:gd name="connsiteY68" fmla="*/ 275639 h 955271"/>
              <a:gd name="connsiteX69" fmla="*/ 4546116 w 5741575"/>
              <a:gd name="connsiteY69" fmla="*/ 268568 h 955271"/>
              <a:gd name="connsiteX70" fmla="*/ 4661259 w 5741575"/>
              <a:gd name="connsiteY70" fmla="*/ 238966 h 955271"/>
              <a:gd name="connsiteX71" fmla="*/ 4750403 w 5741575"/>
              <a:gd name="connsiteY71" fmla="*/ 204364 h 955271"/>
              <a:gd name="connsiteX72" fmla="*/ 4867614 w 5741575"/>
              <a:gd name="connsiteY72" fmla="*/ 208668 h 955271"/>
              <a:gd name="connsiteX73" fmla="*/ 4937036 w 5741575"/>
              <a:gd name="connsiteY73" fmla="*/ 195446 h 955271"/>
              <a:gd name="connsiteX74" fmla="*/ 5047626 w 5741575"/>
              <a:gd name="connsiteY74" fmla="*/ 149604 h 955271"/>
              <a:gd name="connsiteX75" fmla="*/ 5200247 w 5741575"/>
              <a:gd name="connsiteY75" fmla="*/ 142695 h 955271"/>
              <a:gd name="connsiteX76" fmla="*/ 5235691 w 5741575"/>
              <a:gd name="connsiteY76" fmla="*/ 173330 h 955271"/>
              <a:gd name="connsiteX77" fmla="*/ 5280133 w 5741575"/>
              <a:gd name="connsiteY77" fmla="*/ 189342 h 955271"/>
              <a:gd name="connsiteX78" fmla="*/ 5291963 w 5741575"/>
              <a:gd name="connsiteY78" fmla="*/ 139446 h 955271"/>
              <a:gd name="connsiteX79" fmla="*/ 5418472 w 5741575"/>
              <a:gd name="connsiteY79" fmla="*/ 89163 h 955271"/>
              <a:gd name="connsiteX80" fmla="*/ 5482354 w 5741575"/>
              <a:gd name="connsiteY80" fmla="*/ 69470 h 955271"/>
              <a:gd name="connsiteX81" fmla="*/ 5583280 w 5741575"/>
              <a:gd name="connsiteY81" fmla="*/ 49787 h 955271"/>
              <a:gd name="connsiteX82" fmla="*/ 5613766 w 5741575"/>
              <a:gd name="connsiteY82" fmla="*/ 41855 h 955271"/>
              <a:gd name="connsiteX83" fmla="*/ 5684952 w 5741575"/>
              <a:gd name="connsiteY83" fmla="*/ 26088 h 955271"/>
              <a:gd name="connsiteX84" fmla="*/ 5741575 w 5741575"/>
              <a:gd name="connsiteY8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885545 w 5741575"/>
              <a:gd name="connsiteY49" fmla="*/ 372818 h 955271"/>
              <a:gd name="connsiteX50" fmla="*/ 3009558 w 5741575"/>
              <a:gd name="connsiteY50" fmla="*/ 370573 h 955271"/>
              <a:gd name="connsiteX51" fmla="*/ 3095010 w 5741575"/>
              <a:gd name="connsiteY51" fmla="*/ 332454 h 955271"/>
              <a:gd name="connsiteX52" fmla="*/ 3103742 w 5741575"/>
              <a:gd name="connsiteY52" fmla="*/ 337974 h 955271"/>
              <a:gd name="connsiteX53" fmla="*/ 3165093 w 5741575"/>
              <a:gd name="connsiteY53" fmla="*/ 329459 h 955271"/>
              <a:gd name="connsiteX54" fmla="*/ 3373785 w 5741575"/>
              <a:gd name="connsiteY54" fmla="*/ 255680 h 955271"/>
              <a:gd name="connsiteX55" fmla="*/ 3493851 w 5741575"/>
              <a:gd name="connsiteY55" fmla="*/ 240255 h 955271"/>
              <a:gd name="connsiteX56" fmla="*/ 3537470 w 5741575"/>
              <a:gd name="connsiteY56" fmla="*/ 241867 h 955271"/>
              <a:gd name="connsiteX57" fmla="*/ 3610489 w 5741575"/>
              <a:gd name="connsiteY57" fmla="*/ 244128 h 955271"/>
              <a:gd name="connsiteX58" fmla="*/ 3667539 w 5741575"/>
              <a:gd name="connsiteY58" fmla="*/ 263271 h 955271"/>
              <a:gd name="connsiteX59" fmla="*/ 3727614 w 5741575"/>
              <a:gd name="connsiteY59" fmla="*/ 258245 h 955271"/>
              <a:gd name="connsiteX60" fmla="*/ 3738369 w 5741575"/>
              <a:gd name="connsiteY60" fmla="*/ 234506 h 955271"/>
              <a:gd name="connsiteX61" fmla="*/ 3803670 w 5741575"/>
              <a:gd name="connsiteY61" fmla="*/ 236457 h 955271"/>
              <a:gd name="connsiteX62" fmla="*/ 3903080 w 5741575"/>
              <a:gd name="connsiteY62" fmla="*/ 241890 h 955271"/>
              <a:gd name="connsiteX63" fmla="*/ 4114838 w 5741575"/>
              <a:gd name="connsiteY63" fmla="*/ 238165 h 955271"/>
              <a:gd name="connsiteX64" fmla="*/ 4271023 w 5741575"/>
              <a:gd name="connsiteY64" fmla="*/ 241959 h 955271"/>
              <a:gd name="connsiteX65" fmla="*/ 4367397 w 5741575"/>
              <a:gd name="connsiteY65" fmla="*/ 271442 h 955271"/>
              <a:gd name="connsiteX66" fmla="*/ 4495366 w 5741575"/>
              <a:gd name="connsiteY66" fmla="*/ 271618 h 955271"/>
              <a:gd name="connsiteX67" fmla="*/ 4517347 w 5741575"/>
              <a:gd name="connsiteY67" fmla="*/ 275639 h 955271"/>
              <a:gd name="connsiteX68" fmla="*/ 4546116 w 5741575"/>
              <a:gd name="connsiteY68" fmla="*/ 268568 h 955271"/>
              <a:gd name="connsiteX69" fmla="*/ 4661259 w 5741575"/>
              <a:gd name="connsiteY69" fmla="*/ 238966 h 955271"/>
              <a:gd name="connsiteX70" fmla="*/ 4750403 w 5741575"/>
              <a:gd name="connsiteY70" fmla="*/ 204364 h 955271"/>
              <a:gd name="connsiteX71" fmla="*/ 4867614 w 5741575"/>
              <a:gd name="connsiteY71" fmla="*/ 208668 h 955271"/>
              <a:gd name="connsiteX72" fmla="*/ 4937036 w 5741575"/>
              <a:gd name="connsiteY72" fmla="*/ 195446 h 955271"/>
              <a:gd name="connsiteX73" fmla="*/ 5047626 w 5741575"/>
              <a:gd name="connsiteY73" fmla="*/ 149604 h 955271"/>
              <a:gd name="connsiteX74" fmla="*/ 5200247 w 5741575"/>
              <a:gd name="connsiteY74" fmla="*/ 142695 h 955271"/>
              <a:gd name="connsiteX75" fmla="*/ 5235691 w 5741575"/>
              <a:gd name="connsiteY75" fmla="*/ 173330 h 955271"/>
              <a:gd name="connsiteX76" fmla="*/ 5280133 w 5741575"/>
              <a:gd name="connsiteY76" fmla="*/ 189342 h 955271"/>
              <a:gd name="connsiteX77" fmla="*/ 5291963 w 5741575"/>
              <a:gd name="connsiteY77" fmla="*/ 139446 h 955271"/>
              <a:gd name="connsiteX78" fmla="*/ 5418472 w 5741575"/>
              <a:gd name="connsiteY78" fmla="*/ 89163 h 955271"/>
              <a:gd name="connsiteX79" fmla="*/ 5482354 w 5741575"/>
              <a:gd name="connsiteY79" fmla="*/ 69470 h 955271"/>
              <a:gd name="connsiteX80" fmla="*/ 5583280 w 5741575"/>
              <a:gd name="connsiteY80" fmla="*/ 49787 h 955271"/>
              <a:gd name="connsiteX81" fmla="*/ 5613766 w 5741575"/>
              <a:gd name="connsiteY81" fmla="*/ 41855 h 955271"/>
              <a:gd name="connsiteX82" fmla="*/ 5684952 w 5741575"/>
              <a:gd name="connsiteY82" fmla="*/ 26088 h 955271"/>
              <a:gd name="connsiteX83" fmla="*/ 5741575 w 5741575"/>
              <a:gd name="connsiteY8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824768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91963 w 5741575"/>
              <a:gd name="connsiteY74" fmla="*/ 139446 h 955271"/>
              <a:gd name="connsiteX75" fmla="*/ 5418472 w 5741575"/>
              <a:gd name="connsiteY75" fmla="*/ 89163 h 955271"/>
              <a:gd name="connsiteX76" fmla="*/ 5482354 w 5741575"/>
              <a:gd name="connsiteY76" fmla="*/ 69470 h 955271"/>
              <a:gd name="connsiteX77" fmla="*/ 5583280 w 5741575"/>
              <a:gd name="connsiteY77" fmla="*/ 49787 h 955271"/>
              <a:gd name="connsiteX78" fmla="*/ 5613766 w 5741575"/>
              <a:gd name="connsiteY78" fmla="*/ 41855 h 955271"/>
              <a:gd name="connsiteX79" fmla="*/ 5684952 w 5741575"/>
              <a:gd name="connsiteY79" fmla="*/ 26088 h 955271"/>
              <a:gd name="connsiteX80" fmla="*/ 5741575 w 5741575"/>
              <a:gd name="connsiteY8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48998 w 5741575"/>
              <a:gd name="connsiteY50" fmla="*/ 315286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77227 w 5741575"/>
              <a:gd name="connsiteY44" fmla="*/ 368972 h 955271"/>
              <a:gd name="connsiteX45" fmla="*/ 2824768 w 5741575"/>
              <a:gd name="connsiteY45" fmla="*/ 361652 h 955271"/>
              <a:gd name="connsiteX46" fmla="*/ 2885545 w 5741575"/>
              <a:gd name="connsiteY46" fmla="*/ 372818 h 955271"/>
              <a:gd name="connsiteX47" fmla="*/ 3009558 w 5741575"/>
              <a:gd name="connsiteY47" fmla="*/ 370573 h 955271"/>
              <a:gd name="connsiteX48" fmla="*/ 3095010 w 5741575"/>
              <a:gd name="connsiteY48" fmla="*/ 332454 h 955271"/>
              <a:gd name="connsiteX49" fmla="*/ 3148998 w 5741575"/>
              <a:gd name="connsiteY49" fmla="*/ 315286 h 955271"/>
              <a:gd name="connsiteX50" fmla="*/ 3195264 w 5741575"/>
              <a:gd name="connsiteY50" fmla="*/ 293158 h 955271"/>
              <a:gd name="connsiteX51" fmla="*/ 3373785 w 5741575"/>
              <a:gd name="connsiteY51" fmla="*/ 255680 h 955271"/>
              <a:gd name="connsiteX52" fmla="*/ 3493851 w 5741575"/>
              <a:gd name="connsiteY52" fmla="*/ 240255 h 955271"/>
              <a:gd name="connsiteX53" fmla="*/ 3537470 w 5741575"/>
              <a:gd name="connsiteY53" fmla="*/ 241867 h 955271"/>
              <a:gd name="connsiteX54" fmla="*/ 3610489 w 5741575"/>
              <a:gd name="connsiteY54" fmla="*/ 244128 h 955271"/>
              <a:gd name="connsiteX55" fmla="*/ 3667539 w 5741575"/>
              <a:gd name="connsiteY55" fmla="*/ 263271 h 955271"/>
              <a:gd name="connsiteX56" fmla="*/ 3727614 w 5741575"/>
              <a:gd name="connsiteY56" fmla="*/ 258245 h 955271"/>
              <a:gd name="connsiteX57" fmla="*/ 3738369 w 5741575"/>
              <a:gd name="connsiteY57" fmla="*/ 234506 h 955271"/>
              <a:gd name="connsiteX58" fmla="*/ 3803670 w 5741575"/>
              <a:gd name="connsiteY58" fmla="*/ 236457 h 955271"/>
              <a:gd name="connsiteX59" fmla="*/ 3903080 w 5741575"/>
              <a:gd name="connsiteY59" fmla="*/ 241890 h 955271"/>
              <a:gd name="connsiteX60" fmla="*/ 4114838 w 5741575"/>
              <a:gd name="connsiteY60" fmla="*/ 238165 h 955271"/>
              <a:gd name="connsiteX61" fmla="*/ 4271023 w 5741575"/>
              <a:gd name="connsiteY61" fmla="*/ 241959 h 955271"/>
              <a:gd name="connsiteX62" fmla="*/ 4367397 w 5741575"/>
              <a:gd name="connsiteY62" fmla="*/ 271442 h 955271"/>
              <a:gd name="connsiteX63" fmla="*/ 4495366 w 5741575"/>
              <a:gd name="connsiteY63" fmla="*/ 271618 h 955271"/>
              <a:gd name="connsiteX64" fmla="*/ 4517347 w 5741575"/>
              <a:gd name="connsiteY64" fmla="*/ 275639 h 955271"/>
              <a:gd name="connsiteX65" fmla="*/ 4546116 w 5741575"/>
              <a:gd name="connsiteY65" fmla="*/ 268568 h 955271"/>
              <a:gd name="connsiteX66" fmla="*/ 4661259 w 5741575"/>
              <a:gd name="connsiteY66" fmla="*/ 238966 h 955271"/>
              <a:gd name="connsiteX67" fmla="*/ 4750403 w 5741575"/>
              <a:gd name="connsiteY67" fmla="*/ 204364 h 955271"/>
              <a:gd name="connsiteX68" fmla="*/ 4867614 w 5741575"/>
              <a:gd name="connsiteY68" fmla="*/ 208668 h 955271"/>
              <a:gd name="connsiteX69" fmla="*/ 4937036 w 5741575"/>
              <a:gd name="connsiteY69" fmla="*/ 195446 h 955271"/>
              <a:gd name="connsiteX70" fmla="*/ 5067740 w 5741575"/>
              <a:gd name="connsiteY70" fmla="*/ 172293 h 955271"/>
              <a:gd name="connsiteX71" fmla="*/ 5200247 w 5741575"/>
              <a:gd name="connsiteY71" fmla="*/ 142695 h 955271"/>
              <a:gd name="connsiteX72" fmla="*/ 5291963 w 5741575"/>
              <a:gd name="connsiteY72" fmla="*/ 139446 h 955271"/>
              <a:gd name="connsiteX73" fmla="*/ 5418472 w 5741575"/>
              <a:gd name="connsiteY73" fmla="*/ 89163 h 955271"/>
              <a:gd name="connsiteX74" fmla="*/ 5482354 w 5741575"/>
              <a:gd name="connsiteY74" fmla="*/ 69470 h 955271"/>
              <a:gd name="connsiteX75" fmla="*/ 5583280 w 5741575"/>
              <a:gd name="connsiteY75" fmla="*/ 49787 h 955271"/>
              <a:gd name="connsiteX76" fmla="*/ 5613766 w 5741575"/>
              <a:gd name="connsiteY76" fmla="*/ 41855 h 955271"/>
              <a:gd name="connsiteX77" fmla="*/ 5684952 w 5741575"/>
              <a:gd name="connsiteY77" fmla="*/ 26088 h 955271"/>
              <a:gd name="connsiteX78" fmla="*/ 5741575 w 5741575"/>
              <a:gd name="connsiteY7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02777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59229" y="903950"/>
                </a:lnTo>
                <a:cubicBezTo>
                  <a:pt x="79290" y="895144"/>
                  <a:pt x="126084" y="908630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84157" y="867971"/>
                </a:lnTo>
                <a:lnTo>
                  <a:pt x="477637" y="870334"/>
                </a:lnTo>
                <a:cubicBezTo>
                  <a:pt x="485456" y="872042"/>
                  <a:pt x="563433" y="825458"/>
                  <a:pt x="570239" y="829596"/>
                </a:cubicBezTo>
                <a:cubicBezTo>
                  <a:pt x="641939" y="824282"/>
                  <a:pt x="685473" y="832029"/>
                  <a:pt x="772070" y="820296"/>
                </a:cubicBezTo>
                <a:cubicBezTo>
                  <a:pt x="833120" y="817018"/>
                  <a:pt x="871984" y="794388"/>
                  <a:pt x="948872" y="772201"/>
                </a:cubicBezTo>
                <a:cubicBezTo>
                  <a:pt x="1011630" y="801590"/>
                  <a:pt x="1039188" y="762914"/>
                  <a:pt x="1127089" y="746926"/>
                </a:cubicBezTo>
                <a:cubicBezTo>
                  <a:pt x="1186739" y="737882"/>
                  <a:pt x="1185110" y="732158"/>
                  <a:pt x="1226314" y="722473"/>
                </a:cubicBezTo>
                <a:cubicBezTo>
                  <a:pt x="1234331" y="718091"/>
                  <a:pt x="1271693" y="717214"/>
                  <a:pt x="1278773" y="711503"/>
                </a:cubicBezTo>
                <a:lnTo>
                  <a:pt x="1317691" y="708529"/>
                </a:lnTo>
                <a:lnTo>
                  <a:pt x="1360404" y="675922"/>
                </a:lnTo>
                <a:lnTo>
                  <a:pt x="1412292" y="670793"/>
                </a:lnTo>
                <a:lnTo>
                  <a:pt x="1494753" y="644686"/>
                </a:lnTo>
                <a:cubicBezTo>
                  <a:pt x="1542884" y="655944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70860" y="572571"/>
                  <a:pt x="1832996" y="545585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45486" y="367874"/>
                  <a:pt x="2657726" y="365841"/>
                </a:cubicBezTo>
                <a:cubicBezTo>
                  <a:pt x="2669966" y="363808"/>
                  <a:pt x="2707566" y="363569"/>
                  <a:pt x="2717296" y="362282"/>
                </a:cubicBezTo>
                <a:lnTo>
                  <a:pt x="2777227" y="368972"/>
                </a:lnTo>
                <a:lnTo>
                  <a:pt x="2824768" y="361652"/>
                </a:lnTo>
                <a:lnTo>
                  <a:pt x="2885545" y="372818"/>
                </a:ln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32289" y="321835"/>
                  <a:pt x="3148998" y="315286"/>
                </a:cubicBezTo>
                <a:cubicBezTo>
                  <a:pt x="3165707" y="308737"/>
                  <a:pt x="3180646" y="306766"/>
                  <a:pt x="3195264" y="293158"/>
                </a:cubicBezTo>
                <a:cubicBezTo>
                  <a:pt x="3267122" y="246372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54941" y="242175"/>
                  <a:pt x="4053514" y="238154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20874" y="2713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33435" y="175163"/>
                  <a:pt x="5067740" y="172293"/>
                </a:cubicBezTo>
                <a:cubicBezTo>
                  <a:pt x="5126160" y="173265"/>
                  <a:pt x="5172786" y="183138"/>
                  <a:pt x="5200247" y="142695"/>
                </a:cubicBezTo>
                <a:cubicBezTo>
                  <a:pt x="5240970" y="141002"/>
                  <a:pt x="5240507" y="134755"/>
                  <a:pt x="5276878" y="125833"/>
                </a:cubicBezTo>
                <a:cubicBezTo>
                  <a:pt x="5316470" y="106736"/>
                  <a:pt x="5327221" y="110178"/>
                  <a:pt x="5373216" y="111851"/>
                </a:cubicBezTo>
                <a:cubicBezTo>
                  <a:pt x="5382801" y="84741"/>
                  <a:pt x="5419294" y="93078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lnTo>
                  <a:pt x="574157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48468F-34FD-318C-7481-995ADC614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7" y="2549718"/>
            <a:ext cx="5747857" cy="35529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La user story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implementata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/>
              <a:t>l’</a:t>
            </a:r>
            <a:r>
              <a:rPr lang="en-US" b="1" dirty="0" err="1"/>
              <a:t>Abstract</a:t>
            </a:r>
            <a:r>
              <a:rPr lang="en-US" b="1" dirty="0"/>
              <a:t> Factory </a:t>
            </a:r>
            <a:r>
              <a:rPr lang="en-US" dirty="0"/>
              <a:t>per </a:t>
            </a:r>
            <a:r>
              <a:rPr lang="en-US" dirty="0" err="1"/>
              <a:t>gestire</a:t>
            </a:r>
            <a:r>
              <a:rPr lang="en-US" dirty="0"/>
              <a:t> la </a:t>
            </a:r>
            <a:r>
              <a:rPr lang="en-US" dirty="0" err="1"/>
              <a:t>creazione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personaggi</a:t>
            </a:r>
            <a:r>
              <a:rPr lang="en-US" dirty="0"/>
              <a:t> di </a:t>
            </a:r>
            <a:r>
              <a:rPr lang="en-US" dirty="0" err="1"/>
              <a:t>gioco</a:t>
            </a:r>
            <a:r>
              <a:rPr lang="en-US" dirty="0"/>
              <a:t> in modo </a:t>
            </a:r>
            <a:r>
              <a:rPr lang="en-US" dirty="0" err="1"/>
              <a:t>flessibile</a:t>
            </a:r>
            <a:r>
              <a:rPr lang="en-US" dirty="0"/>
              <a:t> e </a:t>
            </a:r>
            <a:r>
              <a:rPr lang="en-US" dirty="0" err="1"/>
              <a:t>disaccoppiato</a:t>
            </a:r>
            <a:r>
              <a:rPr lang="en-US" dirty="0"/>
              <a:t> </a:t>
            </a:r>
            <a:r>
              <a:rPr lang="en-US" dirty="0" err="1"/>
              <a:t>quindi</a:t>
            </a:r>
            <a:r>
              <a:rPr lang="en-US" dirty="0"/>
              <a:t>, </a:t>
            </a:r>
            <a:r>
              <a:rPr lang="en-US" dirty="0" err="1"/>
              <a:t>dato</a:t>
            </a:r>
            <a:r>
              <a:rPr lang="en-US" dirty="0"/>
              <a:t> un Job, il Sistema </a:t>
            </a:r>
            <a:r>
              <a:rPr lang="en-US" dirty="0" err="1"/>
              <a:t>crea</a:t>
            </a:r>
            <a:r>
              <a:rPr lang="en-US" dirty="0"/>
              <a:t> Player ed Enemy </a:t>
            </a:r>
            <a:r>
              <a:rPr lang="en-US" dirty="0" err="1"/>
              <a:t>coerenti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loro senza </a:t>
            </a:r>
            <a:r>
              <a:rPr lang="en-US" dirty="0" err="1"/>
              <a:t>che</a:t>
            </a:r>
            <a:r>
              <a:rPr lang="en-US" dirty="0"/>
              <a:t> il </a:t>
            </a:r>
            <a:r>
              <a:rPr lang="en-US" b="1" dirty="0" err="1"/>
              <a:t>GameController</a:t>
            </a:r>
            <a:r>
              <a:rPr lang="en-US" b="1" dirty="0"/>
              <a:t> </a:t>
            </a:r>
            <a:r>
              <a:rPr lang="en-US" dirty="0"/>
              <a:t>ne </a:t>
            </a:r>
            <a:r>
              <a:rPr lang="en-US" dirty="0" err="1"/>
              <a:t>conosca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dettagli</a:t>
            </a:r>
            <a:r>
              <a:rPr lang="en-US" dirty="0"/>
              <a:t> di </a:t>
            </a:r>
            <a:r>
              <a:rPr lang="en-US" dirty="0" err="1"/>
              <a:t>implementazione</a:t>
            </a:r>
            <a:endParaRPr lang="en-US" dirty="0"/>
          </a:p>
          <a:p>
            <a:pPr marL="0" indent="0">
              <a:buNone/>
            </a:pPr>
            <a:endParaRPr lang="it-IT" sz="200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BFFEA99-E831-4C3B-8D16-0EA4AB33F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5584" y="610517"/>
            <a:ext cx="4010943" cy="563696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7B3F348E-5D80-7FBE-1EBE-BD2BA690A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322" y="771383"/>
            <a:ext cx="3612107" cy="531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553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0ABD1-E0E7-96E4-CEB3-A87CE52D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49C010-C0B6-7888-D3C9-35E21BC21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pPr algn="ctr"/>
            <a:r>
              <a:rPr lang="it-IT" sz="4000" noProof="0" dirty="0"/>
              <a:t>US14-Fighting </a:t>
            </a:r>
            <a:r>
              <a:rPr lang="it-IT" sz="4000" noProof="0" dirty="0" err="1"/>
              <a:t>Enemies</a:t>
            </a:r>
            <a:endParaRPr lang="it-IT" sz="4000" noProof="0" dirty="0"/>
          </a:p>
        </p:txBody>
      </p:sp>
      <p:graphicFrame>
        <p:nvGraphicFramePr>
          <p:cNvPr id="7" name="Segnaposto contenuto 2">
            <a:extLst>
              <a:ext uri="{FF2B5EF4-FFF2-40B4-BE49-F238E27FC236}">
                <a16:creationId xmlns:a16="http://schemas.microsoft.com/office/drawing/2014/main" id="{62622F58-8D71-7F67-8CDA-03E58C5050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833125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8914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CD8CCC5-B55C-B7FF-2201-841E99B97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it-IT" dirty="0"/>
              <a:t>Perché Observer?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Segnaposto contenuto 4" descr="Immagine che contiene testo, schermata, Carattere, linea&#10;&#10;Il contenuto generato dall'IA potrebbe non essere corretto.">
            <a:extLst>
              <a:ext uri="{FF2B5EF4-FFF2-40B4-BE49-F238E27FC236}">
                <a16:creationId xmlns:a16="http://schemas.microsoft.com/office/drawing/2014/main" id="{B90B5862-6A52-2FFF-E25C-23CBE848E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701903"/>
            <a:ext cx="4777381" cy="328444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877A804-9CB6-48A1-4F53-653E61DFF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La user story è </a:t>
            </a:r>
            <a:r>
              <a:rPr lang="en-US" dirty="0" err="1"/>
              <a:t>implementata</a:t>
            </a:r>
            <a:r>
              <a:rPr lang="en-US" dirty="0"/>
              <a:t> </a:t>
            </a:r>
            <a:r>
              <a:rPr lang="en-US" dirty="0" err="1"/>
              <a:t>mediante</a:t>
            </a:r>
            <a:r>
              <a:rPr lang="en-US" dirty="0"/>
              <a:t> il pattern </a:t>
            </a:r>
            <a:r>
              <a:rPr lang="en-US" b="1" dirty="0"/>
              <a:t>Observer </a:t>
            </a:r>
            <a:r>
              <a:rPr lang="en-US" dirty="0" err="1"/>
              <a:t>poiché</a:t>
            </a:r>
            <a:r>
              <a:rPr lang="en-US" dirty="0"/>
              <a:t> lo </a:t>
            </a:r>
            <a:r>
              <a:rPr lang="en-US" dirty="0" err="1"/>
              <a:t>stato</a:t>
            </a:r>
            <a:r>
              <a:rPr lang="en-US" dirty="0"/>
              <a:t> della </a:t>
            </a:r>
            <a:r>
              <a:rPr lang="en-US" dirty="0" err="1"/>
              <a:t>battaglia</a:t>
            </a:r>
            <a:r>
              <a:rPr lang="en-US" dirty="0"/>
              <a:t> varia </a:t>
            </a:r>
            <a:r>
              <a:rPr lang="en-US" dirty="0" err="1"/>
              <a:t>nel</a:t>
            </a:r>
            <a:r>
              <a:rPr lang="en-US" dirty="0"/>
              <a:t> tempo e la view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</a:t>
            </a:r>
            <a:r>
              <a:rPr lang="en-US" dirty="0" err="1"/>
              <a:t>aggiornata</a:t>
            </a:r>
            <a:r>
              <a:rPr lang="en-US" dirty="0"/>
              <a:t> </a:t>
            </a:r>
            <a:r>
              <a:rPr lang="en-US" dirty="0" err="1"/>
              <a:t>automaticamente</a:t>
            </a:r>
            <a:r>
              <a:rPr lang="en-US" dirty="0"/>
              <a:t> in </a:t>
            </a:r>
            <a:r>
              <a:rPr lang="en-US" dirty="0" err="1"/>
              <a:t>seguito</a:t>
            </a:r>
            <a:r>
              <a:rPr lang="en-US" dirty="0"/>
              <a:t> a </a:t>
            </a:r>
            <a:r>
              <a:rPr lang="en-US" dirty="0" err="1"/>
              <a:t>tali</a:t>
            </a:r>
            <a:r>
              <a:rPr lang="en-US" dirty="0"/>
              <a:t> </a:t>
            </a:r>
            <a:r>
              <a:rPr lang="en-US" dirty="0" err="1"/>
              <a:t>cambiamenti</a:t>
            </a:r>
            <a:r>
              <a:rPr lang="en-US" dirty="0"/>
              <a:t>, senza </a:t>
            </a:r>
            <a:r>
              <a:rPr lang="en-US" dirty="0" err="1"/>
              <a:t>introdurre</a:t>
            </a:r>
            <a:r>
              <a:rPr lang="en-US" dirty="0"/>
              <a:t> </a:t>
            </a:r>
            <a:r>
              <a:rPr lang="en-US" dirty="0" err="1"/>
              <a:t>dipendenze</a:t>
            </a:r>
            <a:r>
              <a:rPr lang="en-US" dirty="0"/>
              <a:t> </a:t>
            </a:r>
            <a:r>
              <a:rPr lang="en-US" dirty="0" err="1"/>
              <a:t>dirette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modello</a:t>
            </a:r>
            <a:r>
              <a:rPr lang="en-US" dirty="0"/>
              <a:t> e </a:t>
            </a:r>
            <a:r>
              <a:rPr lang="en-US" dirty="0" err="1"/>
              <a:t>interfaccia</a:t>
            </a:r>
            <a:r>
              <a:rPr lang="en-US" dirty="0"/>
              <a:t> </a:t>
            </a:r>
            <a:r>
              <a:rPr lang="en-US" dirty="0" err="1"/>
              <a:t>grafica</a:t>
            </a:r>
            <a:r>
              <a:rPr lang="en-US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2996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1AD04-AC4A-DFF8-0417-61D9A6E2C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3625D0-6DAF-31EA-D1DD-3D1A69DAB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67" y="675564"/>
            <a:ext cx="3609833" cy="5204085"/>
          </a:xfrm>
        </p:spPr>
        <p:txBody>
          <a:bodyPr>
            <a:normAutofit/>
          </a:bodyPr>
          <a:lstStyle/>
          <a:p>
            <a:r>
              <a:rPr lang="it-IT" noProof="0" dirty="0"/>
              <a:t>User Story </a:t>
            </a:r>
            <a:r>
              <a:rPr lang="it-IT" dirty="0"/>
              <a:t>18</a:t>
            </a:r>
            <a:r>
              <a:rPr lang="it-IT" noProof="0" dirty="0"/>
              <a:t>:Combat System &amp; </a:t>
            </a:r>
            <a:r>
              <a:rPr lang="it-IT" noProof="0" dirty="0" err="1"/>
              <a:t>Character</a:t>
            </a:r>
            <a:r>
              <a:rPr lang="it-IT" noProof="0" dirty="0"/>
              <a:t> </a:t>
            </a:r>
            <a:r>
              <a:rPr lang="it-IT" noProof="0" dirty="0" err="1"/>
              <a:t>Evolution</a:t>
            </a:r>
            <a:br>
              <a:rPr lang="it-IT" b="1" noProof="0" dirty="0"/>
            </a:br>
            <a:endParaRPr lang="it-IT" noProof="0" dirty="0"/>
          </a:p>
        </p:txBody>
      </p:sp>
      <p:graphicFrame>
        <p:nvGraphicFramePr>
          <p:cNvPr id="16" name="Segnaposto contenuto 2">
            <a:extLst>
              <a:ext uri="{FF2B5EF4-FFF2-40B4-BE49-F238E27FC236}">
                <a16:creationId xmlns:a16="http://schemas.microsoft.com/office/drawing/2014/main" id="{2B332C55-B022-AEC3-DD7D-58DAB138C1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2537050"/>
              </p:ext>
            </p:extLst>
          </p:nvPr>
        </p:nvGraphicFramePr>
        <p:xfrm>
          <a:off x="4776730" y="819369"/>
          <a:ext cx="6589260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67073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0AE4EB8-EA48-18FD-81FB-73AF1B34D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it-IT" sz="3600"/>
              <a:t>Perché questi pattern?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egnaposto contenuto 4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4E4D28EE-02E4-49D6-E9D8-1FC2CBBEC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9" y="650494"/>
            <a:ext cx="4818347" cy="5324142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80CBB4-53A1-F4B5-CAF4-3176658E3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12" y="2031101"/>
            <a:ext cx="4282984" cy="3728989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it-IT" sz="1800" dirty="0"/>
              <a:t>Il </a:t>
            </a:r>
            <a:r>
              <a:rPr lang="it-IT" sz="1800" b="1" dirty="0"/>
              <a:t>Pattern Strategy</a:t>
            </a:r>
            <a:r>
              <a:rPr lang="it-IT" sz="1800" dirty="0"/>
              <a:t> è utilizzato per modellare le mosse come </a:t>
            </a:r>
            <a:r>
              <a:rPr lang="it-IT" sz="1800" b="1" dirty="0"/>
              <a:t>comportamenti intercambiabili</a:t>
            </a:r>
            <a:r>
              <a:rPr lang="it-IT" sz="1800" dirty="0"/>
              <a:t>, permettendo al Player di </a:t>
            </a:r>
            <a:r>
              <a:rPr lang="it-IT" sz="1800" b="1" dirty="0"/>
              <a:t>variare dinamicamente le azioni disponibili</a:t>
            </a:r>
            <a:r>
              <a:rPr lang="it-IT" sz="1800" dirty="0"/>
              <a:t> senza modificare la propria struttura interna.</a:t>
            </a:r>
          </a:p>
          <a:p>
            <a:pPr marL="0" indent="0">
              <a:buNone/>
            </a:pPr>
            <a:r>
              <a:rPr lang="it-IT" sz="1800" dirty="0"/>
              <a:t>Il </a:t>
            </a:r>
            <a:r>
              <a:rPr lang="it-IT" sz="1800" b="1" dirty="0"/>
              <a:t>Pattern Observer</a:t>
            </a:r>
            <a:r>
              <a:rPr lang="it-IT" sz="1800" dirty="0"/>
              <a:t> è utilizzato per </a:t>
            </a:r>
            <a:r>
              <a:rPr lang="it-IT" sz="1800" b="1" dirty="0"/>
              <a:t>notificare automaticamente la </a:t>
            </a:r>
            <a:r>
              <a:rPr lang="it-IT" sz="1800" b="1" dirty="0" err="1"/>
              <a:t>view</a:t>
            </a:r>
            <a:r>
              <a:rPr lang="it-IT" sz="1800" dirty="0"/>
              <a:t> ogni volta che l’esecuzione di una mossa </a:t>
            </a:r>
            <a:r>
              <a:rPr lang="it-IT" sz="1800" b="1" dirty="0"/>
              <a:t>modifica lo stato del model</a:t>
            </a:r>
            <a:r>
              <a:rPr lang="it-IT" sz="1800" dirty="0"/>
              <a:t>, mantenendo disaccoppiata la logica di gioco dall’interfaccia grafica.</a:t>
            </a:r>
          </a:p>
          <a:p>
            <a:pPr marL="0" indent="0">
              <a:buNone/>
            </a:pPr>
            <a:r>
              <a:rPr lang="it-IT" sz="1800" dirty="0"/>
              <a:t>La US </a:t>
            </a:r>
            <a:r>
              <a:rPr lang="it-IT" sz="1800" dirty="0" err="1"/>
              <a:t>Character</a:t>
            </a:r>
            <a:r>
              <a:rPr lang="it-IT" sz="1800" dirty="0"/>
              <a:t> </a:t>
            </a:r>
            <a:r>
              <a:rPr lang="it-IT" sz="1800" dirty="0" err="1"/>
              <a:t>Evolution</a:t>
            </a:r>
            <a:r>
              <a:rPr lang="it-IT" sz="1800" dirty="0"/>
              <a:t> viene implementata aggiungendo come metodo </a:t>
            </a:r>
            <a:r>
              <a:rPr lang="it-IT" sz="1800" dirty="0" err="1"/>
              <a:t>learnMove</a:t>
            </a:r>
            <a:r>
              <a:rPr lang="it-IT" sz="1800" dirty="0"/>
              <a:t>(</a:t>
            </a:r>
            <a:r>
              <a:rPr lang="it-IT" sz="1800" dirty="0" err="1"/>
              <a:t>Move</a:t>
            </a:r>
            <a:r>
              <a:rPr lang="it-IT" sz="1800" dirty="0"/>
              <a:t> </a:t>
            </a:r>
            <a:r>
              <a:rPr lang="it-IT" sz="1800" dirty="0" err="1"/>
              <a:t>move</a:t>
            </a:r>
            <a:r>
              <a:rPr lang="it-IT" sz="1800" dirty="0"/>
              <a:t>) alla classe Player nel </a:t>
            </a:r>
            <a:r>
              <a:rPr lang="it-IT" sz="1800"/>
              <a:t>medesimo pattern.</a:t>
            </a:r>
            <a:endParaRPr lang="it-IT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28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4F2BF-B85B-0BD5-1838-9F25A45F5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E1B5CC-3B4A-A1A8-2A97-9D9B9DA77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6" y="437535"/>
            <a:ext cx="10579608" cy="1188720"/>
          </a:xfrm>
        </p:spPr>
        <p:txBody>
          <a:bodyPr>
            <a:normAutofit/>
          </a:bodyPr>
          <a:lstStyle/>
          <a:p>
            <a:pPr algn="ctr"/>
            <a:r>
              <a:rPr lang="it-IT" sz="4000" noProof="0" dirty="0">
                <a:solidFill>
                  <a:schemeClr val="tx2"/>
                </a:solidFill>
              </a:rPr>
              <a:t>User Story </a:t>
            </a:r>
            <a:r>
              <a:rPr lang="it-IT" sz="4000" dirty="0">
                <a:solidFill>
                  <a:schemeClr val="tx2"/>
                </a:solidFill>
              </a:rPr>
              <a:t>9</a:t>
            </a:r>
            <a:r>
              <a:rPr lang="it-IT" sz="4000" noProof="0" dirty="0">
                <a:solidFill>
                  <a:schemeClr val="tx2"/>
                </a:solidFill>
              </a:rPr>
              <a:t>:Manual </a:t>
            </a:r>
            <a:r>
              <a:rPr lang="it-IT" sz="4000" noProof="0" dirty="0" err="1">
                <a:solidFill>
                  <a:schemeClr val="tx2"/>
                </a:solidFill>
              </a:rPr>
              <a:t>save</a:t>
            </a:r>
            <a:r>
              <a:rPr lang="it-IT" sz="4000" noProof="0" dirty="0">
                <a:solidFill>
                  <a:schemeClr val="tx2"/>
                </a:solidFill>
              </a:rPr>
              <a:t> </a:t>
            </a:r>
            <a:r>
              <a:rPr lang="it-IT" sz="4000" noProof="0" dirty="0" err="1">
                <a:solidFill>
                  <a:schemeClr val="tx2"/>
                </a:solidFill>
              </a:rPr>
              <a:t>into</a:t>
            </a:r>
            <a:r>
              <a:rPr lang="it-IT" sz="4000" noProof="0" dirty="0">
                <a:solidFill>
                  <a:schemeClr val="tx2"/>
                </a:solidFill>
              </a:rPr>
              <a:t> slot</a:t>
            </a:r>
          </a:p>
        </p:txBody>
      </p:sp>
      <p:graphicFrame>
        <p:nvGraphicFramePr>
          <p:cNvPr id="57" name="Segnaposto contenuto 2">
            <a:extLst>
              <a:ext uri="{FF2B5EF4-FFF2-40B4-BE49-F238E27FC236}">
                <a16:creationId xmlns:a16="http://schemas.microsoft.com/office/drawing/2014/main" id="{E2C0A4EA-F99D-CC16-34EE-FE3F7EDF7C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3115791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82649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EB215C-7839-4CEA-AA02-B8F7755F9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1011C6D-05BE-4D99-8C11-A0E478B1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0915134" cy="2251389"/>
          </a:xfrm>
          <a:custGeom>
            <a:avLst/>
            <a:gdLst>
              <a:gd name="connsiteX0" fmla="*/ 0 w 10915134"/>
              <a:gd name="connsiteY0" fmla="*/ 0 h 2251389"/>
              <a:gd name="connsiteX1" fmla="*/ 10915134 w 10915134"/>
              <a:gd name="connsiteY1" fmla="*/ 0 h 2251389"/>
              <a:gd name="connsiteX2" fmla="*/ 10882980 w 10915134"/>
              <a:gd name="connsiteY2" fmla="*/ 49990 h 2251389"/>
              <a:gd name="connsiteX3" fmla="*/ 10834795 w 10915134"/>
              <a:gd name="connsiteY3" fmla="*/ 110024 h 2251389"/>
              <a:gd name="connsiteX4" fmla="*/ 10738392 w 10915134"/>
              <a:gd name="connsiteY4" fmla="*/ 165813 h 2251389"/>
              <a:gd name="connsiteX5" fmla="*/ 10633692 w 10915134"/>
              <a:gd name="connsiteY5" fmla="*/ 209264 h 2251389"/>
              <a:gd name="connsiteX6" fmla="*/ 10586800 w 10915134"/>
              <a:gd name="connsiteY6" fmla="*/ 239716 h 2251389"/>
              <a:gd name="connsiteX7" fmla="*/ 10501658 w 10915134"/>
              <a:gd name="connsiteY7" fmla="*/ 307174 h 2251389"/>
              <a:gd name="connsiteX8" fmla="*/ 10404067 w 10915134"/>
              <a:gd name="connsiteY8" fmla="*/ 412395 h 2251389"/>
              <a:gd name="connsiteX9" fmla="*/ 10380953 w 10915134"/>
              <a:gd name="connsiteY9" fmla="*/ 472334 h 2251389"/>
              <a:gd name="connsiteX10" fmla="*/ 10341416 w 10915134"/>
              <a:gd name="connsiteY10" fmla="*/ 504774 h 2251389"/>
              <a:gd name="connsiteX11" fmla="*/ 10326329 w 10915134"/>
              <a:gd name="connsiteY11" fmla="*/ 523459 h 2251389"/>
              <a:gd name="connsiteX12" fmla="*/ 10298289 w 10915134"/>
              <a:gd name="connsiteY12" fmla="*/ 532173 h 2251389"/>
              <a:gd name="connsiteX13" fmla="*/ 10243127 w 10915134"/>
              <a:gd name="connsiteY13" fmla="*/ 540715 h 2251389"/>
              <a:gd name="connsiteX14" fmla="*/ 10141243 w 10915134"/>
              <a:gd name="connsiteY14" fmla="*/ 592343 h 2251389"/>
              <a:gd name="connsiteX15" fmla="*/ 9940352 w 10915134"/>
              <a:gd name="connsiteY15" fmla="*/ 631518 h 2251389"/>
              <a:gd name="connsiteX16" fmla="*/ 9836226 w 10915134"/>
              <a:gd name="connsiteY16" fmla="*/ 660496 h 2251389"/>
              <a:gd name="connsiteX17" fmla="*/ 9686899 w 10915134"/>
              <a:gd name="connsiteY17" fmla="*/ 683782 h 2251389"/>
              <a:gd name="connsiteX18" fmla="*/ 9578209 w 10915134"/>
              <a:gd name="connsiteY18" fmla="*/ 709781 h 2251389"/>
              <a:gd name="connsiteX19" fmla="*/ 9437298 w 10915134"/>
              <a:gd name="connsiteY19" fmla="*/ 757337 h 2251389"/>
              <a:gd name="connsiteX20" fmla="*/ 9435498 w 10915134"/>
              <a:gd name="connsiteY20" fmla="*/ 759689 h 2251389"/>
              <a:gd name="connsiteX21" fmla="*/ 9413910 w 10915134"/>
              <a:gd name="connsiteY21" fmla="*/ 764531 h 2251389"/>
              <a:gd name="connsiteX22" fmla="*/ 9361370 w 10915134"/>
              <a:gd name="connsiteY22" fmla="*/ 760593 h 2251389"/>
              <a:gd name="connsiteX23" fmla="*/ 9356626 w 10915134"/>
              <a:gd name="connsiteY23" fmla="*/ 764594 h 2251389"/>
              <a:gd name="connsiteX24" fmla="*/ 9311281 w 10915134"/>
              <a:gd name="connsiteY24" fmla="*/ 769260 h 2251389"/>
              <a:gd name="connsiteX25" fmla="*/ 9311173 w 10915134"/>
              <a:gd name="connsiteY25" fmla="*/ 771337 h 2251389"/>
              <a:gd name="connsiteX26" fmla="*/ 9300658 w 10915134"/>
              <a:gd name="connsiteY26" fmla="*/ 781452 h 2251389"/>
              <a:gd name="connsiteX27" fmla="*/ 9279376 w 10915134"/>
              <a:gd name="connsiteY27" fmla="*/ 796188 h 2251389"/>
              <a:gd name="connsiteX28" fmla="*/ 9189502 w 10915134"/>
              <a:gd name="connsiteY28" fmla="*/ 860175 h 2251389"/>
              <a:gd name="connsiteX29" fmla="*/ 9180260 w 10915134"/>
              <a:gd name="connsiteY29" fmla="*/ 862300 h 2251389"/>
              <a:gd name="connsiteX30" fmla="*/ 9180186 w 10915134"/>
              <a:gd name="connsiteY30" fmla="*/ 862799 h 2251389"/>
              <a:gd name="connsiteX31" fmla="*/ 9170652 w 10915134"/>
              <a:gd name="connsiteY31" fmla="*/ 865945 h 2251389"/>
              <a:gd name="connsiteX32" fmla="*/ 9145484 w 10915134"/>
              <a:gd name="connsiteY32" fmla="*/ 870300 h 2251389"/>
              <a:gd name="connsiteX33" fmla="*/ 9140031 w 10915134"/>
              <a:gd name="connsiteY33" fmla="*/ 874741 h 2251389"/>
              <a:gd name="connsiteX34" fmla="*/ 9138892 w 10915134"/>
              <a:gd name="connsiteY34" fmla="*/ 880860 h 2251389"/>
              <a:gd name="connsiteX35" fmla="*/ 9107257 w 10915134"/>
              <a:gd name="connsiteY35" fmla="*/ 903704 h 2251389"/>
              <a:gd name="connsiteX36" fmla="*/ 9034880 w 10915134"/>
              <a:gd name="connsiteY36" fmla="*/ 948837 h 2251389"/>
              <a:gd name="connsiteX37" fmla="*/ 8950600 w 10915134"/>
              <a:gd name="connsiteY37" fmla="*/ 994853 h 2251389"/>
              <a:gd name="connsiteX38" fmla="*/ 8753014 w 10915134"/>
              <a:gd name="connsiteY38" fmla="*/ 1118658 h 2251389"/>
              <a:gd name="connsiteX39" fmla="*/ 8581094 w 10915134"/>
              <a:gd name="connsiteY39" fmla="*/ 1153261 h 2251389"/>
              <a:gd name="connsiteX40" fmla="*/ 8498175 w 10915134"/>
              <a:gd name="connsiteY40" fmla="*/ 1187969 h 2251389"/>
              <a:gd name="connsiteX41" fmla="*/ 8448788 w 10915134"/>
              <a:gd name="connsiteY41" fmla="*/ 1206463 h 2251389"/>
              <a:gd name="connsiteX42" fmla="*/ 8367996 w 10915134"/>
              <a:gd name="connsiteY42" fmla="*/ 1232783 h 2251389"/>
              <a:gd name="connsiteX43" fmla="*/ 8367423 w 10915134"/>
              <a:gd name="connsiteY43" fmla="*/ 1238278 h 2251389"/>
              <a:gd name="connsiteX44" fmla="*/ 8359640 w 10915134"/>
              <a:gd name="connsiteY44" fmla="*/ 1246782 h 2251389"/>
              <a:gd name="connsiteX45" fmla="*/ 8346100 w 10915134"/>
              <a:gd name="connsiteY45" fmla="*/ 1266142 h 2251389"/>
              <a:gd name="connsiteX46" fmla="*/ 8318833 w 10915134"/>
              <a:gd name="connsiteY46" fmla="*/ 1292714 h 2251389"/>
              <a:gd name="connsiteX47" fmla="*/ 8317719 w 10915134"/>
              <a:gd name="connsiteY47" fmla="*/ 1291904 h 2251389"/>
              <a:gd name="connsiteX48" fmla="*/ 8307730 w 10915134"/>
              <a:gd name="connsiteY48" fmla="*/ 1293984 h 2251389"/>
              <a:gd name="connsiteX49" fmla="*/ 8240756 w 10915134"/>
              <a:gd name="connsiteY49" fmla="*/ 1301537 h 2251389"/>
              <a:gd name="connsiteX50" fmla="*/ 8216639 w 10915134"/>
              <a:gd name="connsiteY50" fmla="*/ 1327887 h 2251389"/>
              <a:gd name="connsiteX51" fmla="*/ 8211337 w 10915134"/>
              <a:gd name="connsiteY51" fmla="*/ 1332570 h 2251389"/>
              <a:gd name="connsiteX52" fmla="*/ 8211048 w 10915134"/>
              <a:gd name="connsiteY52" fmla="*/ 1332403 h 2251389"/>
              <a:gd name="connsiteX53" fmla="*/ 8205085 w 10915134"/>
              <a:gd name="connsiteY53" fmla="*/ 1336831 h 2251389"/>
              <a:gd name="connsiteX54" fmla="*/ 8137554 w 10915134"/>
              <a:gd name="connsiteY54" fmla="*/ 1342145 h 2251389"/>
              <a:gd name="connsiteX55" fmla="*/ 8054564 w 10915134"/>
              <a:gd name="connsiteY55" fmla="*/ 1367911 h 2251389"/>
              <a:gd name="connsiteX56" fmla="*/ 7973237 w 10915134"/>
              <a:gd name="connsiteY56" fmla="*/ 1397544 h 2251389"/>
              <a:gd name="connsiteX57" fmla="*/ 7944198 w 10915134"/>
              <a:gd name="connsiteY57" fmla="*/ 1410276 h 2251389"/>
              <a:gd name="connsiteX58" fmla="*/ 7890643 w 10915134"/>
              <a:gd name="connsiteY58" fmla="*/ 1424144 h 2251389"/>
              <a:gd name="connsiteX59" fmla="*/ 7864997 w 10915134"/>
              <a:gd name="connsiteY59" fmla="*/ 1425023 h 2251389"/>
              <a:gd name="connsiteX60" fmla="*/ 7864067 w 10915134"/>
              <a:gd name="connsiteY60" fmla="*/ 1426002 h 2251389"/>
              <a:gd name="connsiteX61" fmla="*/ 7861153 w 10915134"/>
              <a:gd name="connsiteY61" fmla="*/ 1423038 h 2251389"/>
              <a:gd name="connsiteX62" fmla="*/ 7844586 w 10915134"/>
              <a:gd name="connsiteY62" fmla="*/ 1429169 h 2251389"/>
              <a:gd name="connsiteX63" fmla="*/ 7840350 w 10915134"/>
              <a:gd name="connsiteY63" fmla="*/ 1432451 h 2251389"/>
              <a:gd name="connsiteX64" fmla="*/ 7833722 w 10915134"/>
              <a:gd name="connsiteY64" fmla="*/ 1435148 h 2251389"/>
              <a:gd name="connsiteX65" fmla="*/ 7833492 w 10915134"/>
              <a:gd name="connsiteY65" fmla="*/ 1434901 h 2251389"/>
              <a:gd name="connsiteX66" fmla="*/ 7827413 w 10915134"/>
              <a:gd name="connsiteY66" fmla="*/ 1438043 h 2251389"/>
              <a:gd name="connsiteX67" fmla="*/ 7798463 w 10915134"/>
              <a:gd name="connsiteY67" fmla="*/ 1457407 h 2251389"/>
              <a:gd name="connsiteX68" fmla="*/ 7759015 w 10915134"/>
              <a:gd name="connsiteY68" fmla="*/ 1458666 h 2251389"/>
              <a:gd name="connsiteX69" fmla="*/ 7752684 w 10915134"/>
              <a:gd name="connsiteY69" fmla="*/ 1444792 h 2251389"/>
              <a:gd name="connsiteX70" fmla="*/ 7747867 w 10915134"/>
              <a:gd name="connsiteY70" fmla="*/ 1447976 h 2251389"/>
              <a:gd name="connsiteX71" fmla="*/ 7738750 w 10915134"/>
              <a:gd name="connsiteY71" fmla="*/ 1456574 h 2251389"/>
              <a:gd name="connsiteX72" fmla="*/ 7735619 w 10915134"/>
              <a:gd name="connsiteY72" fmla="*/ 1456320 h 2251389"/>
              <a:gd name="connsiteX73" fmla="*/ 7705072 w 10915134"/>
              <a:gd name="connsiteY73" fmla="*/ 1465768 h 2251389"/>
              <a:gd name="connsiteX74" fmla="*/ 7696073 w 10915134"/>
              <a:gd name="connsiteY74" fmla="*/ 1462212 h 2251389"/>
              <a:gd name="connsiteX75" fmla="*/ 7692096 w 10915134"/>
              <a:gd name="connsiteY75" fmla="*/ 1462163 h 2251389"/>
              <a:gd name="connsiteX76" fmla="*/ 7674689 w 10915134"/>
              <a:gd name="connsiteY76" fmla="*/ 1477613 h 2251389"/>
              <a:gd name="connsiteX77" fmla="*/ 7665348 w 10915134"/>
              <a:gd name="connsiteY77" fmla="*/ 1483862 h 2251389"/>
              <a:gd name="connsiteX78" fmla="*/ 7606276 w 10915134"/>
              <a:gd name="connsiteY78" fmla="*/ 1538521 h 2251389"/>
              <a:gd name="connsiteX79" fmla="*/ 7504695 w 10915134"/>
              <a:gd name="connsiteY79" fmla="*/ 1566686 h 2251389"/>
              <a:gd name="connsiteX80" fmla="*/ 7401270 w 10915134"/>
              <a:gd name="connsiteY80" fmla="*/ 1597361 h 2251389"/>
              <a:gd name="connsiteX81" fmla="*/ 7320321 w 10915134"/>
              <a:gd name="connsiteY81" fmla="*/ 1619535 h 2251389"/>
              <a:gd name="connsiteX82" fmla="*/ 7149526 w 10915134"/>
              <a:gd name="connsiteY82" fmla="*/ 1743630 h 2251389"/>
              <a:gd name="connsiteX83" fmla="*/ 7105391 w 10915134"/>
              <a:gd name="connsiteY83" fmla="*/ 1752328 h 2251389"/>
              <a:gd name="connsiteX84" fmla="*/ 7071654 w 10915134"/>
              <a:gd name="connsiteY84" fmla="*/ 1785091 h 2251389"/>
              <a:gd name="connsiteX85" fmla="*/ 7054359 w 10915134"/>
              <a:gd name="connsiteY85" fmla="*/ 1782439 h 2251389"/>
              <a:gd name="connsiteX86" fmla="*/ 7051319 w 10915134"/>
              <a:gd name="connsiteY86" fmla="*/ 1781706 h 2251389"/>
              <a:gd name="connsiteX87" fmla="*/ 7040377 w 10915134"/>
              <a:gd name="connsiteY87" fmla="*/ 1784767 h 2251389"/>
              <a:gd name="connsiteX88" fmla="*/ 7035771 w 10915134"/>
              <a:gd name="connsiteY88" fmla="*/ 1778137 h 2251389"/>
              <a:gd name="connsiteX89" fmla="*/ 7018208 w 10915134"/>
              <a:gd name="connsiteY89" fmla="*/ 1777373 h 2251389"/>
              <a:gd name="connsiteX90" fmla="*/ 6998493 w 10915134"/>
              <a:gd name="connsiteY90" fmla="*/ 1785098 h 2251389"/>
              <a:gd name="connsiteX91" fmla="*/ 6928288 w 10915134"/>
              <a:gd name="connsiteY91" fmla="*/ 1811732 h 2251389"/>
              <a:gd name="connsiteX92" fmla="*/ 6917773 w 10915134"/>
              <a:gd name="connsiteY92" fmla="*/ 1820666 h 2251389"/>
              <a:gd name="connsiteX93" fmla="*/ 6881789 w 10915134"/>
              <a:gd name="connsiteY93" fmla="*/ 1828309 h 2251389"/>
              <a:gd name="connsiteX94" fmla="*/ 6879926 w 10915134"/>
              <a:gd name="connsiteY94" fmla="*/ 1830591 h 2251389"/>
              <a:gd name="connsiteX95" fmla="*/ 6845508 w 10915134"/>
              <a:gd name="connsiteY95" fmla="*/ 1841035 h 2251389"/>
              <a:gd name="connsiteX96" fmla="*/ 6786683 w 10915134"/>
              <a:gd name="connsiteY96" fmla="*/ 1868367 h 2251389"/>
              <a:gd name="connsiteX97" fmla="*/ 6773874 w 10915134"/>
              <a:gd name="connsiteY97" fmla="*/ 1863267 h 2251389"/>
              <a:gd name="connsiteX98" fmla="*/ 6771241 w 10915134"/>
              <a:gd name="connsiteY98" fmla="*/ 1859449 h 2251389"/>
              <a:gd name="connsiteX99" fmla="*/ 6755065 w 10915134"/>
              <a:gd name="connsiteY99" fmla="*/ 1866822 h 2251389"/>
              <a:gd name="connsiteX100" fmla="*/ 6740854 w 10915134"/>
              <a:gd name="connsiteY100" fmla="*/ 1865352 h 2251389"/>
              <a:gd name="connsiteX101" fmla="*/ 6730997 w 10915134"/>
              <a:gd name="connsiteY101" fmla="*/ 1874155 h 2251389"/>
              <a:gd name="connsiteX102" fmla="*/ 6714212 w 10915134"/>
              <a:gd name="connsiteY102" fmla="*/ 1876293 h 2251389"/>
              <a:gd name="connsiteX103" fmla="*/ 6693130 w 10915134"/>
              <a:gd name="connsiteY103" fmla="*/ 1876808 h 2251389"/>
              <a:gd name="connsiteX104" fmla="*/ 6674405 w 10915134"/>
              <a:gd name="connsiteY104" fmla="*/ 1873459 h 2251389"/>
              <a:gd name="connsiteX105" fmla="*/ 6647714 w 10915134"/>
              <a:gd name="connsiteY105" fmla="*/ 1878941 h 2251389"/>
              <a:gd name="connsiteX106" fmla="*/ 6586613 w 10915134"/>
              <a:gd name="connsiteY106" fmla="*/ 1887053 h 2251389"/>
              <a:gd name="connsiteX107" fmla="*/ 6540424 w 10915134"/>
              <a:gd name="connsiteY107" fmla="*/ 1893269 h 2251389"/>
              <a:gd name="connsiteX108" fmla="*/ 6460034 w 10915134"/>
              <a:gd name="connsiteY108" fmla="*/ 1911286 h 2251389"/>
              <a:gd name="connsiteX109" fmla="*/ 6445449 w 10915134"/>
              <a:gd name="connsiteY109" fmla="*/ 1926499 h 2251389"/>
              <a:gd name="connsiteX110" fmla="*/ 6407092 w 10915134"/>
              <a:gd name="connsiteY110" fmla="*/ 1921993 h 2251389"/>
              <a:gd name="connsiteX111" fmla="*/ 6396332 w 10915134"/>
              <a:gd name="connsiteY111" fmla="*/ 1907025 h 2251389"/>
              <a:gd name="connsiteX112" fmla="*/ 6347048 w 10915134"/>
              <a:gd name="connsiteY112" fmla="*/ 1912130 h 2251389"/>
              <a:gd name="connsiteX113" fmla="*/ 6302270 w 10915134"/>
              <a:gd name="connsiteY113" fmla="*/ 1933613 h 2251389"/>
              <a:gd name="connsiteX114" fmla="*/ 6243078 w 10915134"/>
              <a:gd name="connsiteY114" fmla="*/ 1945644 h 2251389"/>
              <a:gd name="connsiteX115" fmla="*/ 6207738 w 10915134"/>
              <a:gd name="connsiteY115" fmla="*/ 1953011 h 2251389"/>
              <a:gd name="connsiteX116" fmla="*/ 6108781 w 10915134"/>
              <a:gd name="connsiteY116" fmla="*/ 1959474 h 2251389"/>
              <a:gd name="connsiteX117" fmla="*/ 6103698 w 10915134"/>
              <a:gd name="connsiteY117" fmla="*/ 1959304 h 2251389"/>
              <a:gd name="connsiteX118" fmla="*/ 6087017 w 10915134"/>
              <a:gd name="connsiteY118" fmla="*/ 1969078 h 2251389"/>
              <a:gd name="connsiteX119" fmla="*/ 6086313 w 10915134"/>
              <a:gd name="connsiteY119" fmla="*/ 1971580 h 2251389"/>
              <a:gd name="connsiteX120" fmla="*/ 6024291 w 10915134"/>
              <a:gd name="connsiteY120" fmla="*/ 1966761 h 2251389"/>
              <a:gd name="connsiteX121" fmla="*/ 6016853 w 10915134"/>
              <a:gd name="connsiteY121" fmla="*/ 1970526 h 2251389"/>
              <a:gd name="connsiteX122" fmla="*/ 5975404 w 10915134"/>
              <a:gd name="connsiteY122" fmla="*/ 1961749 h 2251389"/>
              <a:gd name="connsiteX123" fmla="*/ 5954536 w 10915134"/>
              <a:gd name="connsiteY123" fmla="*/ 1960220 h 2251389"/>
              <a:gd name="connsiteX124" fmla="*/ 5917280 w 10915134"/>
              <a:gd name="connsiteY124" fmla="*/ 1954478 h 2251389"/>
              <a:gd name="connsiteX125" fmla="*/ 5914232 w 10915134"/>
              <a:gd name="connsiteY125" fmla="*/ 1956919 h 2251389"/>
              <a:gd name="connsiteX126" fmla="*/ 5906850 w 10915134"/>
              <a:gd name="connsiteY126" fmla="*/ 1954702 h 2251389"/>
              <a:gd name="connsiteX127" fmla="*/ 5901461 w 10915134"/>
              <a:gd name="connsiteY127" fmla="*/ 1957577 h 2251389"/>
              <a:gd name="connsiteX128" fmla="*/ 5895317 w 10915134"/>
              <a:gd name="connsiteY128" fmla="*/ 1956828 h 2251389"/>
              <a:gd name="connsiteX129" fmla="*/ 5831128 w 10915134"/>
              <a:gd name="connsiteY129" fmla="*/ 1968382 h 2251389"/>
              <a:gd name="connsiteX130" fmla="*/ 5817261 w 10915134"/>
              <a:gd name="connsiteY130" fmla="*/ 1966124 h 2251389"/>
              <a:gd name="connsiteX131" fmla="*/ 5806791 w 10915134"/>
              <a:gd name="connsiteY131" fmla="*/ 1974713 h 2251389"/>
              <a:gd name="connsiteX132" fmla="*/ 5762574 w 10915134"/>
              <a:gd name="connsiteY132" fmla="*/ 1976973 h 2251389"/>
              <a:gd name="connsiteX133" fmla="*/ 5747297 w 10915134"/>
              <a:gd name="connsiteY133" fmla="*/ 1970252 h 2251389"/>
              <a:gd name="connsiteX134" fmla="*/ 5733169 w 10915134"/>
              <a:gd name="connsiteY134" fmla="*/ 1965433 h 2251389"/>
              <a:gd name="connsiteX135" fmla="*/ 5731338 w 10915134"/>
              <a:gd name="connsiteY135" fmla="*/ 1965447 h 2251389"/>
              <a:gd name="connsiteX136" fmla="*/ 5712957 w 10915134"/>
              <a:gd name="connsiteY136" fmla="*/ 1965596 h 2251389"/>
              <a:gd name="connsiteX137" fmla="*/ 5678760 w 10915134"/>
              <a:gd name="connsiteY137" fmla="*/ 1965873 h 2251389"/>
              <a:gd name="connsiteX138" fmla="*/ 5612457 w 10915134"/>
              <a:gd name="connsiteY138" fmla="*/ 1972287 h 2251389"/>
              <a:gd name="connsiteX139" fmla="*/ 5462439 w 10915134"/>
              <a:gd name="connsiteY139" fmla="*/ 1941766 h 2251389"/>
              <a:gd name="connsiteX140" fmla="*/ 5249426 w 10915134"/>
              <a:gd name="connsiteY140" fmla="*/ 1957993 h 2251389"/>
              <a:gd name="connsiteX141" fmla="*/ 4795460 w 10915134"/>
              <a:gd name="connsiteY141" fmla="*/ 2018541 h 2251389"/>
              <a:gd name="connsiteX142" fmla="*/ 4698875 w 10915134"/>
              <a:gd name="connsiteY142" fmla="*/ 2031693 h 2251389"/>
              <a:gd name="connsiteX143" fmla="*/ 4635334 w 10915134"/>
              <a:gd name="connsiteY143" fmla="*/ 2035504 h 2251389"/>
              <a:gd name="connsiteX144" fmla="*/ 4529228 w 10915134"/>
              <a:gd name="connsiteY144" fmla="*/ 2076609 h 2251389"/>
              <a:gd name="connsiteX145" fmla="*/ 4408461 w 10915134"/>
              <a:gd name="connsiteY145" fmla="*/ 2090939 h 2251389"/>
              <a:gd name="connsiteX146" fmla="*/ 4254651 w 10915134"/>
              <a:gd name="connsiteY146" fmla="*/ 2101730 h 2251389"/>
              <a:gd name="connsiteX147" fmla="*/ 4213233 w 10915134"/>
              <a:gd name="connsiteY147" fmla="*/ 2120326 h 2251389"/>
              <a:gd name="connsiteX148" fmla="*/ 4153938 w 10915134"/>
              <a:gd name="connsiteY148" fmla="*/ 2137520 h 2251389"/>
              <a:gd name="connsiteX149" fmla="*/ 4050969 w 10915134"/>
              <a:gd name="connsiteY149" fmla="*/ 2177971 h 2251389"/>
              <a:gd name="connsiteX150" fmla="*/ 3933162 w 10915134"/>
              <a:gd name="connsiteY150" fmla="*/ 2199509 h 2251389"/>
              <a:gd name="connsiteX151" fmla="*/ 3797609 w 10915134"/>
              <a:gd name="connsiteY151" fmla="*/ 2185813 h 2251389"/>
              <a:gd name="connsiteX152" fmla="*/ 3723511 w 10915134"/>
              <a:gd name="connsiteY152" fmla="*/ 2185401 h 2251389"/>
              <a:gd name="connsiteX153" fmla="*/ 3478465 w 10915134"/>
              <a:gd name="connsiteY153" fmla="*/ 2181087 h 2251389"/>
              <a:gd name="connsiteX154" fmla="*/ 3308996 w 10915134"/>
              <a:gd name="connsiteY154" fmla="*/ 2177978 h 2251389"/>
              <a:gd name="connsiteX155" fmla="*/ 3260282 w 10915134"/>
              <a:gd name="connsiteY155" fmla="*/ 2194479 h 2251389"/>
              <a:gd name="connsiteX156" fmla="*/ 3178557 w 10915134"/>
              <a:gd name="connsiteY156" fmla="*/ 2221451 h 2251389"/>
              <a:gd name="connsiteX157" fmla="*/ 3097074 w 10915134"/>
              <a:gd name="connsiteY157" fmla="*/ 2229837 h 2251389"/>
              <a:gd name="connsiteX158" fmla="*/ 3029944 w 10915134"/>
              <a:gd name="connsiteY158" fmla="*/ 2248531 h 2251389"/>
              <a:gd name="connsiteX159" fmla="*/ 2964870 w 10915134"/>
              <a:gd name="connsiteY159" fmla="*/ 2251389 h 2251389"/>
              <a:gd name="connsiteX160" fmla="*/ 2931496 w 10915134"/>
              <a:gd name="connsiteY160" fmla="*/ 2243024 h 2251389"/>
              <a:gd name="connsiteX161" fmla="*/ 2892959 w 10915134"/>
              <a:gd name="connsiteY161" fmla="*/ 2233969 h 2251389"/>
              <a:gd name="connsiteX162" fmla="*/ 2839074 w 10915134"/>
              <a:gd name="connsiteY162" fmla="*/ 2225008 h 2251389"/>
              <a:gd name="connsiteX163" fmla="*/ 2693779 w 10915134"/>
              <a:gd name="connsiteY163" fmla="*/ 2231570 h 2251389"/>
              <a:gd name="connsiteX164" fmla="*/ 2523799 w 10915134"/>
              <a:gd name="connsiteY164" fmla="*/ 2236547 h 2251389"/>
              <a:gd name="connsiteX165" fmla="*/ 2340069 w 10915134"/>
              <a:gd name="connsiteY165" fmla="*/ 2220699 h 2251389"/>
              <a:gd name="connsiteX166" fmla="*/ 2076408 w 10915134"/>
              <a:gd name="connsiteY166" fmla="*/ 2194398 h 2251389"/>
              <a:gd name="connsiteX167" fmla="*/ 1983593 w 10915134"/>
              <a:gd name="connsiteY167" fmla="*/ 2219360 h 2251389"/>
              <a:gd name="connsiteX168" fmla="*/ 1853105 w 10915134"/>
              <a:gd name="connsiteY168" fmla="*/ 2214141 h 2251389"/>
              <a:gd name="connsiteX169" fmla="*/ 1748511 w 10915134"/>
              <a:gd name="connsiteY169" fmla="*/ 2178472 h 2251389"/>
              <a:gd name="connsiteX170" fmla="*/ 1633422 w 10915134"/>
              <a:gd name="connsiteY170" fmla="*/ 2143415 h 2251389"/>
              <a:gd name="connsiteX171" fmla="*/ 1558946 w 10915134"/>
              <a:gd name="connsiteY171" fmla="*/ 2128843 h 2251389"/>
              <a:gd name="connsiteX172" fmla="*/ 1385344 w 10915134"/>
              <a:gd name="connsiteY172" fmla="*/ 2124817 h 2251389"/>
              <a:gd name="connsiteX173" fmla="*/ 1227473 w 10915134"/>
              <a:gd name="connsiteY173" fmla="*/ 2113291 h 2251389"/>
              <a:gd name="connsiteX174" fmla="*/ 1088711 w 10915134"/>
              <a:gd name="connsiteY174" fmla="*/ 2097947 h 2251389"/>
              <a:gd name="connsiteX175" fmla="*/ 939259 w 10915134"/>
              <a:gd name="connsiteY175" fmla="*/ 2073411 h 2251389"/>
              <a:gd name="connsiteX176" fmla="*/ 914345 w 10915134"/>
              <a:gd name="connsiteY176" fmla="*/ 2063135 h 2251389"/>
              <a:gd name="connsiteX177" fmla="*/ 879393 w 10915134"/>
              <a:gd name="connsiteY177" fmla="*/ 2068419 h 2251389"/>
              <a:gd name="connsiteX178" fmla="*/ 739242 w 10915134"/>
              <a:gd name="connsiteY178" fmla="*/ 2091539 h 2251389"/>
              <a:gd name="connsiteX179" fmla="*/ 628509 w 10915134"/>
              <a:gd name="connsiteY179" fmla="*/ 2108134 h 2251389"/>
              <a:gd name="connsiteX180" fmla="*/ 508046 w 10915134"/>
              <a:gd name="connsiteY180" fmla="*/ 2109851 h 2251389"/>
              <a:gd name="connsiteX181" fmla="*/ 408793 w 10915134"/>
              <a:gd name="connsiteY181" fmla="*/ 2105335 h 2251389"/>
              <a:gd name="connsiteX182" fmla="*/ 259142 w 10915134"/>
              <a:gd name="connsiteY182" fmla="*/ 2115883 h 2251389"/>
              <a:gd name="connsiteX183" fmla="*/ 91266 w 10915134"/>
              <a:gd name="connsiteY183" fmla="*/ 2135533 h 2251389"/>
              <a:gd name="connsiteX184" fmla="*/ 12251 w 10915134"/>
              <a:gd name="connsiteY184" fmla="*/ 2121489 h 2251389"/>
              <a:gd name="connsiteX185" fmla="*/ 0 w 10915134"/>
              <a:gd name="connsiteY185" fmla="*/ 2122164 h 2251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</a:cxnLst>
            <a:rect l="l" t="t" r="r" b="b"/>
            <a:pathLst>
              <a:path w="10915134" h="2251389">
                <a:moveTo>
                  <a:pt x="0" y="0"/>
                </a:moveTo>
                <a:lnTo>
                  <a:pt x="10915134" y="0"/>
                </a:lnTo>
                <a:lnTo>
                  <a:pt x="10882980" y="49990"/>
                </a:lnTo>
                <a:cubicBezTo>
                  <a:pt x="10880871" y="52147"/>
                  <a:pt x="10836905" y="107867"/>
                  <a:pt x="10834795" y="110024"/>
                </a:cubicBezTo>
                <a:cubicBezTo>
                  <a:pt x="10820319" y="128194"/>
                  <a:pt x="10762503" y="175620"/>
                  <a:pt x="10738392" y="165813"/>
                </a:cubicBezTo>
                <a:cubicBezTo>
                  <a:pt x="10748670" y="186392"/>
                  <a:pt x="10638347" y="188684"/>
                  <a:pt x="10633692" y="209264"/>
                </a:cubicBezTo>
                <a:cubicBezTo>
                  <a:pt x="10631767" y="225908"/>
                  <a:pt x="10597419" y="233945"/>
                  <a:pt x="10586800" y="239716"/>
                </a:cubicBezTo>
                <a:cubicBezTo>
                  <a:pt x="10579628" y="256520"/>
                  <a:pt x="10520682" y="224915"/>
                  <a:pt x="10501658" y="307174"/>
                </a:cubicBezTo>
                <a:cubicBezTo>
                  <a:pt x="10447727" y="313339"/>
                  <a:pt x="10447126" y="425780"/>
                  <a:pt x="10404067" y="412395"/>
                </a:cubicBezTo>
                <a:cubicBezTo>
                  <a:pt x="10392937" y="413598"/>
                  <a:pt x="10388815" y="467371"/>
                  <a:pt x="10380953" y="472334"/>
                </a:cubicBezTo>
                <a:lnTo>
                  <a:pt x="10341416" y="504774"/>
                </a:lnTo>
                <a:lnTo>
                  <a:pt x="10326329" y="523459"/>
                </a:lnTo>
                <a:lnTo>
                  <a:pt x="10298289" y="532173"/>
                </a:lnTo>
                <a:cubicBezTo>
                  <a:pt x="10284422" y="535049"/>
                  <a:pt x="10265952" y="533199"/>
                  <a:pt x="10243127" y="540715"/>
                </a:cubicBezTo>
                <a:cubicBezTo>
                  <a:pt x="10203910" y="562831"/>
                  <a:pt x="10165274" y="534580"/>
                  <a:pt x="10141243" y="592343"/>
                </a:cubicBezTo>
                <a:cubicBezTo>
                  <a:pt x="10059374" y="598371"/>
                  <a:pt x="10021953" y="650378"/>
                  <a:pt x="9940352" y="631518"/>
                </a:cubicBezTo>
                <a:cubicBezTo>
                  <a:pt x="9959797" y="646419"/>
                  <a:pt x="9860152" y="623282"/>
                  <a:pt x="9836226" y="660496"/>
                </a:cubicBezTo>
                <a:cubicBezTo>
                  <a:pt x="9788121" y="672556"/>
                  <a:pt x="9760988" y="668531"/>
                  <a:pt x="9686899" y="683782"/>
                </a:cubicBezTo>
                <a:cubicBezTo>
                  <a:pt x="9623800" y="700369"/>
                  <a:pt x="9613948" y="700871"/>
                  <a:pt x="9578209" y="709781"/>
                </a:cubicBezTo>
                <a:lnTo>
                  <a:pt x="9437298" y="757337"/>
                </a:lnTo>
                <a:lnTo>
                  <a:pt x="9435498" y="759689"/>
                </a:lnTo>
                <a:cubicBezTo>
                  <a:pt x="9426240" y="765982"/>
                  <a:pt x="9419508" y="766527"/>
                  <a:pt x="9413910" y="764531"/>
                </a:cubicBezTo>
                <a:lnTo>
                  <a:pt x="9361370" y="760593"/>
                </a:lnTo>
                <a:lnTo>
                  <a:pt x="9356626" y="764594"/>
                </a:lnTo>
                <a:lnTo>
                  <a:pt x="9311281" y="769260"/>
                </a:lnTo>
                <a:cubicBezTo>
                  <a:pt x="9311245" y="769953"/>
                  <a:pt x="9311210" y="770644"/>
                  <a:pt x="9311173" y="771337"/>
                </a:cubicBezTo>
                <a:cubicBezTo>
                  <a:pt x="9309900" y="776105"/>
                  <a:pt x="9307010" y="779823"/>
                  <a:pt x="9300658" y="781452"/>
                </a:cubicBezTo>
                <a:cubicBezTo>
                  <a:pt x="9318003" y="808459"/>
                  <a:pt x="9299643" y="793767"/>
                  <a:pt x="9279376" y="796188"/>
                </a:cubicBezTo>
                <a:cubicBezTo>
                  <a:pt x="9260850" y="809309"/>
                  <a:pt x="9206021" y="849156"/>
                  <a:pt x="9189502" y="860175"/>
                </a:cubicBezTo>
                <a:lnTo>
                  <a:pt x="9180260" y="862300"/>
                </a:lnTo>
                <a:cubicBezTo>
                  <a:pt x="9180236" y="862466"/>
                  <a:pt x="9180211" y="862633"/>
                  <a:pt x="9180186" y="862799"/>
                </a:cubicBezTo>
                <a:cubicBezTo>
                  <a:pt x="9178407" y="864232"/>
                  <a:pt x="9175456" y="865295"/>
                  <a:pt x="9170652" y="865945"/>
                </a:cubicBezTo>
                <a:lnTo>
                  <a:pt x="9145484" y="870300"/>
                </a:lnTo>
                <a:lnTo>
                  <a:pt x="9140031" y="874741"/>
                </a:lnTo>
                <a:lnTo>
                  <a:pt x="9138892" y="880860"/>
                </a:lnTo>
                <a:lnTo>
                  <a:pt x="9107257" y="903704"/>
                </a:lnTo>
                <a:cubicBezTo>
                  <a:pt x="9091321" y="899193"/>
                  <a:pt x="9043942" y="941365"/>
                  <a:pt x="9034880" y="948837"/>
                </a:cubicBezTo>
                <a:lnTo>
                  <a:pt x="8950600" y="994853"/>
                </a:lnTo>
                <a:cubicBezTo>
                  <a:pt x="8865196" y="1081843"/>
                  <a:pt x="8818875" y="1077389"/>
                  <a:pt x="8753014" y="1118658"/>
                </a:cubicBezTo>
                <a:cubicBezTo>
                  <a:pt x="8692981" y="1124704"/>
                  <a:pt x="8636332" y="1128410"/>
                  <a:pt x="8581094" y="1153261"/>
                </a:cubicBezTo>
                <a:cubicBezTo>
                  <a:pt x="8538621" y="1164812"/>
                  <a:pt x="8511758" y="1169577"/>
                  <a:pt x="8498175" y="1187969"/>
                </a:cubicBezTo>
                <a:lnTo>
                  <a:pt x="8448788" y="1206463"/>
                </a:lnTo>
                <a:lnTo>
                  <a:pt x="8367996" y="1232783"/>
                </a:lnTo>
                <a:cubicBezTo>
                  <a:pt x="8367806" y="1234615"/>
                  <a:pt x="8367614" y="1236446"/>
                  <a:pt x="8367423" y="1238278"/>
                </a:cubicBezTo>
                <a:lnTo>
                  <a:pt x="8359640" y="1246782"/>
                </a:lnTo>
                <a:lnTo>
                  <a:pt x="8346100" y="1266142"/>
                </a:lnTo>
                <a:lnTo>
                  <a:pt x="8318833" y="1292714"/>
                </a:lnTo>
                <a:lnTo>
                  <a:pt x="8317719" y="1291904"/>
                </a:lnTo>
                <a:cubicBezTo>
                  <a:pt x="8314688" y="1290662"/>
                  <a:pt x="8311461" y="1290840"/>
                  <a:pt x="8307730" y="1293984"/>
                </a:cubicBezTo>
                <a:cubicBezTo>
                  <a:pt x="8294903" y="1295590"/>
                  <a:pt x="8255937" y="1295887"/>
                  <a:pt x="8240756" y="1301537"/>
                </a:cubicBezTo>
                <a:cubicBezTo>
                  <a:pt x="8233324" y="1310481"/>
                  <a:pt x="8225256" y="1319366"/>
                  <a:pt x="8216639" y="1327887"/>
                </a:cubicBezTo>
                <a:lnTo>
                  <a:pt x="8211337" y="1332570"/>
                </a:lnTo>
                <a:lnTo>
                  <a:pt x="8211048" y="1332403"/>
                </a:lnTo>
                <a:cubicBezTo>
                  <a:pt x="8209501" y="1332874"/>
                  <a:pt x="8207607" y="1334206"/>
                  <a:pt x="8205085" y="1336831"/>
                </a:cubicBezTo>
                <a:lnTo>
                  <a:pt x="8137554" y="1342145"/>
                </a:lnTo>
                <a:cubicBezTo>
                  <a:pt x="8105705" y="1354688"/>
                  <a:pt x="8080446" y="1339423"/>
                  <a:pt x="8054564" y="1367911"/>
                </a:cubicBezTo>
                <a:cubicBezTo>
                  <a:pt x="8024726" y="1379555"/>
                  <a:pt x="7996957" y="1380148"/>
                  <a:pt x="7973237" y="1397544"/>
                </a:cubicBezTo>
                <a:cubicBezTo>
                  <a:pt x="7961439" y="1393972"/>
                  <a:pt x="7951168" y="1394796"/>
                  <a:pt x="7944198" y="1410276"/>
                </a:cubicBezTo>
                <a:cubicBezTo>
                  <a:pt x="7915673" y="1417804"/>
                  <a:pt x="7905583" y="1403950"/>
                  <a:pt x="7890643" y="1424144"/>
                </a:cubicBezTo>
                <a:cubicBezTo>
                  <a:pt x="7869590" y="1403678"/>
                  <a:pt x="7870757" y="1414314"/>
                  <a:pt x="7864997" y="1425023"/>
                </a:cubicBezTo>
                <a:lnTo>
                  <a:pt x="7864067" y="1426002"/>
                </a:lnTo>
                <a:lnTo>
                  <a:pt x="7861153" y="1423038"/>
                </a:lnTo>
                <a:lnTo>
                  <a:pt x="7844586" y="1429169"/>
                </a:lnTo>
                <a:lnTo>
                  <a:pt x="7840350" y="1432451"/>
                </a:lnTo>
                <a:cubicBezTo>
                  <a:pt x="7837357" y="1434345"/>
                  <a:pt x="7835272" y="1435129"/>
                  <a:pt x="7833722" y="1435148"/>
                </a:cubicBezTo>
                <a:lnTo>
                  <a:pt x="7833492" y="1434901"/>
                </a:lnTo>
                <a:lnTo>
                  <a:pt x="7827413" y="1438043"/>
                </a:lnTo>
                <a:cubicBezTo>
                  <a:pt x="7817294" y="1444069"/>
                  <a:pt x="7807591" y="1450613"/>
                  <a:pt x="7798463" y="1457407"/>
                </a:cubicBezTo>
                <a:cubicBezTo>
                  <a:pt x="7789625" y="1446704"/>
                  <a:pt x="7769649" y="1464040"/>
                  <a:pt x="7759015" y="1458666"/>
                </a:cubicBezTo>
                <a:lnTo>
                  <a:pt x="7752684" y="1444792"/>
                </a:lnTo>
                <a:lnTo>
                  <a:pt x="7747867" y="1447976"/>
                </a:lnTo>
                <a:lnTo>
                  <a:pt x="7738750" y="1456574"/>
                </a:lnTo>
                <a:cubicBezTo>
                  <a:pt x="7737328" y="1457741"/>
                  <a:pt x="7736297" y="1457914"/>
                  <a:pt x="7735619" y="1456320"/>
                </a:cubicBezTo>
                <a:cubicBezTo>
                  <a:pt x="7730006" y="1457852"/>
                  <a:pt x="7711662" y="1464787"/>
                  <a:pt x="7705072" y="1465768"/>
                </a:cubicBezTo>
                <a:lnTo>
                  <a:pt x="7696073" y="1462212"/>
                </a:lnTo>
                <a:lnTo>
                  <a:pt x="7692096" y="1462163"/>
                </a:lnTo>
                <a:lnTo>
                  <a:pt x="7674689" y="1477613"/>
                </a:lnTo>
                <a:lnTo>
                  <a:pt x="7665348" y="1483862"/>
                </a:lnTo>
                <a:lnTo>
                  <a:pt x="7606276" y="1538521"/>
                </a:lnTo>
                <a:lnTo>
                  <a:pt x="7504695" y="1566686"/>
                </a:lnTo>
                <a:cubicBezTo>
                  <a:pt x="7473718" y="1603709"/>
                  <a:pt x="7404436" y="1554658"/>
                  <a:pt x="7401270" y="1597361"/>
                </a:cubicBezTo>
                <a:cubicBezTo>
                  <a:pt x="7369238" y="1613154"/>
                  <a:pt x="7363418" y="1605164"/>
                  <a:pt x="7320321" y="1619535"/>
                </a:cubicBezTo>
                <a:cubicBezTo>
                  <a:pt x="7280514" y="1668809"/>
                  <a:pt x="7198683" y="1708462"/>
                  <a:pt x="7149526" y="1743630"/>
                </a:cubicBezTo>
                <a:cubicBezTo>
                  <a:pt x="7114410" y="1721934"/>
                  <a:pt x="7136043" y="1746476"/>
                  <a:pt x="7105391" y="1752328"/>
                </a:cubicBezTo>
                <a:cubicBezTo>
                  <a:pt x="7119677" y="1779725"/>
                  <a:pt x="7066212" y="1749779"/>
                  <a:pt x="7071654" y="1785091"/>
                </a:cubicBezTo>
                <a:cubicBezTo>
                  <a:pt x="7065905" y="1785038"/>
                  <a:pt x="7060161" y="1783873"/>
                  <a:pt x="7054359" y="1782439"/>
                </a:cubicBezTo>
                <a:lnTo>
                  <a:pt x="7051319" y="1781706"/>
                </a:lnTo>
                <a:lnTo>
                  <a:pt x="7040377" y="1784767"/>
                </a:lnTo>
                <a:lnTo>
                  <a:pt x="7035771" y="1778137"/>
                </a:lnTo>
                <a:lnTo>
                  <a:pt x="7018208" y="1777373"/>
                </a:lnTo>
                <a:cubicBezTo>
                  <a:pt x="7011866" y="1778247"/>
                  <a:pt x="7005318" y="1780539"/>
                  <a:pt x="6998493" y="1785098"/>
                </a:cubicBezTo>
                <a:cubicBezTo>
                  <a:pt x="6983689" y="1806072"/>
                  <a:pt x="6952865" y="1800516"/>
                  <a:pt x="6928288" y="1811732"/>
                </a:cubicBezTo>
                <a:lnTo>
                  <a:pt x="6917773" y="1820666"/>
                </a:lnTo>
                <a:lnTo>
                  <a:pt x="6881789" y="1828309"/>
                </a:lnTo>
                <a:lnTo>
                  <a:pt x="6879926" y="1830591"/>
                </a:lnTo>
                <a:cubicBezTo>
                  <a:pt x="6873880" y="1832712"/>
                  <a:pt x="6861049" y="1834739"/>
                  <a:pt x="6845508" y="1841035"/>
                </a:cubicBezTo>
                <a:lnTo>
                  <a:pt x="6786683" y="1868367"/>
                </a:lnTo>
                <a:lnTo>
                  <a:pt x="6773874" y="1863267"/>
                </a:lnTo>
                <a:lnTo>
                  <a:pt x="6771241" y="1859449"/>
                </a:lnTo>
                <a:lnTo>
                  <a:pt x="6755065" y="1866822"/>
                </a:lnTo>
                <a:lnTo>
                  <a:pt x="6740854" y="1865352"/>
                </a:lnTo>
                <a:lnTo>
                  <a:pt x="6730997" y="1874155"/>
                </a:lnTo>
                <a:lnTo>
                  <a:pt x="6714212" y="1876293"/>
                </a:lnTo>
                <a:cubicBezTo>
                  <a:pt x="6707919" y="1876308"/>
                  <a:pt x="6700834" y="1876122"/>
                  <a:pt x="6693130" y="1876808"/>
                </a:cubicBezTo>
                <a:lnTo>
                  <a:pt x="6674405" y="1873459"/>
                </a:lnTo>
                <a:lnTo>
                  <a:pt x="6647714" y="1878941"/>
                </a:lnTo>
                <a:cubicBezTo>
                  <a:pt x="6627122" y="1883360"/>
                  <a:pt x="6607220" y="1886896"/>
                  <a:pt x="6586613" y="1887053"/>
                </a:cubicBezTo>
                <a:cubicBezTo>
                  <a:pt x="6572205" y="1895536"/>
                  <a:pt x="6557706" y="1900239"/>
                  <a:pt x="6540424" y="1893269"/>
                </a:cubicBezTo>
                <a:cubicBezTo>
                  <a:pt x="6497538" y="1902769"/>
                  <a:pt x="6490601" y="1917381"/>
                  <a:pt x="6460034" y="1911286"/>
                </a:cubicBezTo>
                <a:cubicBezTo>
                  <a:pt x="6453811" y="1919532"/>
                  <a:pt x="6449254" y="1924158"/>
                  <a:pt x="6445449" y="1926499"/>
                </a:cubicBezTo>
                <a:cubicBezTo>
                  <a:pt x="6434030" y="1933525"/>
                  <a:pt x="6429411" y="1919994"/>
                  <a:pt x="6407092" y="1921993"/>
                </a:cubicBezTo>
                <a:cubicBezTo>
                  <a:pt x="6382682" y="1922166"/>
                  <a:pt x="6418607" y="1903450"/>
                  <a:pt x="6396332" y="1907025"/>
                </a:cubicBezTo>
                <a:cubicBezTo>
                  <a:pt x="6376015" y="1918727"/>
                  <a:pt x="6367614" y="1898795"/>
                  <a:pt x="6347048" y="1912130"/>
                </a:cubicBezTo>
                <a:cubicBezTo>
                  <a:pt x="6360109" y="1925598"/>
                  <a:pt x="6297691" y="1920276"/>
                  <a:pt x="6302270" y="1933613"/>
                </a:cubicBezTo>
                <a:cubicBezTo>
                  <a:pt x="6272680" y="1919839"/>
                  <a:pt x="6273323" y="1945036"/>
                  <a:pt x="6243078" y="1945644"/>
                </a:cubicBezTo>
                <a:cubicBezTo>
                  <a:pt x="6226744" y="1941607"/>
                  <a:pt x="6216828" y="1942552"/>
                  <a:pt x="6207738" y="1953011"/>
                </a:cubicBezTo>
                <a:cubicBezTo>
                  <a:pt x="6131633" y="1932600"/>
                  <a:pt x="6170923" y="1959774"/>
                  <a:pt x="6108781" y="1959474"/>
                </a:cubicBezTo>
                <a:lnTo>
                  <a:pt x="6103698" y="1959304"/>
                </a:lnTo>
                <a:lnTo>
                  <a:pt x="6087017" y="1969078"/>
                </a:lnTo>
                <a:cubicBezTo>
                  <a:pt x="6086783" y="1969912"/>
                  <a:pt x="6086547" y="1970745"/>
                  <a:pt x="6086313" y="1971580"/>
                </a:cubicBezTo>
                <a:lnTo>
                  <a:pt x="6024291" y="1966761"/>
                </a:lnTo>
                <a:lnTo>
                  <a:pt x="6016853" y="1970526"/>
                </a:lnTo>
                <a:lnTo>
                  <a:pt x="5975404" y="1961749"/>
                </a:lnTo>
                <a:lnTo>
                  <a:pt x="5954536" y="1960220"/>
                </a:lnTo>
                <a:lnTo>
                  <a:pt x="5917280" y="1954478"/>
                </a:lnTo>
                <a:lnTo>
                  <a:pt x="5914232" y="1956919"/>
                </a:lnTo>
                <a:lnTo>
                  <a:pt x="5906850" y="1954702"/>
                </a:lnTo>
                <a:lnTo>
                  <a:pt x="5901461" y="1957577"/>
                </a:lnTo>
                <a:lnTo>
                  <a:pt x="5895317" y="1956828"/>
                </a:lnTo>
                <a:cubicBezTo>
                  <a:pt x="5883595" y="1958629"/>
                  <a:pt x="5844137" y="1966833"/>
                  <a:pt x="5831128" y="1968382"/>
                </a:cubicBezTo>
                <a:lnTo>
                  <a:pt x="5817261" y="1966124"/>
                </a:lnTo>
                <a:lnTo>
                  <a:pt x="5806791" y="1974713"/>
                </a:lnTo>
                <a:lnTo>
                  <a:pt x="5762574" y="1976973"/>
                </a:lnTo>
                <a:lnTo>
                  <a:pt x="5747297" y="1970252"/>
                </a:lnTo>
                <a:lnTo>
                  <a:pt x="5733169" y="1965433"/>
                </a:lnTo>
                <a:lnTo>
                  <a:pt x="5731338" y="1965447"/>
                </a:lnTo>
                <a:lnTo>
                  <a:pt x="5712957" y="1965596"/>
                </a:lnTo>
                <a:lnTo>
                  <a:pt x="5678760" y="1965873"/>
                </a:lnTo>
                <a:cubicBezTo>
                  <a:pt x="5656934" y="1966331"/>
                  <a:pt x="5634795" y="1967772"/>
                  <a:pt x="5612457" y="1972287"/>
                </a:cubicBezTo>
                <a:cubicBezTo>
                  <a:pt x="5527023" y="1949966"/>
                  <a:pt x="5534401" y="1947926"/>
                  <a:pt x="5462439" y="1941766"/>
                </a:cubicBezTo>
                <a:cubicBezTo>
                  <a:pt x="5427425" y="1917624"/>
                  <a:pt x="5291183" y="1960519"/>
                  <a:pt x="5249426" y="1957993"/>
                </a:cubicBezTo>
                <a:cubicBezTo>
                  <a:pt x="5146406" y="1973328"/>
                  <a:pt x="4927624" y="2044719"/>
                  <a:pt x="4795460" y="2018541"/>
                </a:cubicBezTo>
                <a:cubicBezTo>
                  <a:pt x="4762844" y="2022395"/>
                  <a:pt x="4718233" y="2031407"/>
                  <a:pt x="4698875" y="2031693"/>
                </a:cubicBezTo>
                <a:lnTo>
                  <a:pt x="4635334" y="2035504"/>
                </a:lnTo>
                <a:lnTo>
                  <a:pt x="4529228" y="2076609"/>
                </a:lnTo>
                <a:cubicBezTo>
                  <a:pt x="4475152" y="2050383"/>
                  <a:pt x="4475600" y="2080729"/>
                  <a:pt x="4408461" y="2090939"/>
                </a:cubicBezTo>
                <a:cubicBezTo>
                  <a:pt x="4383821" y="2082708"/>
                  <a:pt x="4268804" y="2082966"/>
                  <a:pt x="4254651" y="2101730"/>
                </a:cubicBezTo>
                <a:cubicBezTo>
                  <a:pt x="4238862" y="2106286"/>
                  <a:pt x="4220313" y="2100544"/>
                  <a:pt x="4213233" y="2120326"/>
                </a:cubicBezTo>
                <a:cubicBezTo>
                  <a:pt x="4201430" y="2144259"/>
                  <a:pt x="4145731" y="2110137"/>
                  <a:pt x="4153938" y="2137520"/>
                </a:cubicBezTo>
                <a:cubicBezTo>
                  <a:pt x="4114396" y="2114195"/>
                  <a:pt x="4083806" y="2164553"/>
                  <a:pt x="4050969" y="2177971"/>
                </a:cubicBezTo>
                <a:cubicBezTo>
                  <a:pt x="4019767" y="2177378"/>
                  <a:pt x="4005088" y="2190554"/>
                  <a:pt x="3933162" y="2199509"/>
                </a:cubicBezTo>
                <a:cubicBezTo>
                  <a:pt x="3898830" y="2172322"/>
                  <a:pt x="3861284" y="2221170"/>
                  <a:pt x="3797609" y="2185813"/>
                </a:cubicBezTo>
                <a:cubicBezTo>
                  <a:pt x="3795667" y="2189772"/>
                  <a:pt x="3776702" y="2186188"/>
                  <a:pt x="3723511" y="2185401"/>
                </a:cubicBezTo>
                <a:cubicBezTo>
                  <a:pt x="3670320" y="2184613"/>
                  <a:pt x="3558625" y="2184230"/>
                  <a:pt x="3478465" y="2181087"/>
                </a:cubicBezTo>
                <a:cubicBezTo>
                  <a:pt x="3387474" y="2181789"/>
                  <a:pt x="3428499" y="2219948"/>
                  <a:pt x="3308996" y="2177978"/>
                </a:cubicBezTo>
                <a:cubicBezTo>
                  <a:pt x="3299910" y="2200517"/>
                  <a:pt x="3285785" y="2202748"/>
                  <a:pt x="3260282" y="2194479"/>
                </a:cubicBezTo>
                <a:cubicBezTo>
                  <a:pt x="3216295" y="2196427"/>
                  <a:pt x="3227371" y="2250251"/>
                  <a:pt x="3178557" y="2221451"/>
                </a:cubicBezTo>
                <a:cubicBezTo>
                  <a:pt x="3146795" y="2234329"/>
                  <a:pt x="3117401" y="2220418"/>
                  <a:pt x="3097074" y="2229837"/>
                </a:cubicBezTo>
                <a:lnTo>
                  <a:pt x="3029944" y="2248531"/>
                </a:lnTo>
                <a:cubicBezTo>
                  <a:pt x="2992804" y="2254069"/>
                  <a:pt x="2982389" y="2213943"/>
                  <a:pt x="2964870" y="2251389"/>
                </a:cubicBezTo>
                <a:lnTo>
                  <a:pt x="2931496" y="2243024"/>
                </a:lnTo>
                <a:lnTo>
                  <a:pt x="2892959" y="2233969"/>
                </a:lnTo>
                <a:cubicBezTo>
                  <a:pt x="2872669" y="2227791"/>
                  <a:pt x="2882203" y="2234774"/>
                  <a:pt x="2839074" y="2225008"/>
                </a:cubicBezTo>
                <a:cubicBezTo>
                  <a:pt x="2811442" y="2251884"/>
                  <a:pt x="2766379" y="2232117"/>
                  <a:pt x="2693779" y="2231570"/>
                </a:cubicBezTo>
                <a:lnTo>
                  <a:pt x="2523799" y="2236547"/>
                </a:lnTo>
                <a:cubicBezTo>
                  <a:pt x="2466172" y="2242686"/>
                  <a:pt x="2414634" y="2227724"/>
                  <a:pt x="2340069" y="2220699"/>
                </a:cubicBezTo>
                <a:cubicBezTo>
                  <a:pt x="2265503" y="2213674"/>
                  <a:pt x="2139796" y="2191971"/>
                  <a:pt x="2076408" y="2194398"/>
                </a:cubicBezTo>
                <a:cubicBezTo>
                  <a:pt x="2032508" y="2197562"/>
                  <a:pt x="2027933" y="2185141"/>
                  <a:pt x="1983593" y="2219360"/>
                </a:cubicBezTo>
                <a:cubicBezTo>
                  <a:pt x="1947094" y="2209205"/>
                  <a:pt x="1890960" y="2218305"/>
                  <a:pt x="1853105" y="2214141"/>
                </a:cubicBezTo>
                <a:cubicBezTo>
                  <a:pt x="1825748" y="2216625"/>
                  <a:pt x="1783192" y="2179879"/>
                  <a:pt x="1748511" y="2178472"/>
                </a:cubicBezTo>
                <a:cubicBezTo>
                  <a:pt x="1703498" y="2196202"/>
                  <a:pt x="1694831" y="2157630"/>
                  <a:pt x="1633422" y="2143415"/>
                </a:cubicBezTo>
                <a:cubicBezTo>
                  <a:pt x="1607630" y="2161065"/>
                  <a:pt x="1579060" y="2145077"/>
                  <a:pt x="1558946" y="2128843"/>
                </a:cubicBezTo>
                <a:cubicBezTo>
                  <a:pt x="1499069" y="2134267"/>
                  <a:pt x="1452565" y="2133855"/>
                  <a:pt x="1385344" y="2124817"/>
                </a:cubicBezTo>
                <a:cubicBezTo>
                  <a:pt x="1312492" y="2145463"/>
                  <a:pt x="1299315" y="2122756"/>
                  <a:pt x="1227473" y="2113291"/>
                </a:cubicBezTo>
                <a:cubicBezTo>
                  <a:pt x="1199075" y="2120045"/>
                  <a:pt x="1149241" y="2095660"/>
                  <a:pt x="1088711" y="2097947"/>
                </a:cubicBezTo>
                <a:cubicBezTo>
                  <a:pt x="1048569" y="2095382"/>
                  <a:pt x="1091396" y="2061344"/>
                  <a:pt x="939259" y="2073411"/>
                </a:cubicBezTo>
                <a:cubicBezTo>
                  <a:pt x="930603" y="2080267"/>
                  <a:pt x="912274" y="2072716"/>
                  <a:pt x="914345" y="2063135"/>
                </a:cubicBezTo>
                <a:cubicBezTo>
                  <a:pt x="904674" y="2065915"/>
                  <a:pt x="881392" y="2083881"/>
                  <a:pt x="879393" y="2068419"/>
                </a:cubicBezTo>
                <a:cubicBezTo>
                  <a:pt x="831068" y="2065554"/>
                  <a:pt x="782797" y="2073516"/>
                  <a:pt x="739242" y="2091539"/>
                </a:cubicBezTo>
                <a:cubicBezTo>
                  <a:pt x="713063" y="2085924"/>
                  <a:pt x="685973" y="2097939"/>
                  <a:pt x="628509" y="2108134"/>
                </a:cubicBezTo>
                <a:cubicBezTo>
                  <a:pt x="575136" y="2076613"/>
                  <a:pt x="570057" y="2131408"/>
                  <a:pt x="508046" y="2109851"/>
                </a:cubicBezTo>
                <a:cubicBezTo>
                  <a:pt x="473420" y="2105939"/>
                  <a:pt x="433697" y="2091842"/>
                  <a:pt x="408793" y="2105335"/>
                </a:cubicBezTo>
                <a:cubicBezTo>
                  <a:pt x="383633" y="2099507"/>
                  <a:pt x="299763" y="2118030"/>
                  <a:pt x="259142" y="2115883"/>
                </a:cubicBezTo>
                <a:cubicBezTo>
                  <a:pt x="191085" y="2103328"/>
                  <a:pt x="127146" y="2128850"/>
                  <a:pt x="91266" y="2135533"/>
                </a:cubicBezTo>
                <a:cubicBezTo>
                  <a:pt x="55346" y="2131669"/>
                  <a:pt x="37547" y="2122850"/>
                  <a:pt x="12251" y="2121489"/>
                </a:cubicBezTo>
                <a:lnTo>
                  <a:pt x="0" y="2122164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66F78EA-1130-5423-9540-238E8C797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7" y="609600"/>
            <a:ext cx="5915197" cy="1330519"/>
          </a:xfrm>
        </p:spPr>
        <p:txBody>
          <a:bodyPr>
            <a:normAutofit/>
          </a:bodyPr>
          <a:lstStyle/>
          <a:p>
            <a:r>
              <a:rPr lang="it-IT" dirty="0"/>
              <a:t>Perché Memento?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B9FD11D-7561-43C8-BE54-00D7DCF0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5390" y="5800298"/>
            <a:ext cx="5736610" cy="1057702"/>
          </a:xfrm>
          <a:custGeom>
            <a:avLst/>
            <a:gdLst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3959588 w 5741575"/>
              <a:gd name="connsiteY74" fmla="*/ 239195 h 955271"/>
              <a:gd name="connsiteX75" fmla="*/ 4114838 w 5741575"/>
              <a:gd name="connsiteY75" fmla="*/ 238165 h 955271"/>
              <a:gd name="connsiteX76" fmla="*/ 4271023 w 5741575"/>
              <a:gd name="connsiteY76" fmla="*/ 241959 h 955271"/>
              <a:gd name="connsiteX77" fmla="*/ 4367397 w 5741575"/>
              <a:gd name="connsiteY77" fmla="*/ 271442 h 955271"/>
              <a:gd name="connsiteX78" fmla="*/ 4495366 w 5741575"/>
              <a:gd name="connsiteY78" fmla="*/ 271618 h 955271"/>
              <a:gd name="connsiteX79" fmla="*/ 4517347 w 5741575"/>
              <a:gd name="connsiteY79" fmla="*/ 275639 h 955271"/>
              <a:gd name="connsiteX80" fmla="*/ 4546116 w 5741575"/>
              <a:gd name="connsiteY80" fmla="*/ 268568 h 955271"/>
              <a:gd name="connsiteX81" fmla="*/ 4661259 w 5741575"/>
              <a:gd name="connsiteY81" fmla="*/ 238966 h 955271"/>
              <a:gd name="connsiteX82" fmla="*/ 4750403 w 5741575"/>
              <a:gd name="connsiteY82" fmla="*/ 204364 h 955271"/>
              <a:gd name="connsiteX83" fmla="*/ 4867614 w 5741575"/>
              <a:gd name="connsiteY83" fmla="*/ 208668 h 955271"/>
              <a:gd name="connsiteX84" fmla="*/ 4937036 w 5741575"/>
              <a:gd name="connsiteY84" fmla="*/ 195446 h 955271"/>
              <a:gd name="connsiteX85" fmla="*/ 5047626 w 5741575"/>
              <a:gd name="connsiteY85" fmla="*/ 149604 h 955271"/>
              <a:gd name="connsiteX86" fmla="*/ 5200247 w 5741575"/>
              <a:gd name="connsiteY86" fmla="*/ 142695 h 955271"/>
              <a:gd name="connsiteX87" fmla="*/ 5235691 w 5741575"/>
              <a:gd name="connsiteY87" fmla="*/ 173330 h 955271"/>
              <a:gd name="connsiteX88" fmla="*/ 5280133 w 5741575"/>
              <a:gd name="connsiteY88" fmla="*/ 189342 h 955271"/>
              <a:gd name="connsiteX89" fmla="*/ 5291963 w 5741575"/>
              <a:gd name="connsiteY89" fmla="*/ 139446 h 955271"/>
              <a:gd name="connsiteX90" fmla="*/ 5418472 w 5741575"/>
              <a:gd name="connsiteY90" fmla="*/ 89163 h 955271"/>
              <a:gd name="connsiteX91" fmla="*/ 5482354 w 5741575"/>
              <a:gd name="connsiteY91" fmla="*/ 69470 h 955271"/>
              <a:gd name="connsiteX92" fmla="*/ 5583280 w 5741575"/>
              <a:gd name="connsiteY92" fmla="*/ 49787 h 955271"/>
              <a:gd name="connsiteX93" fmla="*/ 5613766 w 5741575"/>
              <a:gd name="connsiteY93" fmla="*/ 41855 h 955271"/>
              <a:gd name="connsiteX94" fmla="*/ 5684952 w 5741575"/>
              <a:gd name="connsiteY94" fmla="*/ 26088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791651 w 5741575"/>
              <a:gd name="connsiteY38" fmla="*/ 567019 h 955271"/>
              <a:gd name="connsiteX39" fmla="*/ 1873778 w 5741575"/>
              <a:gd name="connsiteY39" fmla="*/ 530130 h 955271"/>
              <a:gd name="connsiteX40" fmla="*/ 1988411 w 5741575"/>
              <a:gd name="connsiteY40" fmla="*/ 491599 h 955271"/>
              <a:gd name="connsiteX41" fmla="*/ 2085507 w 5741575"/>
              <a:gd name="connsiteY41" fmla="*/ 498527 h 955271"/>
              <a:gd name="connsiteX42" fmla="*/ 2090767 w 5741575"/>
              <a:gd name="connsiteY42" fmla="*/ 490616 h 955271"/>
              <a:gd name="connsiteX43" fmla="*/ 2151143 w 5741575"/>
              <a:gd name="connsiteY43" fmla="*/ 478332 h 955271"/>
              <a:gd name="connsiteX44" fmla="*/ 2378710 w 5741575"/>
              <a:gd name="connsiteY44" fmla="*/ 477570 h 955271"/>
              <a:gd name="connsiteX45" fmla="*/ 2496256 w 5741575"/>
              <a:gd name="connsiteY45" fmla="*/ 452396 h 955271"/>
              <a:gd name="connsiteX46" fmla="*/ 2535387 w 5741575"/>
              <a:gd name="connsiteY46" fmla="*/ 436645 h 955271"/>
              <a:gd name="connsiteX47" fmla="*/ 2601109 w 5741575"/>
              <a:gd name="connsiteY47" fmla="*/ 410678 h 955271"/>
              <a:gd name="connsiteX48" fmla="*/ 2643855 w 5741575"/>
              <a:gd name="connsiteY48" fmla="*/ 374482 h 955271"/>
              <a:gd name="connsiteX49" fmla="*/ 2657726 w 5741575"/>
              <a:gd name="connsiteY49" fmla="*/ 365841 h 955271"/>
              <a:gd name="connsiteX50" fmla="*/ 2687125 w 5741575"/>
              <a:gd name="connsiteY50" fmla="*/ 366820 h 955271"/>
              <a:gd name="connsiteX51" fmla="*/ 2697479 w 5741575"/>
              <a:gd name="connsiteY51" fmla="*/ 361430 h 955271"/>
              <a:gd name="connsiteX52" fmla="*/ 2701547 w 5741575"/>
              <a:gd name="connsiteY52" fmla="*/ 361545 h 955271"/>
              <a:gd name="connsiteX53" fmla="*/ 2711054 w 5741575"/>
              <a:gd name="connsiteY53" fmla="*/ 360597 h 955271"/>
              <a:gd name="connsiteX54" fmla="*/ 2710438 w 5741575"/>
              <a:gd name="connsiteY54" fmla="*/ 366958 h 955271"/>
              <a:gd name="connsiteX55" fmla="*/ 2722936 w 5741575"/>
              <a:gd name="connsiteY55" fmla="*/ 377633 h 955271"/>
              <a:gd name="connsiteX56" fmla="*/ 2777227 w 5741575"/>
              <a:gd name="connsiteY56" fmla="*/ 368972 h 955271"/>
              <a:gd name="connsiteX57" fmla="*/ 2779510 w 5741575"/>
              <a:gd name="connsiteY57" fmla="*/ 361652 h 955271"/>
              <a:gd name="connsiteX58" fmla="*/ 2786278 w 5741575"/>
              <a:gd name="connsiteY58" fmla="*/ 359869 h 955271"/>
              <a:gd name="connsiteX59" fmla="*/ 2792101 w 5741575"/>
              <a:gd name="connsiteY59" fmla="*/ 365927 h 955271"/>
              <a:gd name="connsiteX60" fmla="*/ 2885545 w 5741575"/>
              <a:gd name="connsiteY60" fmla="*/ 372818 h 955271"/>
              <a:gd name="connsiteX61" fmla="*/ 3009558 w 5741575"/>
              <a:gd name="connsiteY61" fmla="*/ 370573 h 955271"/>
              <a:gd name="connsiteX62" fmla="*/ 3095010 w 5741575"/>
              <a:gd name="connsiteY62" fmla="*/ 332454 h 955271"/>
              <a:gd name="connsiteX63" fmla="*/ 3103742 w 5741575"/>
              <a:gd name="connsiteY63" fmla="*/ 337974 h 955271"/>
              <a:gd name="connsiteX64" fmla="*/ 3165093 w 5741575"/>
              <a:gd name="connsiteY64" fmla="*/ 329459 h 955271"/>
              <a:gd name="connsiteX65" fmla="*/ 3373785 w 5741575"/>
              <a:gd name="connsiteY65" fmla="*/ 255680 h 955271"/>
              <a:gd name="connsiteX66" fmla="*/ 3493851 w 5741575"/>
              <a:gd name="connsiteY66" fmla="*/ 240255 h 955271"/>
              <a:gd name="connsiteX67" fmla="*/ 3537470 w 5741575"/>
              <a:gd name="connsiteY67" fmla="*/ 241867 h 955271"/>
              <a:gd name="connsiteX68" fmla="*/ 3610489 w 5741575"/>
              <a:gd name="connsiteY68" fmla="*/ 244128 h 955271"/>
              <a:gd name="connsiteX69" fmla="*/ 3667539 w 5741575"/>
              <a:gd name="connsiteY69" fmla="*/ 263271 h 955271"/>
              <a:gd name="connsiteX70" fmla="*/ 3727614 w 5741575"/>
              <a:gd name="connsiteY70" fmla="*/ 258245 h 955271"/>
              <a:gd name="connsiteX71" fmla="*/ 3738369 w 5741575"/>
              <a:gd name="connsiteY71" fmla="*/ 234506 h 955271"/>
              <a:gd name="connsiteX72" fmla="*/ 3803670 w 5741575"/>
              <a:gd name="connsiteY72" fmla="*/ 236457 h 955271"/>
              <a:gd name="connsiteX73" fmla="*/ 3903080 w 5741575"/>
              <a:gd name="connsiteY73" fmla="*/ 241890 h 955271"/>
              <a:gd name="connsiteX74" fmla="*/ 4114838 w 5741575"/>
              <a:gd name="connsiteY74" fmla="*/ 238165 h 955271"/>
              <a:gd name="connsiteX75" fmla="*/ 4271023 w 5741575"/>
              <a:gd name="connsiteY75" fmla="*/ 241959 h 955271"/>
              <a:gd name="connsiteX76" fmla="*/ 4367397 w 5741575"/>
              <a:gd name="connsiteY76" fmla="*/ 271442 h 955271"/>
              <a:gd name="connsiteX77" fmla="*/ 4495366 w 5741575"/>
              <a:gd name="connsiteY77" fmla="*/ 271618 h 955271"/>
              <a:gd name="connsiteX78" fmla="*/ 4517347 w 5741575"/>
              <a:gd name="connsiteY78" fmla="*/ 275639 h 955271"/>
              <a:gd name="connsiteX79" fmla="*/ 4546116 w 5741575"/>
              <a:gd name="connsiteY79" fmla="*/ 268568 h 955271"/>
              <a:gd name="connsiteX80" fmla="*/ 4661259 w 5741575"/>
              <a:gd name="connsiteY80" fmla="*/ 238966 h 955271"/>
              <a:gd name="connsiteX81" fmla="*/ 4750403 w 5741575"/>
              <a:gd name="connsiteY81" fmla="*/ 204364 h 955271"/>
              <a:gd name="connsiteX82" fmla="*/ 4867614 w 5741575"/>
              <a:gd name="connsiteY82" fmla="*/ 208668 h 955271"/>
              <a:gd name="connsiteX83" fmla="*/ 4937036 w 5741575"/>
              <a:gd name="connsiteY83" fmla="*/ 195446 h 955271"/>
              <a:gd name="connsiteX84" fmla="*/ 5047626 w 5741575"/>
              <a:gd name="connsiteY84" fmla="*/ 149604 h 955271"/>
              <a:gd name="connsiteX85" fmla="*/ 5200247 w 5741575"/>
              <a:gd name="connsiteY85" fmla="*/ 142695 h 955271"/>
              <a:gd name="connsiteX86" fmla="*/ 5235691 w 5741575"/>
              <a:gd name="connsiteY86" fmla="*/ 173330 h 955271"/>
              <a:gd name="connsiteX87" fmla="*/ 5280133 w 5741575"/>
              <a:gd name="connsiteY87" fmla="*/ 189342 h 955271"/>
              <a:gd name="connsiteX88" fmla="*/ 5291963 w 5741575"/>
              <a:gd name="connsiteY88" fmla="*/ 139446 h 955271"/>
              <a:gd name="connsiteX89" fmla="*/ 5418472 w 5741575"/>
              <a:gd name="connsiteY89" fmla="*/ 89163 h 955271"/>
              <a:gd name="connsiteX90" fmla="*/ 5482354 w 5741575"/>
              <a:gd name="connsiteY90" fmla="*/ 69470 h 955271"/>
              <a:gd name="connsiteX91" fmla="*/ 5583280 w 5741575"/>
              <a:gd name="connsiteY91" fmla="*/ 49787 h 955271"/>
              <a:gd name="connsiteX92" fmla="*/ 5613766 w 5741575"/>
              <a:gd name="connsiteY92" fmla="*/ 41855 h 955271"/>
              <a:gd name="connsiteX93" fmla="*/ 5684952 w 5741575"/>
              <a:gd name="connsiteY93" fmla="*/ 26088 h 955271"/>
              <a:gd name="connsiteX94" fmla="*/ 5741575 w 5741575"/>
              <a:gd name="connsiteY9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585428 w 5741575"/>
              <a:gd name="connsiteY22" fmla="*/ 826440 h 955271"/>
              <a:gd name="connsiteX23" fmla="*/ 787156 w 5741575"/>
              <a:gd name="connsiteY23" fmla="*/ 838447 h 955271"/>
              <a:gd name="connsiteX24" fmla="*/ 898586 w 5741575"/>
              <a:gd name="connsiteY24" fmla="*/ 808502 h 955271"/>
              <a:gd name="connsiteX25" fmla="*/ 924063 w 5741575"/>
              <a:gd name="connsiteY25" fmla="*/ 770210 h 955271"/>
              <a:gd name="connsiteX26" fmla="*/ 1212574 w 5741575"/>
              <a:gd name="connsiteY26" fmla="*/ 724238 h 955271"/>
              <a:gd name="connsiteX27" fmla="*/ 1280768 w 5741575"/>
              <a:gd name="connsiteY27" fmla="*/ 699122 h 955271"/>
              <a:gd name="connsiteX28" fmla="*/ 1352027 w 5741575"/>
              <a:gd name="connsiteY28" fmla="*/ 704323 h 955271"/>
              <a:gd name="connsiteX29" fmla="*/ 1374314 w 5741575"/>
              <a:gd name="connsiteY29" fmla="*/ 688815 h 955271"/>
              <a:gd name="connsiteX30" fmla="*/ 1378034 w 5741575"/>
              <a:gd name="connsiteY30" fmla="*/ 685842 h 955271"/>
              <a:gd name="connsiteX31" fmla="*/ 1395604 w 5741575"/>
              <a:gd name="connsiteY31" fmla="*/ 680460 h 955271"/>
              <a:gd name="connsiteX32" fmla="*/ 1397206 w 5741575"/>
              <a:gd name="connsiteY32" fmla="*/ 670793 h 955271"/>
              <a:gd name="connsiteX33" fmla="*/ 1421250 w 5741575"/>
              <a:gd name="connsiteY33" fmla="*/ 656855 h 955271"/>
              <a:gd name="connsiteX34" fmla="*/ 1454524 w 5741575"/>
              <a:gd name="connsiteY34" fmla="*/ 649224 h 955271"/>
              <a:gd name="connsiteX35" fmla="*/ 1616217 w 5741575"/>
              <a:gd name="connsiteY35" fmla="*/ 622107 h 955271"/>
              <a:gd name="connsiteX36" fmla="*/ 1710928 w 5741575"/>
              <a:gd name="connsiteY36" fmla="*/ 600666 h 955271"/>
              <a:gd name="connsiteX37" fmla="*/ 1743718 w 5741575"/>
              <a:gd name="connsiteY37" fmla="*/ 584327 h 955271"/>
              <a:gd name="connsiteX38" fmla="*/ 1873778 w 5741575"/>
              <a:gd name="connsiteY38" fmla="*/ 530130 h 955271"/>
              <a:gd name="connsiteX39" fmla="*/ 1988411 w 5741575"/>
              <a:gd name="connsiteY39" fmla="*/ 491599 h 955271"/>
              <a:gd name="connsiteX40" fmla="*/ 2085507 w 5741575"/>
              <a:gd name="connsiteY40" fmla="*/ 498527 h 955271"/>
              <a:gd name="connsiteX41" fmla="*/ 2090767 w 5741575"/>
              <a:gd name="connsiteY41" fmla="*/ 490616 h 955271"/>
              <a:gd name="connsiteX42" fmla="*/ 2151143 w 5741575"/>
              <a:gd name="connsiteY42" fmla="*/ 478332 h 955271"/>
              <a:gd name="connsiteX43" fmla="*/ 2378710 w 5741575"/>
              <a:gd name="connsiteY43" fmla="*/ 477570 h 955271"/>
              <a:gd name="connsiteX44" fmla="*/ 2496256 w 5741575"/>
              <a:gd name="connsiteY44" fmla="*/ 452396 h 955271"/>
              <a:gd name="connsiteX45" fmla="*/ 2535387 w 5741575"/>
              <a:gd name="connsiteY45" fmla="*/ 436645 h 955271"/>
              <a:gd name="connsiteX46" fmla="*/ 2601109 w 5741575"/>
              <a:gd name="connsiteY46" fmla="*/ 410678 h 955271"/>
              <a:gd name="connsiteX47" fmla="*/ 2643855 w 5741575"/>
              <a:gd name="connsiteY47" fmla="*/ 374482 h 955271"/>
              <a:gd name="connsiteX48" fmla="*/ 2657726 w 5741575"/>
              <a:gd name="connsiteY48" fmla="*/ 365841 h 955271"/>
              <a:gd name="connsiteX49" fmla="*/ 2687125 w 5741575"/>
              <a:gd name="connsiteY49" fmla="*/ 366820 h 955271"/>
              <a:gd name="connsiteX50" fmla="*/ 2697479 w 5741575"/>
              <a:gd name="connsiteY50" fmla="*/ 361430 h 955271"/>
              <a:gd name="connsiteX51" fmla="*/ 2701547 w 5741575"/>
              <a:gd name="connsiteY51" fmla="*/ 361545 h 955271"/>
              <a:gd name="connsiteX52" fmla="*/ 2711054 w 5741575"/>
              <a:gd name="connsiteY52" fmla="*/ 360597 h 955271"/>
              <a:gd name="connsiteX53" fmla="*/ 2710438 w 5741575"/>
              <a:gd name="connsiteY53" fmla="*/ 366958 h 955271"/>
              <a:gd name="connsiteX54" fmla="*/ 2722936 w 5741575"/>
              <a:gd name="connsiteY54" fmla="*/ 377633 h 955271"/>
              <a:gd name="connsiteX55" fmla="*/ 2777227 w 5741575"/>
              <a:gd name="connsiteY55" fmla="*/ 368972 h 955271"/>
              <a:gd name="connsiteX56" fmla="*/ 2779510 w 5741575"/>
              <a:gd name="connsiteY56" fmla="*/ 361652 h 955271"/>
              <a:gd name="connsiteX57" fmla="*/ 2786278 w 5741575"/>
              <a:gd name="connsiteY57" fmla="*/ 359869 h 955271"/>
              <a:gd name="connsiteX58" fmla="*/ 2792101 w 5741575"/>
              <a:gd name="connsiteY58" fmla="*/ 365927 h 955271"/>
              <a:gd name="connsiteX59" fmla="*/ 2885545 w 5741575"/>
              <a:gd name="connsiteY59" fmla="*/ 372818 h 955271"/>
              <a:gd name="connsiteX60" fmla="*/ 3009558 w 5741575"/>
              <a:gd name="connsiteY60" fmla="*/ 370573 h 955271"/>
              <a:gd name="connsiteX61" fmla="*/ 3095010 w 5741575"/>
              <a:gd name="connsiteY61" fmla="*/ 332454 h 955271"/>
              <a:gd name="connsiteX62" fmla="*/ 3103742 w 5741575"/>
              <a:gd name="connsiteY62" fmla="*/ 337974 h 955271"/>
              <a:gd name="connsiteX63" fmla="*/ 3165093 w 5741575"/>
              <a:gd name="connsiteY63" fmla="*/ 329459 h 955271"/>
              <a:gd name="connsiteX64" fmla="*/ 3373785 w 5741575"/>
              <a:gd name="connsiteY64" fmla="*/ 255680 h 955271"/>
              <a:gd name="connsiteX65" fmla="*/ 3493851 w 5741575"/>
              <a:gd name="connsiteY65" fmla="*/ 240255 h 955271"/>
              <a:gd name="connsiteX66" fmla="*/ 3537470 w 5741575"/>
              <a:gd name="connsiteY66" fmla="*/ 241867 h 955271"/>
              <a:gd name="connsiteX67" fmla="*/ 3610489 w 5741575"/>
              <a:gd name="connsiteY67" fmla="*/ 244128 h 955271"/>
              <a:gd name="connsiteX68" fmla="*/ 3667539 w 5741575"/>
              <a:gd name="connsiteY68" fmla="*/ 263271 h 955271"/>
              <a:gd name="connsiteX69" fmla="*/ 3727614 w 5741575"/>
              <a:gd name="connsiteY69" fmla="*/ 258245 h 955271"/>
              <a:gd name="connsiteX70" fmla="*/ 3738369 w 5741575"/>
              <a:gd name="connsiteY70" fmla="*/ 234506 h 955271"/>
              <a:gd name="connsiteX71" fmla="*/ 3803670 w 5741575"/>
              <a:gd name="connsiteY71" fmla="*/ 236457 h 955271"/>
              <a:gd name="connsiteX72" fmla="*/ 3903080 w 5741575"/>
              <a:gd name="connsiteY72" fmla="*/ 241890 h 955271"/>
              <a:gd name="connsiteX73" fmla="*/ 4114838 w 5741575"/>
              <a:gd name="connsiteY73" fmla="*/ 238165 h 955271"/>
              <a:gd name="connsiteX74" fmla="*/ 4271023 w 5741575"/>
              <a:gd name="connsiteY74" fmla="*/ 241959 h 955271"/>
              <a:gd name="connsiteX75" fmla="*/ 4367397 w 5741575"/>
              <a:gd name="connsiteY75" fmla="*/ 271442 h 955271"/>
              <a:gd name="connsiteX76" fmla="*/ 4495366 w 5741575"/>
              <a:gd name="connsiteY76" fmla="*/ 271618 h 955271"/>
              <a:gd name="connsiteX77" fmla="*/ 4517347 w 5741575"/>
              <a:gd name="connsiteY77" fmla="*/ 275639 h 955271"/>
              <a:gd name="connsiteX78" fmla="*/ 4546116 w 5741575"/>
              <a:gd name="connsiteY78" fmla="*/ 268568 h 955271"/>
              <a:gd name="connsiteX79" fmla="*/ 4661259 w 5741575"/>
              <a:gd name="connsiteY79" fmla="*/ 238966 h 955271"/>
              <a:gd name="connsiteX80" fmla="*/ 4750403 w 5741575"/>
              <a:gd name="connsiteY80" fmla="*/ 204364 h 955271"/>
              <a:gd name="connsiteX81" fmla="*/ 4867614 w 5741575"/>
              <a:gd name="connsiteY81" fmla="*/ 208668 h 955271"/>
              <a:gd name="connsiteX82" fmla="*/ 4937036 w 5741575"/>
              <a:gd name="connsiteY82" fmla="*/ 195446 h 955271"/>
              <a:gd name="connsiteX83" fmla="*/ 5047626 w 5741575"/>
              <a:gd name="connsiteY83" fmla="*/ 149604 h 955271"/>
              <a:gd name="connsiteX84" fmla="*/ 5200247 w 5741575"/>
              <a:gd name="connsiteY84" fmla="*/ 142695 h 955271"/>
              <a:gd name="connsiteX85" fmla="*/ 5235691 w 5741575"/>
              <a:gd name="connsiteY85" fmla="*/ 173330 h 955271"/>
              <a:gd name="connsiteX86" fmla="*/ 5280133 w 5741575"/>
              <a:gd name="connsiteY86" fmla="*/ 189342 h 955271"/>
              <a:gd name="connsiteX87" fmla="*/ 5291963 w 5741575"/>
              <a:gd name="connsiteY87" fmla="*/ 139446 h 955271"/>
              <a:gd name="connsiteX88" fmla="*/ 5418472 w 5741575"/>
              <a:gd name="connsiteY88" fmla="*/ 89163 h 955271"/>
              <a:gd name="connsiteX89" fmla="*/ 5482354 w 5741575"/>
              <a:gd name="connsiteY89" fmla="*/ 69470 h 955271"/>
              <a:gd name="connsiteX90" fmla="*/ 5583280 w 5741575"/>
              <a:gd name="connsiteY90" fmla="*/ 49787 h 955271"/>
              <a:gd name="connsiteX91" fmla="*/ 5613766 w 5741575"/>
              <a:gd name="connsiteY91" fmla="*/ 41855 h 955271"/>
              <a:gd name="connsiteX92" fmla="*/ 5684952 w 5741575"/>
              <a:gd name="connsiteY92" fmla="*/ 26088 h 955271"/>
              <a:gd name="connsiteX93" fmla="*/ 5741575 w 5741575"/>
              <a:gd name="connsiteY9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379005 w 5741575"/>
              <a:gd name="connsiteY21" fmla="*/ 878900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924063 w 5741575"/>
              <a:gd name="connsiteY24" fmla="*/ 770210 h 955271"/>
              <a:gd name="connsiteX25" fmla="*/ 1212574 w 5741575"/>
              <a:gd name="connsiteY25" fmla="*/ 724238 h 955271"/>
              <a:gd name="connsiteX26" fmla="*/ 1280768 w 5741575"/>
              <a:gd name="connsiteY26" fmla="*/ 699122 h 955271"/>
              <a:gd name="connsiteX27" fmla="*/ 1352027 w 5741575"/>
              <a:gd name="connsiteY27" fmla="*/ 704323 h 955271"/>
              <a:gd name="connsiteX28" fmla="*/ 1374314 w 5741575"/>
              <a:gd name="connsiteY28" fmla="*/ 688815 h 955271"/>
              <a:gd name="connsiteX29" fmla="*/ 1378034 w 5741575"/>
              <a:gd name="connsiteY29" fmla="*/ 685842 h 955271"/>
              <a:gd name="connsiteX30" fmla="*/ 1395604 w 5741575"/>
              <a:gd name="connsiteY30" fmla="*/ 680460 h 955271"/>
              <a:gd name="connsiteX31" fmla="*/ 1397206 w 5741575"/>
              <a:gd name="connsiteY31" fmla="*/ 670793 h 955271"/>
              <a:gd name="connsiteX32" fmla="*/ 1421250 w 5741575"/>
              <a:gd name="connsiteY32" fmla="*/ 656855 h 955271"/>
              <a:gd name="connsiteX33" fmla="*/ 1454524 w 5741575"/>
              <a:gd name="connsiteY33" fmla="*/ 649224 h 955271"/>
              <a:gd name="connsiteX34" fmla="*/ 1616217 w 5741575"/>
              <a:gd name="connsiteY34" fmla="*/ 622107 h 955271"/>
              <a:gd name="connsiteX35" fmla="*/ 1710928 w 5741575"/>
              <a:gd name="connsiteY35" fmla="*/ 600666 h 955271"/>
              <a:gd name="connsiteX36" fmla="*/ 1743718 w 5741575"/>
              <a:gd name="connsiteY36" fmla="*/ 584327 h 955271"/>
              <a:gd name="connsiteX37" fmla="*/ 1873778 w 5741575"/>
              <a:gd name="connsiteY37" fmla="*/ 530130 h 955271"/>
              <a:gd name="connsiteX38" fmla="*/ 1988411 w 5741575"/>
              <a:gd name="connsiteY38" fmla="*/ 491599 h 955271"/>
              <a:gd name="connsiteX39" fmla="*/ 2085507 w 5741575"/>
              <a:gd name="connsiteY39" fmla="*/ 498527 h 955271"/>
              <a:gd name="connsiteX40" fmla="*/ 2090767 w 5741575"/>
              <a:gd name="connsiteY40" fmla="*/ 490616 h 955271"/>
              <a:gd name="connsiteX41" fmla="*/ 2151143 w 5741575"/>
              <a:gd name="connsiteY41" fmla="*/ 478332 h 955271"/>
              <a:gd name="connsiteX42" fmla="*/ 2378710 w 5741575"/>
              <a:gd name="connsiteY42" fmla="*/ 477570 h 955271"/>
              <a:gd name="connsiteX43" fmla="*/ 2496256 w 5741575"/>
              <a:gd name="connsiteY43" fmla="*/ 452396 h 955271"/>
              <a:gd name="connsiteX44" fmla="*/ 2535387 w 5741575"/>
              <a:gd name="connsiteY44" fmla="*/ 436645 h 955271"/>
              <a:gd name="connsiteX45" fmla="*/ 2601109 w 5741575"/>
              <a:gd name="connsiteY45" fmla="*/ 410678 h 955271"/>
              <a:gd name="connsiteX46" fmla="*/ 2643855 w 5741575"/>
              <a:gd name="connsiteY46" fmla="*/ 374482 h 955271"/>
              <a:gd name="connsiteX47" fmla="*/ 2657726 w 5741575"/>
              <a:gd name="connsiteY47" fmla="*/ 365841 h 955271"/>
              <a:gd name="connsiteX48" fmla="*/ 2687125 w 5741575"/>
              <a:gd name="connsiteY48" fmla="*/ 366820 h 955271"/>
              <a:gd name="connsiteX49" fmla="*/ 2697479 w 5741575"/>
              <a:gd name="connsiteY49" fmla="*/ 361430 h 955271"/>
              <a:gd name="connsiteX50" fmla="*/ 2701547 w 5741575"/>
              <a:gd name="connsiteY50" fmla="*/ 361545 h 955271"/>
              <a:gd name="connsiteX51" fmla="*/ 2711054 w 5741575"/>
              <a:gd name="connsiteY51" fmla="*/ 360597 h 955271"/>
              <a:gd name="connsiteX52" fmla="*/ 2710438 w 5741575"/>
              <a:gd name="connsiteY52" fmla="*/ 366958 h 955271"/>
              <a:gd name="connsiteX53" fmla="*/ 2722936 w 5741575"/>
              <a:gd name="connsiteY53" fmla="*/ 377633 h 955271"/>
              <a:gd name="connsiteX54" fmla="*/ 2777227 w 5741575"/>
              <a:gd name="connsiteY54" fmla="*/ 368972 h 955271"/>
              <a:gd name="connsiteX55" fmla="*/ 2779510 w 5741575"/>
              <a:gd name="connsiteY55" fmla="*/ 361652 h 955271"/>
              <a:gd name="connsiteX56" fmla="*/ 2786278 w 5741575"/>
              <a:gd name="connsiteY56" fmla="*/ 359869 h 955271"/>
              <a:gd name="connsiteX57" fmla="*/ 2792101 w 5741575"/>
              <a:gd name="connsiteY57" fmla="*/ 365927 h 955271"/>
              <a:gd name="connsiteX58" fmla="*/ 2885545 w 5741575"/>
              <a:gd name="connsiteY58" fmla="*/ 372818 h 955271"/>
              <a:gd name="connsiteX59" fmla="*/ 3009558 w 5741575"/>
              <a:gd name="connsiteY59" fmla="*/ 370573 h 955271"/>
              <a:gd name="connsiteX60" fmla="*/ 3095010 w 5741575"/>
              <a:gd name="connsiteY60" fmla="*/ 332454 h 955271"/>
              <a:gd name="connsiteX61" fmla="*/ 3103742 w 5741575"/>
              <a:gd name="connsiteY61" fmla="*/ 337974 h 955271"/>
              <a:gd name="connsiteX62" fmla="*/ 3165093 w 5741575"/>
              <a:gd name="connsiteY62" fmla="*/ 329459 h 955271"/>
              <a:gd name="connsiteX63" fmla="*/ 3373785 w 5741575"/>
              <a:gd name="connsiteY63" fmla="*/ 255680 h 955271"/>
              <a:gd name="connsiteX64" fmla="*/ 3493851 w 5741575"/>
              <a:gd name="connsiteY64" fmla="*/ 240255 h 955271"/>
              <a:gd name="connsiteX65" fmla="*/ 3537470 w 5741575"/>
              <a:gd name="connsiteY65" fmla="*/ 241867 h 955271"/>
              <a:gd name="connsiteX66" fmla="*/ 3610489 w 5741575"/>
              <a:gd name="connsiteY66" fmla="*/ 244128 h 955271"/>
              <a:gd name="connsiteX67" fmla="*/ 3667539 w 5741575"/>
              <a:gd name="connsiteY67" fmla="*/ 263271 h 955271"/>
              <a:gd name="connsiteX68" fmla="*/ 3727614 w 5741575"/>
              <a:gd name="connsiteY68" fmla="*/ 258245 h 955271"/>
              <a:gd name="connsiteX69" fmla="*/ 3738369 w 5741575"/>
              <a:gd name="connsiteY69" fmla="*/ 234506 h 955271"/>
              <a:gd name="connsiteX70" fmla="*/ 3803670 w 5741575"/>
              <a:gd name="connsiteY70" fmla="*/ 236457 h 955271"/>
              <a:gd name="connsiteX71" fmla="*/ 3903080 w 5741575"/>
              <a:gd name="connsiteY71" fmla="*/ 241890 h 955271"/>
              <a:gd name="connsiteX72" fmla="*/ 4114838 w 5741575"/>
              <a:gd name="connsiteY72" fmla="*/ 238165 h 955271"/>
              <a:gd name="connsiteX73" fmla="*/ 4271023 w 5741575"/>
              <a:gd name="connsiteY73" fmla="*/ 241959 h 955271"/>
              <a:gd name="connsiteX74" fmla="*/ 4367397 w 5741575"/>
              <a:gd name="connsiteY74" fmla="*/ 271442 h 955271"/>
              <a:gd name="connsiteX75" fmla="*/ 4495366 w 5741575"/>
              <a:gd name="connsiteY75" fmla="*/ 271618 h 955271"/>
              <a:gd name="connsiteX76" fmla="*/ 4517347 w 5741575"/>
              <a:gd name="connsiteY76" fmla="*/ 275639 h 955271"/>
              <a:gd name="connsiteX77" fmla="*/ 4546116 w 5741575"/>
              <a:gd name="connsiteY77" fmla="*/ 268568 h 955271"/>
              <a:gd name="connsiteX78" fmla="*/ 4661259 w 5741575"/>
              <a:gd name="connsiteY78" fmla="*/ 238966 h 955271"/>
              <a:gd name="connsiteX79" fmla="*/ 4750403 w 5741575"/>
              <a:gd name="connsiteY79" fmla="*/ 204364 h 955271"/>
              <a:gd name="connsiteX80" fmla="*/ 4867614 w 5741575"/>
              <a:gd name="connsiteY80" fmla="*/ 208668 h 955271"/>
              <a:gd name="connsiteX81" fmla="*/ 4937036 w 5741575"/>
              <a:gd name="connsiteY81" fmla="*/ 195446 h 955271"/>
              <a:gd name="connsiteX82" fmla="*/ 5047626 w 5741575"/>
              <a:gd name="connsiteY82" fmla="*/ 149604 h 955271"/>
              <a:gd name="connsiteX83" fmla="*/ 5200247 w 5741575"/>
              <a:gd name="connsiteY83" fmla="*/ 142695 h 955271"/>
              <a:gd name="connsiteX84" fmla="*/ 5235691 w 5741575"/>
              <a:gd name="connsiteY84" fmla="*/ 173330 h 955271"/>
              <a:gd name="connsiteX85" fmla="*/ 5280133 w 5741575"/>
              <a:gd name="connsiteY85" fmla="*/ 189342 h 955271"/>
              <a:gd name="connsiteX86" fmla="*/ 5291963 w 5741575"/>
              <a:gd name="connsiteY86" fmla="*/ 139446 h 955271"/>
              <a:gd name="connsiteX87" fmla="*/ 5418472 w 5741575"/>
              <a:gd name="connsiteY87" fmla="*/ 89163 h 955271"/>
              <a:gd name="connsiteX88" fmla="*/ 5482354 w 5741575"/>
              <a:gd name="connsiteY88" fmla="*/ 69470 h 955271"/>
              <a:gd name="connsiteX89" fmla="*/ 5583280 w 5741575"/>
              <a:gd name="connsiteY89" fmla="*/ 49787 h 955271"/>
              <a:gd name="connsiteX90" fmla="*/ 5613766 w 5741575"/>
              <a:gd name="connsiteY90" fmla="*/ 41855 h 955271"/>
              <a:gd name="connsiteX91" fmla="*/ 5684952 w 5741575"/>
              <a:gd name="connsiteY91" fmla="*/ 26088 h 955271"/>
              <a:gd name="connsiteX92" fmla="*/ 5741575 w 5741575"/>
              <a:gd name="connsiteY9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898586 w 5741575"/>
              <a:gd name="connsiteY23" fmla="*/ 808502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212574 w 5741575"/>
              <a:gd name="connsiteY24" fmla="*/ 724238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80768 w 5741575"/>
              <a:gd name="connsiteY25" fmla="*/ 699122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52027 w 5741575"/>
              <a:gd name="connsiteY26" fmla="*/ 704323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356953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33872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299711 w 5741575"/>
              <a:gd name="connsiteY16" fmla="*/ 870064 h 955271"/>
              <a:gd name="connsiteX17" fmla="*/ 306299 w 5741575"/>
              <a:gd name="connsiteY17" fmla="*/ 873609 h 955271"/>
              <a:gd name="connsiteX18" fmla="*/ 331571 w 5741575"/>
              <a:gd name="connsiteY18" fmla="*/ 869866 h 955271"/>
              <a:gd name="connsiteX19" fmla="*/ 384157 w 5741575"/>
              <a:gd name="connsiteY19" fmla="*/ 867971 h 955271"/>
              <a:gd name="connsiteX20" fmla="*/ 477637 w 5741575"/>
              <a:gd name="connsiteY20" fmla="*/ 870334 h 955271"/>
              <a:gd name="connsiteX21" fmla="*/ 570239 w 5741575"/>
              <a:gd name="connsiteY21" fmla="*/ 829596 h 955271"/>
              <a:gd name="connsiteX22" fmla="*/ 787156 w 5741575"/>
              <a:gd name="connsiteY22" fmla="*/ 838447 h 955271"/>
              <a:gd name="connsiteX23" fmla="*/ 948872 w 5741575"/>
              <a:gd name="connsiteY23" fmla="*/ 772201 h 955271"/>
              <a:gd name="connsiteX24" fmla="*/ 1127089 w 5741575"/>
              <a:gd name="connsiteY24" fmla="*/ 746926 h 955271"/>
              <a:gd name="connsiteX25" fmla="*/ 1220426 w 5741575"/>
              <a:gd name="connsiteY25" fmla="*/ 721810 h 955271"/>
              <a:gd name="connsiteX26" fmla="*/ 1306771 w 5741575"/>
              <a:gd name="connsiteY26" fmla="*/ 717936 h 955271"/>
              <a:gd name="connsiteX27" fmla="*/ 1374314 w 5741575"/>
              <a:gd name="connsiteY27" fmla="*/ 688815 h 955271"/>
              <a:gd name="connsiteX28" fmla="*/ 1378034 w 5741575"/>
              <a:gd name="connsiteY28" fmla="*/ 685842 h 955271"/>
              <a:gd name="connsiteX29" fmla="*/ 1395604 w 5741575"/>
              <a:gd name="connsiteY29" fmla="*/ 680460 h 955271"/>
              <a:gd name="connsiteX30" fmla="*/ 1397206 w 5741575"/>
              <a:gd name="connsiteY30" fmla="*/ 670793 h 955271"/>
              <a:gd name="connsiteX31" fmla="*/ 1421250 w 5741575"/>
              <a:gd name="connsiteY31" fmla="*/ 656855 h 955271"/>
              <a:gd name="connsiteX32" fmla="*/ 1454524 w 5741575"/>
              <a:gd name="connsiteY32" fmla="*/ 649224 h 955271"/>
              <a:gd name="connsiteX33" fmla="*/ 1616217 w 5741575"/>
              <a:gd name="connsiteY33" fmla="*/ 622107 h 955271"/>
              <a:gd name="connsiteX34" fmla="*/ 1710928 w 5741575"/>
              <a:gd name="connsiteY34" fmla="*/ 600666 h 955271"/>
              <a:gd name="connsiteX35" fmla="*/ 1743718 w 5741575"/>
              <a:gd name="connsiteY35" fmla="*/ 584327 h 955271"/>
              <a:gd name="connsiteX36" fmla="*/ 1873778 w 5741575"/>
              <a:gd name="connsiteY36" fmla="*/ 530130 h 955271"/>
              <a:gd name="connsiteX37" fmla="*/ 1988411 w 5741575"/>
              <a:gd name="connsiteY37" fmla="*/ 491599 h 955271"/>
              <a:gd name="connsiteX38" fmla="*/ 2085507 w 5741575"/>
              <a:gd name="connsiteY38" fmla="*/ 498527 h 955271"/>
              <a:gd name="connsiteX39" fmla="*/ 2090767 w 5741575"/>
              <a:gd name="connsiteY39" fmla="*/ 490616 h 955271"/>
              <a:gd name="connsiteX40" fmla="*/ 2151143 w 5741575"/>
              <a:gd name="connsiteY40" fmla="*/ 478332 h 955271"/>
              <a:gd name="connsiteX41" fmla="*/ 2378710 w 5741575"/>
              <a:gd name="connsiteY41" fmla="*/ 477570 h 955271"/>
              <a:gd name="connsiteX42" fmla="*/ 2496256 w 5741575"/>
              <a:gd name="connsiteY42" fmla="*/ 452396 h 955271"/>
              <a:gd name="connsiteX43" fmla="*/ 2535387 w 5741575"/>
              <a:gd name="connsiteY43" fmla="*/ 436645 h 955271"/>
              <a:gd name="connsiteX44" fmla="*/ 2601109 w 5741575"/>
              <a:gd name="connsiteY44" fmla="*/ 410678 h 955271"/>
              <a:gd name="connsiteX45" fmla="*/ 2643855 w 5741575"/>
              <a:gd name="connsiteY45" fmla="*/ 374482 h 955271"/>
              <a:gd name="connsiteX46" fmla="*/ 2657726 w 5741575"/>
              <a:gd name="connsiteY46" fmla="*/ 365841 h 955271"/>
              <a:gd name="connsiteX47" fmla="*/ 2687125 w 5741575"/>
              <a:gd name="connsiteY47" fmla="*/ 366820 h 955271"/>
              <a:gd name="connsiteX48" fmla="*/ 2697479 w 5741575"/>
              <a:gd name="connsiteY48" fmla="*/ 361430 h 955271"/>
              <a:gd name="connsiteX49" fmla="*/ 2701547 w 5741575"/>
              <a:gd name="connsiteY49" fmla="*/ 361545 h 955271"/>
              <a:gd name="connsiteX50" fmla="*/ 2711054 w 5741575"/>
              <a:gd name="connsiteY50" fmla="*/ 360597 h 955271"/>
              <a:gd name="connsiteX51" fmla="*/ 2710438 w 5741575"/>
              <a:gd name="connsiteY51" fmla="*/ 366958 h 955271"/>
              <a:gd name="connsiteX52" fmla="*/ 2722936 w 5741575"/>
              <a:gd name="connsiteY52" fmla="*/ 377633 h 955271"/>
              <a:gd name="connsiteX53" fmla="*/ 2777227 w 5741575"/>
              <a:gd name="connsiteY53" fmla="*/ 368972 h 955271"/>
              <a:gd name="connsiteX54" fmla="*/ 2779510 w 5741575"/>
              <a:gd name="connsiteY54" fmla="*/ 361652 h 955271"/>
              <a:gd name="connsiteX55" fmla="*/ 2786278 w 5741575"/>
              <a:gd name="connsiteY55" fmla="*/ 359869 h 955271"/>
              <a:gd name="connsiteX56" fmla="*/ 2792101 w 5741575"/>
              <a:gd name="connsiteY56" fmla="*/ 365927 h 955271"/>
              <a:gd name="connsiteX57" fmla="*/ 2885545 w 5741575"/>
              <a:gd name="connsiteY57" fmla="*/ 372818 h 955271"/>
              <a:gd name="connsiteX58" fmla="*/ 3009558 w 5741575"/>
              <a:gd name="connsiteY58" fmla="*/ 370573 h 955271"/>
              <a:gd name="connsiteX59" fmla="*/ 3095010 w 5741575"/>
              <a:gd name="connsiteY59" fmla="*/ 332454 h 955271"/>
              <a:gd name="connsiteX60" fmla="*/ 3103742 w 5741575"/>
              <a:gd name="connsiteY60" fmla="*/ 337974 h 955271"/>
              <a:gd name="connsiteX61" fmla="*/ 3165093 w 5741575"/>
              <a:gd name="connsiteY61" fmla="*/ 329459 h 955271"/>
              <a:gd name="connsiteX62" fmla="*/ 3373785 w 5741575"/>
              <a:gd name="connsiteY62" fmla="*/ 255680 h 955271"/>
              <a:gd name="connsiteX63" fmla="*/ 3493851 w 5741575"/>
              <a:gd name="connsiteY63" fmla="*/ 240255 h 955271"/>
              <a:gd name="connsiteX64" fmla="*/ 3537470 w 5741575"/>
              <a:gd name="connsiteY64" fmla="*/ 241867 h 955271"/>
              <a:gd name="connsiteX65" fmla="*/ 3610489 w 5741575"/>
              <a:gd name="connsiteY65" fmla="*/ 244128 h 955271"/>
              <a:gd name="connsiteX66" fmla="*/ 3667539 w 5741575"/>
              <a:gd name="connsiteY66" fmla="*/ 263271 h 955271"/>
              <a:gd name="connsiteX67" fmla="*/ 3727614 w 5741575"/>
              <a:gd name="connsiteY67" fmla="*/ 258245 h 955271"/>
              <a:gd name="connsiteX68" fmla="*/ 3738369 w 5741575"/>
              <a:gd name="connsiteY68" fmla="*/ 234506 h 955271"/>
              <a:gd name="connsiteX69" fmla="*/ 3803670 w 5741575"/>
              <a:gd name="connsiteY69" fmla="*/ 236457 h 955271"/>
              <a:gd name="connsiteX70" fmla="*/ 3903080 w 5741575"/>
              <a:gd name="connsiteY70" fmla="*/ 241890 h 955271"/>
              <a:gd name="connsiteX71" fmla="*/ 4114838 w 5741575"/>
              <a:gd name="connsiteY71" fmla="*/ 238165 h 955271"/>
              <a:gd name="connsiteX72" fmla="*/ 4271023 w 5741575"/>
              <a:gd name="connsiteY72" fmla="*/ 241959 h 955271"/>
              <a:gd name="connsiteX73" fmla="*/ 4367397 w 5741575"/>
              <a:gd name="connsiteY73" fmla="*/ 271442 h 955271"/>
              <a:gd name="connsiteX74" fmla="*/ 4495366 w 5741575"/>
              <a:gd name="connsiteY74" fmla="*/ 271618 h 955271"/>
              <a:gd name="connsiteX75" fmla="*/ 4517347 w 5741575"/>
              <a:gd name="connsiteY75" fmla="*/ 275639 h 955271"/>
              <a:gd name="connsiteX76" fmla="*/ 4546116 w 5741575"/>
              <a:gd name="connsiteY76" fmla="*/ 268568 h 955271"/>
              <a:gd name="connsiteX77" fmla="*/ 4661259 w 5741575"/>
              <a:gd name="connsiteY77" fmla="*/ 238966 h 955271"/>
              <a:gd name="connsiteX78" fmla="*/ 4750403 w 5741575"/>
              <a:gd name="connsiteY78" fmla="*/ 204364 h 955271"/>
              <a:gd name="connsiteX79" fmla="*/ 4867614 w 5741575"/>
              <a:gd name="connsiteY79" fmla="*/ 208668 h 955271"/>
              <a:gd name="connsiteX80" fmla="*/ 4937036 w 5741575"/>
              <a:gd name="connsiteY80" fmla="*/ 195446 h 955271"/>
              <a:gd name="connsiteX81" fmla="*/ 5047626 w 5741575"/>
              <a:gd name="connsiteY81" fmla="*/ 149604 h 955271"/>
              <a:gd name="connsiteX82" fmla="*/ 5200247 w 5741575"/>
              <a:gd name="connsiteY82" fmla="*/ 142695 h 955271"/>
              <a:gd name="connsiteX83" fmla="*/ 5235691 w 5741575"/>
              <a:gd name="connsiteY83" fmla="*/ 173330 h 955271"/>
              <a:gd name="connsiteX84" fmla="*/ 5280133 w 5741575"/>
              <a:gd name="connsiteY84" fmla="*/ 189342 h 955271"/>
              <a:gd name="connsiteX85" fmla="*/ 5291963 w 5741575"/>
              <a:gd name="connsiteY85" fmla="*/ 139446 h 955271"/>
              <a:gd name="connsiteX86" fmla="*/ 5418472 w 5741575"/>
              <a:gd name="connsiteY86" fmla="*/ 89163 h 955271"/>
              <a:gd name="connsiteX87" fmla="*/ 5482354 w 5741575"/>
              <a:gd name="connsiteY87" fmla="*/ 69470 h 955271"/>
              <a:gd name="connsiteX88" fmla="*/ 5583280 w 5741575"/>
              <a:gd name="connsiteY88" fmla="*/ 49787 h 955271"/>
              <a:gd name="connsiteX89" fmla="*/ 5613766 w 5741575"/>
              <a:gd name="connsiteY89" fmla="*/ 41855 h 955271"/>
              <a:gd name="connsiteX90" fmla="*/ 5684952 w 5741575"/>
              <a:gd name="connsiteY90" fmla="*/ 26088 h 955271"/>
              <a:gd name="connsiteX91" fmla="*/ 5741575 w 5741575"/>
              <a:gd name="connsiteY9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282041 w 5741575"/>
              <a:gd name="connsiteY15" fmla="*/ 871263 h 955271"/>
              <a:gd name="connsiteX16" fmla="*/ 306299 w 5741575"/>
              <a:gd name="connsiteY16" fmla="*/ 873609 h 955271"/>
              <a:gd name="connsiteX17" fmla="*/ 331571 w 5741575"/>
              <a:gd name="connsiteY17" fmla="*/ 869866 h 955271"/>
              <a:gd name="connsiteX18" fmla="*/ 384157 w 5741575"/>
              <a:gd name="connsiteY18" fmla="*/ 867971 h 955271"/>
              <a:gd name="connsiteX19" fmla="*/ 477637 w 5741575"/>
              <a:gd name="connsiteY19" fmla="*/ 870334 h 955271"/>
              <a:gd name="connsiteX20" fmla="*/ 570239 w 5741575"/>
              <a:gd name="connsiteY20" fmla="*/ 829596 h 955271"/>
              <a:gd name="connsiteX21" fmla="*/ 787156 w 5741575"/>
              <a:gd name="connsiteY21" fmla="*/ 838447 h 955271"/>
              <a:gd name="connsiteX22" fmla="*/ 948872 w 5741575"/>
              <a:gd name="connsiteY22" fmla="*/ 772201 h 955271"/>
              <a:gd name="connsiteX23" fmla="*/ 1127089 w 5741575"/>
              <a:gd name="connsiteY23" fmla="*/ 746926 h 955271"/>
              <a:gd name="connsiteX24" fmla="*/ 1220426 w 5741575"/>
              <a:gd name="connsiteY24" fmla="*/ 721810 h 955271"/>
              <a:gd name="connsiteX25" fmla="*/ 1306771 w 5741575"/>
              <a:gd name="connsiteY25" fmla="*/ 717936 h 955271"/>
              <a:gd name="connsiteX26" fmla="*/ 1374314 w 5741575"/>
              <a:gd name="connsiteY26" fmla="*/ 688815 h 955271"/>
              <a:gd name="connsiteX27" fmla="*/ 1378034 w 5741575"/>
              <a:gd name="connsiteY27" fmla="*/ 685842 h 955271"/>
              <a:gd name="connsiteX28" fmla="*/ 1395604 w 5741575"/>
              <a:gd name="connsiteY28" fmla="*/ 680460 h 955271"/>
              <a:gd name="connsiteX29" fmla="*/ 1397206 w 5741575"/>
              <a:gd name="connsiteY29" fmla="*/ 670793 h 955271"/>
              <a:gd name="connsiteX30" fmla="*/ 1421250 w 5741575"/>
              <a:gd name="connsiteY30" fmla="*/ 656855 h 955271"/>
              <a:gd name="connsiteX31" fmla="*/ 1454524 w 5741575"/>
              <a:gd name="connsiteY31" fmla="*/ 649224 h 955271"/>
              <a:gd name="connsiteX32" fmla="*/ 1616217 w 5741575"/>
              <a:gd name="connsiteY32" fmla="*/ 622107 h 955271"/>
              <a:gd name="connsiteX33" fmla="*/ 1710928 w 5741575"/>
              <a:gd name="connsiteY33" fmla="*/ 600666 h 955271"/>
              <a:gd name="connsiteX34" fmla="*/ 1743718 w 5741575"/>
              <a:gd name="connsiteY34" fmla="*/ 584327 h 955271"/>
              <a:gd name="connsiteX35" fmla="*/ 1873778 w 5741575"/>
              <a:gd name="connsiteY35" fmla="*/ 530130 h 955271"/>
              <a:gd name="connsiteX36" fmla="*/ 1988411 w 5741575"/>
              <a:gd name="connsiteY36" fmla="*/ 491599 h 955271"/>
              <a:gd name="connsiteX37" fmla="*/ 2085507 w 5741575"/>
              <a:gd name="connsiteY37" fmla="*/ 498527 h 955271"/>
              <a:gd name="connsiteX38" fmla="*/ 2090767 w 5741575"/>
              <a:gd name="connsiteY38" fmla="*/ 490616 h 955271"/>
              <a:gd name="connsiteX39" fmla="*/ 2151143 w 5741575"/>
              <a:gd name="connsiteY39" fmla="*/ 478332 h 955271"/>
              <a:gd name="connsiteX40" fmla="*/ 2378710 w 5741575"/>
              <a:gd name="connsiteY40" fmla="*/ 477570 h 955271"/>
              <a:gd name="connsiteX41" fmla="*/ 2496256 w 5741575"/>
              <a:gd name="connsiteY41" fmla="*/ 452396 h 955271"/>
              <a:gd name="connsiteX42" fmla="*/ 2535387 w 5741575"/>
              <a:gd name="connsiteY42" fmla="*/ 436645 h 955271"/>
              <a:gd name="connsiteX43" fmla="*/ 2601109 w 5741575"/>
              <a:gd name="connsiteY43" fmla="*/ 410678 h 955271"/>
              <a:gd name="connsiteX44" fmla="*/ 2643855 w 5741575"/>
              <a:gd name="connsiteY44" fmla="*/ 374482 h 955271"/>
              <a:gd name="connsiteX45" fmla="*/ 2657726 w 5741575"/>
              <a:gd name="connsiteY45" fmla="*/ 365841 h 955271"/>
              <a:gd name="connsiteX46" fmla="*/ 2687125 w 5741575"/>
              <a:gd name="connsiteY46" fmla="*/ 366820 h 955271"/>
              <a:gd name="connsiteX47" fmla="*/ 2697479 w 5741575"/>
              <a:gd name="connsiteY47" fmla="*/ 361430 h 955271"/>
              <a:gd name="connsiteX48" fmla="*/ 2701547 w 5741575"/>
              <a:gd name="connsiteY48" fmla="*/ 361545 h 955271"/>
              <a:gd name="connsiteX49" fmla="*/ 2711054 w 5741575"/>
              <a:gd name="connsiteY49" fmla="*/ 360597 h 955271"/>
              <a:gd name="connsiteX50" fmla="*/ 2710438 w 5741575"/>
              <a:gd name="connsiteY50" fmla="*/ 366958 h 955271"/>
              <a:gd name="connsiteX51" fmla="*/ 2722936 w 5741575"/>
              <a:gd name="connsiteY51" fmla="*/ 377633 h 955271"/>
              <a:gd name="connsiteX52" fmla="*/ 2777227 w 5741575"/>
              <a:gd name="connsiteY52" fmla="*/ 368972 h 955271"/>
              <a:gd name="connsiteX53" fmla="*/ 2779510 w 5741575"/>
              <a:gd name="connsiteY53" fmla="*/ 361652 h 955271"/>
              <a:gd name="connsiteX54" fmla="*/ 2786278 w 5741575"/>
              <a:gd name="connsiteY54" fmla="*/ 359869 h 955271"/>
              <a:gd name="connsiteX55" fmla="*/ 2792101 w 5741575"/>
              <a:gd name="connsiteY55" fmla="*/ 365927 h 955271"/>
              <a:gd name="connsiteX56" fmla="*/ 2885545 w 5741575"/>
              <a:gd name="connsiteY56" fmla="*/ 372818 h 955271"/>
              <a:gd name="connsiteX57" fmla="*/ 3009558 w 5741575"/>
              <a:gd name="connsiteY57" fmla="*/ 370573 h 955271"/>
              <a:gd name="connsiteX58" fmla="*/ 3095010 w 5741575"/>
              <a:gd name="connsiteY58" fmla="*/ 332454 h 955271"/>
              <a:gd name="connsiteX59" fmla="*/ 3103742 w 5741575"/>
              <a:gd name="connsiteY59" fmla="*/ 337974 h 955271"/>
              <a:gd name="connsiteX60" fmla="*/ 3165093 w 5741575"/>
              <a:gd name="connsiteY60" fmla="*/ 329459 h 955271"/>
              <a:gd name="connsiteX61" fmla="*/ 3373785 w 5741575"/>
              <a:gd name="connsiteY61" fmla="*/ 255680 h 955271"/>
              <a:gd name="connsiteX62" fmla="*/ 3493851 w 5741575"/>
              <a:gd name="connsiteY62" fmla="*/ 240255 h 955271"/>
              <a:gd name="connsiteX63" fmla="*/ 3537470 w 5741575"/>
              <a:gd name="connsiteY63" fmla="*/ 241867 h 955271"/>
              <a:gd name="connsiteX64" fmla="*/ 3610489 w 5741575"/>
              <a:gd name="connsiteY64" fmla="*/ 244128 h 955271"/>
              <a:gd name="connsiteX65" fmla="*/ 3667539 w 5741575"/>
              <a:gd name="connsiteY65" fmla="*/ 263271 h 955271"/>
              <a:gd name="connsiteX66" fmla="*/ 3727614 w 5741575"/>
              <a:gd name="connsiteY66" fmla="*/ 258245 h 955271"/>
              <a:gd name="connsiteX67" fmla="*/ 3738369 w 5741575"/>
              <a:gd name="connsiteY67" fmla="*/ 234506 h 955271"/>
              <a:gd name="connsiteX68" fmla="*/ 3803670 w 5741575"/>
              <a:gd name="connsiteY68" fmla="*/ 236457 h 955271"/>
              <a:gd name="connsiteX69" fmla="*/ 3903080 w 5741575"/>
              <a:gd name="connsiteY69" fmla="*/ 241890 h 955271"/>
              <a:gd name="connsiteX70" fmla="*/ 4114838 w 5741575"/>
              <a:gd name="connsiteY70" fmla="*/ 238165 h 955271"/>
              <a:gd name="connsiteX71" fmla="*/ 4271023 w 5741575"/>
              <a:gd name="connsiteY71" fmla="*/ 241959 h 955271"/>
              <a:gd name="connsiteX72" fmla="*/ 4367397 w 5741575"/>
              <a:gd name="connsiteY72" fmla="*/ 271442 h 955271"/>
              <a:gd name="connsiteX73" fmla="*/ 4495366 w 5741575"/>
              <a:gd name="connsiteY73" fmla="*/ 271618 h 955271"/>
              <a:gd name="connsiteX74" fmla="*/ 4517347 w 5741575"/>
              <a:gd name="connsiteY74" fmla="*/ 275639 h 955271"/>
              <a:gd name="connsiteX75" fmla="*/ 4546116 w 5741575"/>
              <a:gd name="connsiteY75" fmla="*/ 268568 h 955271"/>
              <a:gd name="connsiteX76" fmla="*/ 4661259 w 5741575"/>
              <a:gd name="connsiteY76" fmla="*/ 238966 h 955271"/>
              <a:gd name="connsiteX77" fmla="*/ 4750403 w 5741575"/>
              <a:gd name="connsiteY77" fmla="*/ 204364 h 955271"/>
              <a:gd name="connsiteX78" fmla="*/ 4867614 w 5741575"/>
              <a:gd name="connsiteY78" fmla="*/ 208668 h 955271"/>
              <a:gd name="connsiteX79" fmla="*/ 4937036 w 5741575"/>
              <a:gd name="connsiteY79" fmla="*/ 195446 h 955271"/>
              <a:gd name="connsiteX80" fmla="*/ 5047626 w 5741575"/>
              <a:gd name="connsiteY80" fmla="*/ 149604 h 955271"/>
              <a:gd name="connsiteX81" fmla="*/ 5200247 w 5741575"/>
              <a:gd name="connsiteY81" fmla="*/ 142695 h 955271"/>
              <a:gd name="connsiteX82" fmla="*/ 5235691 w 5741575"/>
              <a:gd name="connsiteY82" fmla="*/ 173330 h 955271"/>
              <a:gd name="connsiteX83" fmla="*/ 5280133 w 5741575"/>
              <a:gd name="connsiteY83" fmla="*/ 189342 h 955271"/>
              <a:gd name="connsiteX84" fmla="*/ 5291963 w 5741575"/>
              <a:gd name="connsiteY84" fmla="*/ 139446 h 955271"/>
              <a:gd name="connsiteX85" fmla="*/ 5418472 w 5741575"/>
              <a:gd name="connsiteY85" fmla="*/ 89163 h 955271"/>
              <a:gd name="connsiteX86" fmla="*/ 5482354 w 5741575"/>
              <a:gd name="connsiteY86" fmla="*/ 69470 h 955271"/>
              <a:gd name="connsiteX87" fmla="*/ 5583280 w 5741575"/>
              <a:gd name="connsiteY87" fmla="*/ 49787 h 955271"/>
              <a:gd name="connsiteX88" fmla="*/ 5613766 w 5741575"/>
              <a:gd name="connsiteY88" fmla="*/ 41855 h 955271"/>
              <a:gd name="connsiteX89" fmla="*/ 5684952 w 5741575"/>
              <a:gd name="connsiteY89" fmla="*/ 26088 h 955271"/>
              <a:gd name="connsiteX90" fmla="*/ 5741575 w 5741575"/>
              <a:gd name="connsiteY9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45611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93851 w 5741575"/>
              <a:gd name="connsiteY8" fmla="*/ 922923 h 955271"/>
              <a:gd name="connsiteX9" fmla="*/ 148657 w 5741575"/>
              <a:gd name="connsiteY9" fmla="*/ 898134 h 955271"/>
              <a:gd name="connsiteX10" fmla="*/ 174554 w 5741575"/>
              <a:gd name="connsiteY10" fmla="*/ 886351 h 955271"/>
              <a:gd name="connsiteX11" fmla="*/ 187633 w 5741575"/>
              <a:gd name="connsiteY11" fmla="*/ 878226 h 955271"/>
              <a:gd name="connsiteX12" fmla="*/ 187961 w 5741575"/>
              <a:gd name="connsiteY12" fmla="*/ 876538 h 955271"/>
              <a:gd name="connsiteX13" fmla="*/ 240501 w 5741575"/>
              <a:gd name="connsiteY13" fmla="*/ 873150 h 955271"/>
              <a:gd name="connsiteX14" fmla="*/ 246345 w 5741575"/>
              <a:gd name="connsiteY14" fmla="*/ 869942 h 955271"/>
              <a:gd name="connsiteX15" fmla="*/ 306299 w 5741575"/>
              <a:gd name="connsiteY15" fmla="*/ 873609 h 955271"/>
              <a:gd name="connsiteX16" fmla="*/ 331571 w 5741575"/>
              <a:gd name="connsiteY16" fmla="*/ 869866 h 955271"/>
              <a:gd name="connsiteX17" fmla="*/ 384157 w 5741575"/>
              <a:gd name="connsiteY17" fmla="*/ 867971 h 955271"/>
              <a:gd name="connsiteX18" fmla="*/ 477637 w 5741575"/>
              <a:gd name="connsiteY18" fmla="*/ 870334 h 955271"/>
              <a:gd name="connsiteX19" fmla="*/ 570239 w 5741575"/>
              <a:gd name="connsiteY19" fmla="*/ 829596 h 955271"/>
              <a:gd name="connsiteX20" fmla="*/ 787156 w 5741575"/>
              <a:gd name="connsiteY20" fmla="*/ 838447 h 955271"/>
              <a:gd name="connsiteX21" fmla="*/ 948872 w 5741575"/>
              <a:gd name="connsiteY21" fmla="*/ 772201 h 955271"/>
              <a:gd name="connsiteX22" fmla="*/ 1127089 w 5741575"/>
              <a:gd name="connsiteY22" fmla="*/ 746926 h 955271"/>
              <a:gd name="connsiteX23" fmla="*/ 1220426 w 5741575"/>
              <a:gd name="connsiteY23" fmla="*/ 721810 h 955271"/>
              <a:gd name="connsiteX24" fmla="*/ 1306771 w 5741575"/>
              <a:gd name="connsiteY24" fmla="*/ 717936 h 955271"/>
              <a:gd name="connsiteX25" fmla="*/ 1374314 w 5741575"/>
              <a:gd name="connsiteY25" fmla="*/ 688815 h 955271"/>
              <a:gd name="connsiteX26" fmla="*/ 1378034 w 5741575"/>
              <a:gd name="connsiteY26" fmla="*/ 685842 h 955271"/>
              <a:gd name="connsiteX27" fmla="*/ 1395604 w 5741575"/>
              <a:gd name="connsiteY27" fmla="*/ 680460 h 955271"/>
              <a:gd name="connsiteX28" fmla="*/ 1397206 w 5741575"/>
              <a:gd name="connsiteY28" fmla="*/ 670793 h 955271"/>
              <a:gd name="connsiteX29" fmla="*/ 1421250 w 5741575"/>
              <a:gd name="connsiteY29" fmla="*/ 656855 h 955271"/>
              <a:gd name="connsiteX30" fmla="*/ 1454524 w 5741575"/>
              <a:gd name="connsiteY30" fmla="*/ 649224 h 955271"/>
              <a:gd name="connsiteX31" fmla="*/ 1616217 w 5741575"/>
              <a:gd name="connsiteY31" fmla="*/ 622107 h 955271"/>
              <a:gd name="connsiteX32" fmla="*/ 1710928 w 5741575"/>
              <a:gd name="connsiteY32" fmla="*/ 600666 h 955271"/>
              <a:gd name="connsiteX33" fmla="*/ 1743718 w 5741575"/>
              <a:gd name="connsiteY33" fmla="*/ 584327 h 955271"/>
              <a:gd name="connsiteX34" fmla="*/ 1873778 w 5741575"/>
              <a:gd name="connsiteY34" fmla="*/ 530130 h 955271"/>
              <a:gd name="connsiteX35" fmla="*/ 1988411 w 5741575"/>
              <a:gd name="connsiteY35" fmla="*/ 491599 h 955271"/>
              <a:gd name="connsiteX36" fmla="*/ 2085507 w 5741575"/>
              <a:gd name="connsiteY36" fmla="*/ 498527 h 955271"/>
              <a:gd name="connsiteX37" fmla="*/ 2090767 w 5741575"/>
              <a:gd name="connsiteY37" fmla="*/ 490616 h 955271"/>
              <a:gd name="connsiteX38" fmla="*/ 2151143 w 5741575"/>
              <a:gd name="connsiteY38" fmla="*/ 478332 h 955271"/>
              <a:gd name="connsiteX39" fmla="*/ 2378710 w 5741575"/>
              <a:gd name="connsiteY39" fmla="*/ 477570 h 955271"/>
              <a:gd name="connsiteX40" fmla="*/ 2496256 w 5741575"/>
              <a:gd name="connsiteY40" fmla="*/ 452396 h 955271"/>
              <a:gd name="connsiteX41" fmla="*/ 2535387 w 5741575"/>
              <a:gd name="connsiteY41" fmla="*/ 436645 h 955271"/>
              <a:gd name="connsiteX42" fmla="*/ 2601109 w 5741575"/>
              <a:gd name="connsiteY42" fmla="*/ 410678 h 955271"/>
              <a:gd name="connsiteX43" fmla="*/ 2643855 w 5741575"/>
              <a:gd name="connsiteY43" fmla="*/ 374482 h 955271"/>
              <a:gd name="connsiteX44" fmla="*/ 2657726 w 5741575"/>
              <a:gd name="connsiteY44" fmla="*/ 365841 h 955271"/>
              <a:gd name="connsiteX45" fmla="*/ 2687125 w 5741575"/>
              <a:gd name="connsiteY45" fmla="*/ 366820 h 955271"/>
              <a:gd name="connsiteX46" fmla="*/ 2697479 w 5741575"/>
              <a:gd name="connsiteY46" fmla="*/ 361430 h 955271"/>
              <a:gd name="connsiteX47" fmla="*/ 2701547 w 5741575"/>
              <a:gd name="connsiteY47" fmla="*/ 361545 h 955271"/>
              <a:gd name="connsiteX48" fmla="*/ 2711054 w 5741575"/>
              <a:gd name="connsiteY48" fmla="*/ 360597 h 955271"/>
              <a:gd name="connsiteX49" fmla="*/ 2710438 w 5741575"/>
              <a:gd name="connsiteY49" fmla="*/ 366958 h 955271"/>
              <a:gd name="connsiteX50" fmla="*/ 2722936 w 5741575"/>
              <a:gd name="connsiteY50" fmla="*/ 377633 h 955271"/>
              <a:gd name="connsiteX51" fmla="*/ 2777227 w 5741575"/>
              <a:gd name="connsiteY51" fmla="*/ 368972 h 955271"/>
              <a:gd name="connsiteX52" fmla="*/ 2779510 w 5741575"/>
              <a:gd name="connsiteY52" fmla="*/ 361652 h 955271"/>
              <a:gd name="connsiteX53" fmla="*/ 2786278 w 5741575"/>
              <a:gd name="connsiteY53" fmla="*/ 359869 h 955271"/>
              <a:gd name="connsiteX54" fmla="*/ 2792101 w 5741575"/>
              <a:gd name="connsiteY54" fmla="*/ 365927 h 955271"/>
              <a:gd name="connsiteX55" fmla="*/ 2885545 w 5741575"/>
              <a:gd name="connsiteY55" fmla="*/ 372818 h 955271"/>
              <a:gd name="connsiteX56" fmla="*/ 3009558 w 5741575"/>
              <a:gd name="connsiteY56" fmla="*/ 370573 h 955271"/>
              <a:gd name="connsiteX57" fmla="*/ 3095010 w 5741575"/>
              <a:gd name="connsiteY57" fmla="*/ 332454 h 955271"/>
              <a:gd name="connsiteX58" fmla="*/ 3103742 w 5741575"/>
              <a:gd name="connsiteY58" fmla="*/ 337974 h 955271"/>
              <a:gd name="connsiteX59" fmla="*/ 3165093 w 5741575"/>
              <a:gd name="connsiteY59" fmla="*/ 329459 h 955271"/>
              <a:gd name="connsiteX60" fmla="*/ 3373785 w 5741575"/>
              <a:gd name="connsiteY60" fmla="*/ 255680 h 955271"/>
              <a:gd name="connsiteX61" fmla="*/ 3493851 w 5741575"/>
              <a:gd name="connsiteY61" fmla="*/ 240255 h 955271"/>
              <a:gd name="connsiteX62" fmla="*/ 3537470 w 5741575"/>
              <a:gd name="connsiteY62" fmla="*/ 241867 h 955271"/>
              <a:gd name="connsiteX63" fmla="*/ 3610489 w 5741575"/>
              <a:gd name="connsiteY63" fmla="*/ 244128 h 955271"/>
              <a:gd name="connsiteX64" fmla="*/ 3667539 w 5741575"/>
              <a:gd name="connsiteY64" fmla="*/ 263271 h 955271"/>
              <a:gd name="connsiteX65" fmla="*/ 3727614 w 5741575"/>
              <a:gd name="connsiteY65" fmla="*/ 258245 h 955271"/>
              <a:gd name="connsiteX66" fmla="*/ 3738369 w 5741575"/>
              <a:gd name="connsiteY66" fmla="*/ 234506 h 955271"/>
              <a:gd name="connsiteX67" fmla="*/ 3803670 w 5741575"/>
              <a:gd name="connsiteY67" fmla="*/ 236457 h 955271"/>
              <a:gd name="connsiteX68" fmla="*/ 3903080 w 5741575"/>
              <a:gd name="connsiteY68" fmla="*/ 241890 h 955271"/>
              <a:gd name="connsiteX69" fmla="*/ 4114838 w 5741575"/>
              <a:gd name="connsiteY69" fmla="*/ 238165 h 955271"/>
              <a:gd name="connsiteX70" fmla="*/ 4271023 w 5741575"/>
              <a:gd name="connsiteY70" fmla="*/ 241959 h 955271"/>
              <a:gd name="connsiteX71" fmla="*/ 4367397 w 5741575"/>
              <a:gd name="connsiteY71" fmla="*/ 271442 h 955271"/>
              <a:gd name="connsiteX72" fmla="*/ 4495366 w 5741575"/>
              <a:gd name="connsiteY72" fmla="*/ 271618 h 955271"/>
              <a:gd name="connsiteX73" fmla="*/ 4517347 w 5741575"/>
              <a:gd name="connsiteY73" fmla="*/ 275639 h 955271"/>
              <a:gd name="connsiteX74" fmla="*/ 4546116 w 5741575"/>
              <a:gd name="connsiteY74" fmla="*/ 268568 h 955271"/>
              <a:gd name="connsiteX75" fmla="*/ 4661259 w 5741575"/>
              <a:gd name="connsiteY75" fmla="*/ 238966 h 955271"/>
              <a:gd name="connsiteX76" fmla="*/ 4750403 w 5741575"/>
              <a:gd name="connsiteY76" fmla="*/ 204364 h 955271"/>
              <a:gd name="connsiteX77" fmla="*/ 4867614 w 5741575"/>
              <a:gd name="connsiteY77" fmla="*/ 208668 h 955271"/>
              <a:gd name="connsiteX78" fmla="*/ 4937036 w 5741575"/>
              <a:gd name="connsiteY78" fmla="*/ 195446 h 955271"/>
              <a:gd name="connsiteX79" fmla="*/ 5047626 w 5741575"/>
              <a:gd name="connsiteY79" fmla="*/ 149604 h 955271"/>
              <a:gd name="connsiteX80" fmla="*/ 5200247 w 5741575"/>
              <a:gd name="connsiteY80" fmla="*/ 142695 h 955271"/>
              <a:gd name="connsiteX81" fmla="*/ 5235691 w 5741575"/>
              <a:gd name="connsiteY81" fmla="*/ 173330 h 955271"/>
              <a:gd name="connsiteX82" fmla="*/ 5280133 w 5741575"/>
              <a:gd name="connsiteY82" fmla="*/ 189342 h 955271"/>
              <a:gd name="connsiteX83" fmla="*/ 5291963 w 5741575"/>
              <a:gd name="connsiteY83" fmla="*/ 139446 h 955271"/>
              <a:gd name="connsiteX84" fmla="*/ 5418472 w 5741575"/>
              <a:gd name="connsiteY84" fmla="*/ 89163 h 955271"/>
              <a:gd name="connsiteX85" fmla="*/ 5482354 w 5741575"/>
              <a:gd name="connsiteY85" fmla="*/ 69470 h 955271"/>
              <a:gd name="connsiteX86" fmla="*/ 5583280 w 5741575"/>
              <a:gd name="connsiteY86" fmla="*/ 49787 h 955271"/>
              <a:gd name="connsiteX87" fmla="*/ 5613766 w 5741575"/>
              <a:gd name="connsiteY87" fmla="*/ 41855 h 955271"/>
              <a:gd name="connsiteX88" fmla="*/ 5684952 w 5741575"/>
              <a:gd name="connsiteY88" fmla="*/ 26088 h 955271"/>
              <a:gd name="connsiteX89" fmla="*/ 5741575 w 5741575"/>
              <a:gd name="connsiteY8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39115 w 5741575"/>
              <a:gd name="connsiteY7" fmla="*/ 949326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87156 w 5741575"/>
              <a:gd name="connsiteY19" fmla="*/ 838447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54524 w 5741575"/>
              <a:gd name="connsiteY29" fmla="*/ 649224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21250 w 5741575"/>
              <a:gd name="connsiteY28" fmla="*/ 656855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41364 w 5741575"/>
              <a:gd name="connsiteY28" fmla="*/ 661393 h 955271"/>
              <a:gd name="connsiteX29" fmla="*/ 1494753 w 5741575"/>
              <a:gd name="connsiteY29" fmla="*/ 644686 h 955271"/>
              <a:gd name="connsiteX30" fmla="*/ 1616217 w 5741575"/>
              <a:gd name="connsiteY30" fmla="*/ 622107 h 955271"/>
              <a:gd name="connsiteX31" fmla="*/ 1710928 w 5741575"/>
              <a:gd name="connsiteY31" fmla="*/ 600666 h 955271"/>
              <a:gd name="connsiteX32" fmla="*/ 1743718 w 5741575"/>
              <a:gd name="connsiteY32" fmla="*/ 584327 h 955271"/>
              <a:gd name="connsiteX33" fmla="*/ 1873778 w 5741575"/>
              <a:gd name="connsiteY33" fmla="*/ 530130 h 955271"/>
              <a:gd name="connsiteX34" fmla="*/ 1988411 w 5741575"/>
              <a:gd name="connsiteY34" fmla="*/ 491599 h 955271"/>
              <a:gd name="connsiteX35" fmla="*/ 2085507 w 5741575"/>
              <a:gd name="connsiteY35" fmla="*/ 498527 h 955271"/>
              <a:gd name="connsiteX36" fmla="*/ 2090767 w 5741575"/>
              <a:gd name="connsiteY36" fmla="*/ 490616 h 955271"/>
              <a:gd name="connsiteX37" fmla="*/ 2151143 w 5741575"/>
              <a:gd name="connsiteY37" fmla="*/ 478332 h 955271"/>
              <a:gd name="connsiteX38" fmla="*/ 2378710 w 5741575"/>
              <a:gd name="connsiteY38" fmla="*/ 477570 h 955271"/>
              <a:gd name="connsiteX39" fmla="*/ 2496256 w 5741575"/>
              <a:gd name="connsiteY39" fmla="*/ 452396 h 955271"/>
              <a:gd name="connsiteX40" fmla="*/ 2535387 w 5741575"/>
              <a:gd name="connsiteY40" fmla="*/ 436645 h 955271"/>
              <a:gd name="connsiteX41" fmla="*/ 2601109 w 5741575"/>
              <a:gd name="connsiteY41" fmla="*/ 410678 h 955271"/>
              <a:gd name="connsiteX42" fmla="*/ 2643855 w 5741575"/>
              <a:gd name="connsiteY42" fmla="*/ 374482 h 955271"/>
              <a:gd name="connsiteX43" fmla="*/ 2657726 w 5741575"/>
              <a:gd name="connsiteY43" fmla="*/ 365841 h 955271"/>
              <a:gd name="connsiteX44" fmla="*/ 2687125 w 5741575"/>
              <a:gd name="connsiteY44" fmla="*/ 366820 h 955271"/>
              <a:gd name="connsiteX45" fmla="*/ 2697479 w 5741575"/>
              <a:gd name="connsiteY45" fmla="*/ 361430 h 955271"/>
              <a:gd name="connsiteX46" fmla="*/ 2701547 w 5741575"/>
              <a:gd name="connsiteY46" fmla="*/ 361545 h 955271"/>
              <a:gd name="connsiteX47" fmla="*/ 2711054 w 5741575"/>
              <a:gd name="connsiteY47" fmla="*/ 360597 h 955271"/>
              <a:gd name="connsiteX48" fmla="*/ 2710438 w 5741575"/>
              <a:gd name="connsiteY48" fmla="*/ 366958 h 955271"/>
              <a:gd name="connsiteX49" fmla="*/ 2722936 w 5741575"/>
              <a:gd name="connsiteY49" fmla="*/ 377633 h 955271"/>
              <a:gd name="connsiteX50" fmla="*/ 2777227 w 5741575"/>
              <a:gd name="connsiteY50" fmla="*/ 368972 h 955271"/>
              <a:gd name="connsiteX51" fmla="*/ 2779510 w 5741575"/>
              <a:gd name="connsiteY51" fmla="*/ 361652 h 955271"/>
              <a:gd name="connsiteX52" fmla="*/ 2786278 w 5741575"/>
              <a:gd name="connsiteY52" fmla="*/ 359869 h 955271"/>
              <a:gd name="connsiteX53" fmla="*/ 2792101 w 5741575"/>
              <a:gd name="connsiteY53" fmla="*/ 365927 h 955271"/>
              <a:gd name="connsiteX54" fmla="*/ 2885545 w 5741575"/>
              <a:gd name="connsiteY54" fmla="*/ 372818 h 955271"/>
              <a:gd name="connsiteX55" fmla="*/ 3009558 w 5741575"/>
              <a:gd name="connsiteY55" fmla="*/ 370573 h 955271"/>
              <a:gd name="connsiteX56" fmla="*/ 3095010 w 5741575"/>
              <a:gd name="connsiteY56" fmla="*/ 332454 h 955271"/>
              <a:gd name="connsiteX57" fmla="*/ 3103742 w 5741575"/>
              <a:gd name="connsiteY57" fmla="*/ 337974 h 955271"/>
              <a:gd name="connsiteX58" fmla="*/ 3165093 w 5741575"/>
              <a:gd name="connsiteY58" fmla="*/ 329459 h 955271"/>
              <a:gd name="connsiteX59" fmla="*/ 3373785 w 5741575"/>
              <a:gd name="connsiteY59" fmla="*/ 255680 h 955271"/>
              <a:gd name="connsiteX60" fmla="*/ 3493851 w 5741575"/>
              <a:gd name="connsiteY60" fmla="*/ 240255 h 955271"/>
              <a:gd name="connsiteX61" fmla="*/ 3537470 w 5741575"/>
              <a:gd name="connsiteY61" fmla="*/ 241867 h 955271"/>
              <a:gd name="connsiteX62" fmla="*/ 3610489 w 5741575"/>
              <a:gd name="connsiteY62" fmla="*/ 244128 h 955271"/>
              <a:gd name="connsiteX63" fmla="*/ 3667539 w 5741575"/>
              <a:gd name="connsiteY63" fmla="*/ 263271 h 955271"/>
              <a:gd name="connsiteX64" fmla="*/ 3727614 w 5741575"/>
              <a:gd name="connsiteY64" fmla="*/ 258245 h 955271"/>
              <a:gd name="connsiteX65" fmla="*/ 3738369 w 5741575"/>
              <a:gd name="connsiteY65" fmla="*/ 234506 h 955271"/>
              <a:gd name="connsiteX66" fmla="*/ 3803670 w 5741575"/>
              <a:gd name="connsiteY66" fmla="*/ 236457 h 955271"/>
              <a:gd name="connsiteX67" fmla="*/ 3903080 w 5741575"/>
              <a:gd name="connsiteY67" fmla="*/ 241890 h 955271"/>
              <a:gd name="connsiteX68" fmla="*/ 4114838 w 5741575"/>
              <a:gd name="connsiteY68" fmla="*/ 238165 h 955271"/>
              <a:gd name="connsiteX69" fmla="*/ 4271023 w 5741575"/>
              <a:gd name="connsiteY69" fmla="*/ 241959 h 955271"/>
              <a:gd name="connsiteX70" fmla="*/ 4367397 w 5741575"/>
              <a:gd name="connsiteY70" fmla="*/ 271442 h 955271"/>
              <a:gd name="connsiteX71" fmla="*/ 4495366 w 5741575"/>
              <a:gd name="connsiteY71" fmla="*/ 271618 h 955271"/>
              <a:gd name="connsiteX72" fmla="*/ 4517347 w 5741575"/>
              <a:gd name="connsiteY72" fmla="*/ 275639 h 955271"/>
              <a:gd name="connsiteX73" fmla="*/ 4546116 w 5741575"/>
              <a:gd name="connsiteY73" fmla="*/ 268568 h 955271"/>
              <a:gd name="connsiteX74" fmla="*/ 4661259 w 5741575"/>
              <a:gd name="connsiteY74" fmla="*/ 238966 h 955271"/>
              <a:gd name="connsiteX75" fmla="*/ 4750403 w 5741575"/>
              <a:gd name="connsiteY75" fmla="*/ 204364 h 955271"/>
              <a:gd name="connsiteX76" fmla="*/ 4867614 w 5741575"/>
              <a:gd name="connsiteY76" fmla="*/ 208668 h 955271"/>
              <a:gd name="connsiteX77" fmla="*/ 4937036 w 5741575"/>
              <a:gd name="connsiteY77" fmla="*/ 195446 h 955271"/>
              <a:gd name="connsiteX78" fmla="*/ 5047626 w 5741575"/>
              <a:gd name="connsiteY78" fmla="*/ 149604 h 955271"/>
              <a:gd name="connsiteX79" fmla="*/ 5200247 w 5741575"/>
              <a:gd name="connsiteY79" fmla="*/ 142695 h 955271"/>
              <a:gd name="connsiteX80" fmla="*/ 5235691 w 5741575"/>
              <a:gd name="connsiteY80" fmla="*/ 173330 h 955271"/>
              <a:gd name="connsiteX81" fmla="*/ 5280133 w 5741575"/>
              <a:gd name="connsiteY81" fmla="*/ 189342 h 955271"/>
              <a:gd name="connsiteX82" fmla="*/ 5291963 w 5741575"/>
              <a:gd name="connsiteY82" fmla="*/ 139446 h 955271"/>
              <a:gd name="connsiteX83" fmla="*/ 5418472 w 5741575"/>
              <a:gd name="connsiteY83" fmla="*/ 89163 h 955271"/>
              <a:gd name="connsiteX84" fmla="*/ 5482354 w 5741575"/>
              <a:gd name="connsiteY84" fmla="*/ 69470 h 955271"/>
              <a:gd name="connsiteX85" fmla="*/ 5583280 w 5741575"/>
              <a:gd name="connsiteY85" fmla="*/ 49787 h 955271"/>
              <a:gd name="connsiteX86" fmla="*/ 5613766 w 5741575"/>
              <a:gd name="connsiteY86" fmla="*/ 41855 h 955271"/>
              <a:gd name="connsiteX87" fmla="*/ 5684952 w 5741575"/>
              <a:gd name="connsiteY87" fmla="*/ 26088 h 955271"/>
              <a:gd name="connsiteX88" fmla="*/ 5741575 w 5741575"/>
              <a:gd name="connsiteY8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0426 w 5741575"/>
              <a:gd name="connsiteY22" fmla="*/ 721810 h 955271"/>
              <a:gd name="connsiteX23" fmla="*/ 1306771 w 5741575"/>
              <a:gd name="connsiteY23" fmla="*/ 717936 h 955271"/>
              <a:gd name="connsiteX24" fmla="*/ 1374314 w 5741575"/>
              <a:gd name="connsiteY24" fmla="*/ 688815 h 955271"/>
              <a:gd name="connsiteX25" fmla="*/ 1378034 w 5741575"/>
              <a:gd name="connsiteY25" fmla="*/ 685842 h 955271"/>
              <a:gd name="connsiteX26" fmla="*/ 1395604 w 5741575"/>
              <a:gd name="connsiteY26" fmla="*/ 680460 h 955271"/>
              <a:gd name="connsiteX27" fmla="*/ 1397206 w 5741575"/>
              <a:gd name="connsiteY27" fmla="*/ 670793 h 955271"/>
              <a:gd name="connsiteX28" fmla="*/ 1494753 w 5741575"/>
              <a:gd name="connsiteY28" fmla="*/ 644686 h 955271"/>
              <a:gd name="connsiteX29" fmla="*/ 1616217 w 5741575"/>
              <a:gd name="connsiteY29" fmla="*/ 622107 h 955271"/>
              <a:gd name="connsiteX30" fmla="*/ 1710928 w 5741575"/>
              <a:gd name="connsiteY30" fmla="*/ 600666 h 955271"/>
              <a:gd name="connsiteX31" fmla="*/ 1743718 w 5741575"/>
              <a:gd name="connsiteY31" fmla="*/ 584327 h 955271"/>
              <a:gd name="connsiteX32" fmla="*/ 1873778 w 5741575"/>
              <a:gd name="connsiteY32" fmla="*/ 530130 h 955271"/>
              <a:gd name="connsiteX33" fmla="*/ 1988411 w 5741575"/>
              <a:gd name="connsiteY33" fmla="*/ 491599 h 955271"/>
              <a:gd name="connsiteX34" fmla="*/ 2085507 w 5741575"/>
              <a:gd name="connsiteY34" fmla="*/ 498527 h 955271"/>
              <a:gd name="connsiteX35" fmla="*/ 2090767 w 5741575"/>
              <a:gd name="connsiteY35" fmla="*/ 490616 h 955271"/>
              <a:gd name="connsiteX36" fmla="*/ 2151143 w 5741575"/>
              <a:gd name="connsiteY36" fmla="*/ 478332 h 955271"/>
              <a:gd name="connsiteX37" fmla="*/ 2378710 w 5741575"/>
              <a:gd name="connsiteY37" fmla="*/ 477570 h 955271"/>
              <a:gd name="connsiteX38" fmla="*/ 2496256 w 5741575"/>
              <a:gd name="connsiteY38" fmla="*/ 452396 h 955271"/>
              <a:gd name="connsiteX39" fmla="*/ 2535387 w 5741575"/>
              <a:gd name="connsiteY39" fmla="*/ 436645 h 955271"/>
              <a:gd name="connsiteX40" fmla="*/ 2601109 w 5741575"/>
              <a:gd name="connsiteY40" fmla="*/ 410678 h 955271"/>
              <a:gd name="connsiteX41" fmla="*/ 2643855 w 5741575"/>
              <a:gd name="connsiteY41" fmla="*/ 374482 h 955271"/>
              <a:gd name="connsiteX42" fmla="*/ 2657726 w 5741575"/>
              <a:gd name="connsiteY42" fmla="*/ 365841 h 955271"/>
              <a:gd name="connsiteX43" fmla="*/ 2687125 w 5741575"/>
              <a:gd name="connsiteY43" fmla="*/ 366820 h 955271"/>
              <a:gd name="connsiteX44" fmla="*/ 2697479 w 5741575"/>
              <a:gd name="connsiteY44" fmla="*/ 361430 h 955271"/>
              <a:gd name="connsiteX45" fmla="*/ 2701547 w 5741575"/>
              <a:gd name="connsiteY45" fmla="*/ 361545 h 955271"/>
              <a:gd name="connsiteX46" fmla="*/ 2711054 w 5741575"/>
              <a:gd name="connsiteY46" fmla="*/ 360597 h 955271"/>
              <a:gd name="connsiteX47" fmla="*/ 2710438 w 5741575"/>
              <a:gd name="connsiteY47" fmla="*/ 366958 h 955271"/>
              <a:gd name="connsiteX48" fmla="*/ 2722936 w 5741575"/>
              <a:gd name="connsiteY48" fmla="*/ 377633 h 955271"/>
              <a:gd name="connsiteX49" fmla="*/ 2777227 w 5741575"/>
              <a:gd name="connsiteY49" fmla="*/ 368972 h 955271"/>
              <a:gd name="connsiteX50" fmla="*/ 2779510 w 5741575"/>
              <a:gd name="connsiteY50" fmla="*/ 361652 h 955271"/>
              <a:gd name="connsiteX51" fmla="*/ 2786278 w 5741575"/>
              <a:gd name="connsiteY51" fmla="*/ 359869 h 955271"/>
              <a:gd name="connsiteX52" fmla="*/ 2792101 w 5741575"/>
              <a:gd name="connsiteY52" fmla="*/ 365927 h 955271"/>
              <a:gd name="connsiteX53" fmla="*/ 2885545 w 5741575"/>
              <a:gd name="connsiteY53" fmla="*/ 372818 h 955271"/>
              <a:gd name="connsiteX54" fmla="*/ 3009558 w 5741575"/>
              <a:gd name="connsiteY54" fmla="*/ 370573 h 955271"/>
              <a:gd name="connsiteX55" fmla="*/ 3095010 w 5741575"/>
              <a:gd name="connsiteY55" fmla="*/ 332454 h 955271"/>
              <a:gd name="connsiteX56" fmla="*/ 3103742 w 5741575"/>
              <a:gd name="connsiteY56" fmla="*/ 337974 h 955271"/>
              <a:gd name="connsiteX57" fmla="*/ 3165093 w 5741575"/>
              <a:gd name="connsiteY57" fmla="*/ 329459 h 955271"/>
              <a:gd name="connsiteX58" fmla="*/ 3373785 w 5741575"/>
              <a:gd name="connsiteY58" fmla="*/ 255680 h 955271"/>
              <a:gd name="connsiteX59" fmla="*/ 3493851 w 5741575"/>
              <a:gd name="connsiteY59" fmla="*/ 240255 h 955271"/>
              <a:gd name="connsiteX60" fmla="*/ 3537470 w 5741575"/>
              <a:gd name="connsiteY60" fmla="*/ 241867 h 955271"/>
              <a:gd name="connsiteX61" fmla="*/ 3610489 w 5741575"/>
              <a:gd name="connsiteY61" fmla="*/ 244128 h 955271"/>
              <a:gd name="connsiteX62" fmla="*/ 3667539 w 5741575"/>
              <a:gd name="connsiteY62" fmla="*/ 263271 h 955271"/>
              <a:gd name="connsiteX63" fmla="*/ 3727614 w 5741575"/>
              <a:gd name="connsiteY63" fmla="*/ 258245 h 955271"/>
              <a:gd name="connsiteX64" fmla="*/ 3738369 w 5741575"/>
              <a:gd name="connsiteY64" fmla="*/ 234506 h 955271"/>
              <a:gd name="connsiteX65" fmla="*/ 3803670 w 5741575"/>
              <a:gd name="connsiteY65" fmla="*/ 236457 h 955271"/>
              <a:gd name="connsiteX66" fmla="*/ 3903080 w 5741575"/>
              <a:gd name="connsiteY66" fmla="*/ 241890 h 955271"/>
              <a:gd name="connsiteX67" fmla="*/ 4114838 w 5741575"/>
              <a:gd name="connsiteY67" fmla="*/ 238165 h 955271"/>
              <a:gd name="connsiteX68" fmla="*/ 4271023 w 5741575"/>
              <a:gd name="connsiteY68" fmla="*/ 241959 h 955271"/>
              <a:gd name="connsiteX69" fmla="*/ 4367397 w 5741575"/>
              <a:gd name="connsiteY69" fmla="*/ 271442 h 955271"/>
              <a:gd name="connsiteX70" fmla="*/ 4495366 w 5741575"/>
              <a:gd name="connsiteY70" fmla="*/ 271618 h 955271"/>
              <a:gd name="connsiteX71" fmla="*/ 4517347 w 5741575"/>
              <a:gd name="connsiteY71" fmla="*/ 275639 h 955271"/>
              <a:gd name="connsiteX72" fmla="*/ 4546116 w 5741575"/>
              <a:gd name="connsiteY72" fmla="*/ 268568 h 955271"/>
              <a:gd name="connsiteX73" fmla="*/ 4661259 w 5741575"/>
              <a:gd name="connsiteY73" fmla="*/ 238966 h 955271"/>
              <a:gd name="connsiteX74" fmla="*/ 4750403 w 5741575"/>
              <a:gd name="connsiteY74" fmla="*/ 204364 h 955271"/>
              <a:gd name="connsiteX75" fmla="*/ 4867614 w 5741575"/>
              <a:gd name="connsiteY75" fmla="*/ 208668 h 955271"/>
              <a:gd name="connsiteX76" fmla="*/ 4937036 w 5741575"/>
              <a:gd name="connsiteY76" fmla="*/ 195446 h 955271"/>
              <a:gd name="connsiteX77" fmla="*/ 5047626 w 5741575"/>
              <a:gd name="connsiteY77" fmla="*/ 149604 h 955271"/>
              <a:gd name="connsiteX78" fmla="*/ 5200247 w 5741575"/>
              <a:gd name="connsiteY78" fmla="*/ 142695 h 955271"/>
              <a:gd name="connsiteX79" fmla="*/ 5235691 w 5741575"/>
              <a:gd name="connsiteY79" fmla="*/ 173330 h 955271"/>
              <a:gd name="connsiteX80" fmla="*/ 5280133 w 5741575"/>
              <a:gd name="connsiteY80" fmla="*/ 189342 h 955271"/>
              <a:gd name="connsiteX81" fmla="*/ 5291963 w 5741575"/>
              <a:gd name="connsiteY81" fmla="*/ 139446 h 955271"/>
              <a:gd name="connsiteX82" fmla="*/ 5418472 w 5741575"/>
              <a:gd name="connsiteY82" fmla="*/ 89163 h 955271"/>
              <a:gd name="connsiteX83" fmla="*/ 5482354 w 5741575"/>
              <a:gd name="connsiteY83" fmla="*/ 69470 h 955271"/>
              <a:gd name="connsiteX84" fmla="*/ 5583280 w 5741575"/>
              <a:gd name="connsiteY84" fmla="*/ 49787 h 955271"/>
              <a:gd name="connsiteX85" fmla="*/ 5613766 w 5741575"/>
              <a:gd name="connsiteY85" fmla="*/ 41855 h 955271"/>
              <a:gd name="connsiteX86" fmla="*/ 5684952 w 5741575"/>
              <a:gd name="connsiteY86" fmla="*/ 26088 h 955271"/>
              <a:gd name="connsiteX87" fmla="*/ 5741575 w 5741575"/>
              <a:gd name="connsiteY8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306771 w 5741575"/>
              <a:gd name="connsiteY22" fmla="*/ 717936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397206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395604 w 5741575"/>
              <a:gd name="connsiteY25" fmla="*/ 680460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78034 w 5741575"/>
              <a:gd name="connsiteY24" fmla="*/ 685842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374314 w 5741575"/>
              <a:gd name="connsiteY23" fmla="*/ 688815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42834 w 5741575"/>
              <a:gd name="connsiteY24" fmla="*/ 753906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435833 w 5741575"/>
              <a:gd name="connsiteY25" fmla="*/ 857427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22936 w 5741575"/>
              <a:gd name="connsiteY47" fmla="*/ 377633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11050 w 5741575"/>
              <a:gd name="connsiteY47" fmla="*/ 358572 h 955271"/>
              <a:gd name="connsiteX48" fmla="*/ 2777227 w 5741575"/>
              <a:gd name="connsiteY48" fmla="*/ 368972 h 955271"/>
              <a:gd name="connsiteX49" fmla="*/ 2779510 w 5741575"/>
              <a:gd name="connsiteY49" fmla="*/ 361652 h 955271"/>
              <a:gd name="connsiteX50" fmla="*/ 2786278 w 5741575"/>
              <a:gd name="connsiteY50" fmla="*/ 359869 h 955271"/>
              <a:gd name="connsiteX51" fmla="*/ 2792101 w 5741575"/>
              <a:gd name="connsiteY51" fmla="*/ 365927 h 955271"/>
              <a:gd name="connsiteX52" fmla="*/ 2885545 w 5741575"/>
              <a:gd name="connsiteY52" fmla="*/ 372818 h 955271"/>
              <a:gd name="connsiteX53" fmla="*/ 3009558 w 5741575"/>
              <a:gd name="connsiteY53" fmla="*/ 370573 h 955271"/>
              <a:gd name="connsiteX54" fmla="*/ 3095010 w 5741575"/>
              <a:gd name="connsiteY54" fmla="*/ 332454 h 955271"/>
              <a:gd name="connsiteX55" fmla="*/ 3103742 w 5741575"/>
              <a:gd name="connsiteY55" fmla="*/ 337974 h 955271"/>
              <a:gd name="connsiteX56" fmla="*/ 3165093 w 5741575"/>
              <a:gd name="connsiteY56" fmla="*/ 329459 h 955271"/>
              <a:gd name="connsiteX57" fmla="*/ 3373785 w 5741575"/>
              <a:gd name="connsiteY57" fmla="*/ 255680 h 955271"/>
              <a:gd name="connsiteX58" fmla="*/ 3493851 w 5741575"/>
              <a:gd name="connsiteY58" fmla="*/ 240255 h 955271"/>
              <a:gd name="connsiteX59" fmla="*/ 3537470 w 5741575"/>
              <a:gd name="connsiteY59" fmla="*/ 241867 h 955271"/>
              <a:gd name="connsiteX60" fmla="*/ 3610489 w 5741575"/>
              <a:gd name="connsiteY60" fmla="*/ 244128 h 955271"/>
              <a:gd name="connsiteX61" fmla="*/ 3667539 w 5741575"/>
              <a:gd name="connsiteY61" fmla="*/ 263271 h 955271"/>
              <a:gd name="connsiteX62" fmla="*/ 3727614 w 5741575"/>
              <a:gd name="connsiteY62" fmla="*/ 258245 h 955271"/>
              <a:gd name="connsiteX63" fmla="*/ 3738369 w 5741575"/>
              <a:gd name="connsiteY63" fmla="*/ 234506 h 955271"/>
              <a:gd name="connsiteX64" fmla="*/ 3803670 w 5741575"/>
              <a:gd name="connsiteY64" fmla="*/ 236457 h 955271"/>
              <a:gd name="connsiteX65" fmla="*/ 3903080 w 5741575"/>
              <a:gd name="connsiteY65" fmla="*/ 241890 h 955271"/>
              <a:gd name="connsiteX66" fmla="*/ 4114838 w 5741575"/>
              <a:gd name="connsiteY66" fmla="*/ 238165 h 955271"/>
              <a:gd name="connsiteX67" fmla="*/ 4271023 w 5741575"/>
              <a:gd name="connsiteY67" fmla="*/ 241959 h 955271"/>
              <a:gd name="connsiteX68" fmla="*/ 4367397 w 5741575"/>
              <a:gd name="connsiteY68" fmla="*/ 271442 h 955271"/>
              <a:gd name="connsiteX69" fmla="*/ 4495366 w 5741575"/>
              <a:gd name="connsiteY69" fmla="*/ 271618 h 955271"/>
              <a:gd name="connsiteX70" fmla="*/ 4517347 w 5741575"/>
              <a:gd name="connsiteY70" fmla="*/ 275639 h 955271"/>
              <a:gd name="connsiteX71" fmla="*/ 4546116 w 5741575"/>
              <a:gd name="connsiteY71" fmla="*/ 268568 h 955271"/>
              <a:gd name="connsiteX72" fmla="*/ 4661259 w 5741575"/>
              <a:gd name="connsiteY72" fmla="*/ 238966 h 955271"/>
              <a:gd name="connsiteX73" fmla="*/ 4750403 w 5741575"/>
              <a:gd name="connsiteY73" fmla="*/ 204364 h 955271"/>
              <a:gd name="connsiteX74" fmla="*/ 4867614 w 5741575"/>
              <a:gd name="connsiteY74" fmla="*/ 208668 h 955271"/>
              <a:gd name="connsiteX75" fmla="*/ 4937036 w 5741575"/>
              <a:gd name="connsiteY75" fmla="*/ 195446 h 955271"/>
              <a:gd name="connsiteX76" fmla="*/ 5047626 w 5741575"/>
              <a:gd name="connsiteY76" fmla="*/ 149604 h 955271"/>
              <a:gd name="connsiteX77" fmla="*/ 5200247 w 5741575"/>
              <a:gd name="connsiteY77" fmla="*/ 142695 h 955271"/>
              <a:gd name="connsiteX78" fmla="*/ 5235691 w 5741575"/>
              <a:gd name="connsiteY78" fmla="*/ 173330 h 955271"/>
              <a:gd name="connsiteX79" fmla="*/ 5280133 w 5741575"/>
              <a:gd name="connsiteY79" fmla="*/ 189342 h 955271"/>
              <a:gd name="connsiteX80" fmla="*/ 5291963 w 5741575"/>
              <a:gd name="connsiteY80" fmla="*/ 139446 h 955271"/>
              <a:gd name="connsiteX81" fmla="*/ 5418472 w 5741575"/>
              <a:gd name="connsiteY81" fmla="*/ 89163 h 955271"/>
              <a:gd name="connsiteX82" fmla="*/ 5482354 w 5741575"/>
              <a:gd name="connsiteY82" fmla="*/ 69470 h 955271"/>
              <a:gd name="connsiteX83" fmla="*/ 5583280 w 5741575"/>
              <a:gd name="connsiteY83" fmla="*/ 49787 h 955271"/>
              <a:gd name="connsiteX84" fmla="*/ 5613766 w 5741575"/>
              <a:gd name="connsiteY84" fmla="*/ 41855 h 955271"/>
              <a:gd name="connsiteX85" fmla="*/ 5684952 w 5741575"/>
              <a:gd name="connsiteY85" fmla="*/ 26088 h 955271"/>
              <a:gd name="connsiteX86" fmla="*/ 5741575 w 5741575"/>
              <a:gd name="connsiteY86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10438 w 5741575"/>
              <a:gd name="connsiteY46" fmla="*/ 366958 h 955271"/>
              <a:gd name="connsiteX47" fmla="*/ 2777227 w 5741575"/>
              <a:gd name="connsiteY47" fmla="*/ 368972 h 955271"/>
              <a:gd name="connsiteX48" fmla="*/ 2779510 w 5741575"/>
              <a:gd name="connsiteY48" fmla="*/ 361652 h 955271"/>
              <a:gd name="connsiteX49" fmla="*/ 2786278 w 5741575"/>
              <a:gd name="connsiteY49" fmla="*/ 359869 h 955271"/>
              <a:gd name="connsiteX50" fmla="*/ 2792101 w 5741575"/>
              <a:gd name="connsiteY50" fmla="*/ 365927 h 955271"/>
              <a:gd name="connsiteX51" fmla="*/ 2885545 w 5741575"/>
              <a:gd name="connsiteY51" fmla="*/ 372818 h 955271"/>
              <a:gd name="connsiteX52" fmla="*/ 3009558 w 5741575"/>
              <a:gd name="connsiteY52" fmla="*/ 370573 h 955271"/>
              <a:gd name="connsiteX53" fmla="*/ 3095010 w 5741575"/>
              <a:gd name="connsiteY53" fmla="*/ 332454 h 955271"/>
              <a:gd name="connsiteX54" fmla="*/ 3103742 w 5741575"/>
              <a:gd name="connsiteY54" fmla="*/ 337974 h 955271"/>
              <a:gd name="connsiteX55" fmla="*/ 3165093 w 5741575"/>
              <a:gd name="connsiteY55" fmla="*/ 329459 h 955271"/>
              <a:gd name="connsiteX56" fmla="*/ 3373785 w 5741575"/>
              <a:gd name="connsiteY56" fmla="*/ 255680 h 955271"/>
              <a:gd name="connsiteX57" fmla="*/ 3493851 w 5741575"/>
              <a:gd name="connsiteY57" fmla="*/ 240255 h 955271"/>
              <a:gd name="connsiteX58" fmla="*/ 3537470 w 5741575"/>
              <a:gd name="connsiteY58" fmla="*/ 241867 h 955271"/>
              <a:gd name="connsiteX59" fmla="*/ 3610489 w 5741575"/>
              <a:gd name="connsiteY59" fmla="*/ 244128 h 955271"/>
              <a:gd name="connsiteX60" fmla="*/ 3667539 w 5741575"/>
              <a:gd name="connsiteY60" fmla="*/ 263271 h 955271"/>
              <a:gd name="connsiteX61" fmla="*/ 3727614 w 5741575"/>
              <a:gd name="connsiteY61" fmla="*/ 258245 h 955271"/>
              <a:gd name="connsiteX62" fmla="*/ 3738369 w 5741575"/>
              <a:gd name="connsiteY62" fmla="*/ 234506 h 955271"/>
              <a:gd name="connsiteX63" fmla="*/ 3803670 w 5741575"/>
              <a:gd name="connsiteY63" fmla="*/ 236457 h 955271"/>
              <a:gd name="connsiteX64" fmla="*/ 3903080 w 5741575"/>
              <a:gd name="connsiteY64" fmla="*/ 241890 h 955271"/>
              <a:gd name="connsiteX65" fmla="*/ 4114838 w 5741575"/>
              <a:gd name="connsiteY65" fmla="*/ 238165 h 955271"/>
              <a:gd name="connsiteX66" fmla="*/ 4271023 w 5741575"/>
              <a:gd name="connsiteY66" fmla="*/ 241959 h 955271"/>
              <a:gd name="connsiteX67" fmla="*/ 4367397 w 5741575"/>
              <a:gd name="connsiteY67" fmla="*/ 271442 h 955271"/>
              <a:gd name="connsiteX68" fmla="*/ 4495366 w 5741575"/>
              <a:gd name="connsiteY68" fmla="*/ 271618 h 955271"/>
              <a:gd name="connsiteX69" fmla="*/ 4517347 w 5741575"/>
              <a:gd name="connsiteY69" fmla="*/ 275639 h 955271"/>
              <a:gd name="connsiteX70" fmla="*/ 4546116 w 5741575"/>
              <a:gd name="connsiteY70" fmla="*/ 268568 h 955271"/>
              <a:gd name="connsiteX71" fmla="*/ 4661259 w 5741575"/>
              <a:gd name="connsiteY71" fmla="*/ 238966 h 955271"/>
              <a:gd name="connsiteX72" fmla="*/ 4750403 w 5741575"/>
              <a:gd name="connsiteY72" fmla="*/ 204364 h 955271"/>
              <a:gd name="connsiteX73" fmla="*/ 4867614 w 5741575"/>
              <a:gd name="connsiteY73" fmla="*/ 208668 h 955271"/>
              <a:gd name="connsiteX74" fmla="*/ 4937036 w 5741575"/>
              <a:gd name="connsiteY74" fmla="*/ 195446 h 955271"/>
              <a:gd name="connsiteX75" fmla="*/ 5047626 w 5741575"/>
              <a:gd name="connsiteY75" fmla="*/ 149604 h 955271"/>
              <a:gd name="connsiteX76" fmla="*/ 5200247 w 5741575"/>
              <a:gd name="connsiteY76" fmla="*/ 142695 h 955271"/>
              <a:gd name="connsiteX77" fmla="*/ 5235691 w 5741575"/>
              <a:gd name="connsiteY77" fmla="*/ 173330 h 955271"/>
              <a:gd name="connsiteX78" fmla="*/ 5280133 w 5741575"/>
              <a:gd name="connsiteY78" fmla="*/ 189342 h 955271"/>
              <a:gd name="connsiteX79" fmla="*/ 5291963 w 5741575"/>
              <a:gd name="connsiteY79" fmla="*/ 139446 h 955271"/>
              <a:gd name="connsiteX80" fmla="*/ 5418472 w 5741575"/>
              <a:gd name="connsiteY80" fmla="*/ 89163 h 955271"/>
              <a:gd name="connsiteX81" fmla="*/ 5482354 w 5741575"/>
              <a:gd name="connsiteY81" fmla="*/ 69470 h 955271"/>
              <a:gd name="connsiteX82" fmla="*/ 5583280 w 5741575"/>
              <a:gd name="connsiteY82" fmla="*/ 49787 h 955271"/>
              <a:gd name="connsiteX83" fmla="*/ 5613766 w 5741575"/>
              <a:gd name="connsiteY83" fmla="*/ 41855 h 955271"/>
              <a:gd name="connsiteX84" fmla="*/ 5684952 w 5741575"/>
              <a:gd name="connsiteY84" fmla="*/ 26088 h 955271"/>
              <a:gd name="connsiteX85" fmla="*/ 5741575 w 5741575"/>
              <a:gd name="connsiteY85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792101 w 5741575"/>
              <a:gd name="connsiteY49" fmla="*/ 365927 h 955271"/>
              <a:gd name="connsiteX50" fmla="*/ 2885545 w 5741575"/>
              <a:gd name="connsiteY50" fmla="*/ 372818 h 955271"/>
              <a:gd name="connsiteX51" fmla="*/ 3009558 w 5741575"/>
              <a:gd name="connsiteY51" fmla="*/ 370573 h 955271"/>
              <a:gd name="connsiteX52" fmla="*/ 3095010 w 5741575"/>
              <a:gd name="connsiteY52" fmla="*/ 332454 h 955271"/>
              <a:gd name="connsiteX53" fmla="*/ 3103742 w 5741575"/>
              <a:gd name="connsiteY53" fmla="*/ 337974 h 955271"/>
              <a:gd name="connsiteX54" fmla="*/ 3165093 w 5741575"/>
              <a:gd name="connsiteY54" fmla="*/ 329459 h 955271"/>
              <a:gd name="connsiteX55" fmla="*/ 3373785 w 5741575"/>
              <a:gd name="connsiteY55" fmla="*/ 255680 h 955271"/>
              <a:gd name="connsiteX56" fmla="*/ 3493851 w 5741575"/>
              <a:gd name="connsiteY56" fmla="*/ 240255 h 955271"/>
              <a:gd name="connsiteX57" fmla="*/ 3537470 w 5741575"/>
              <a:gd name="connsiteY57" fmla="*/ 241867 h 955271"/>
              <a:gd name="connsiteX58" fmla="*/ 3610489 w 5741575"/>
              <a:gd name="connsiteY58" fmla="*/ 244128 h 955271"/>
              <a:gd name="connsiteX59" fmla="*/ 3667539 w 5741575"/>
              <a:gd name="connsiteY59" fmla="*/ 263271 h 955271"/>
              <a:gd name="connsiteX60" fmla="*/ 3727614 w 5741575"/>
              <a:gd name="connsiteY60" fmla="*/ 258245 h 955271"/>
              <a:gd name="connsiteX61" fmla="*/ 3738369 w 5741575"/>
              <a:gd name="connsiteY61" fmla="*/ 234506 h 955271"/>
              <a:gd name="connsiteX62" fmla="*/ 3803670 w 5741575"/>
              <a:gd name="connsiteY62" fmla="*/ 236457 h 955271"/>
              <a:gd name="connsiteX63" fmla="*/ 3903080 w 5741575"/>
              <a:gd name="connsiteY63" fmla="*/ 241890 h 955271"/>
              <a:gd name="connsiteX64" fmla="*/ 4114838 w 5741575"/>
              <a:gd name="connsiteY64" fmla="*/ 238165 h 955271"/>
              <a:gd name="connsiteX65" fmla="*/ 4271023 w 5741575"/>
              <a:gd name="connsiteY65" fmla="*/ 241959 h 955271"/>
              <a:gd name="connsiteX66" fmla="*/ 4367397 w 5741575"/>
              <a:gd name="connsiteY66" fmla="*/ 271442 h 955271"/>
              <a:gd name="connsiteX67" fmla="*/ 4495366 w 5741575"/>
              <a:gd name="connsiteY67" fmla="*/ 271618 h 955271"/>
              <a:gd name="connsiteX68" fmla="*/ 4517347 w 5741575"/>
              <a:gd name="connsiteY68" fmla="*/ 275639 h 955271"/>
              <a:gd name="connsiteX69" fmla="*/ 4546116 w 5741575"/>
              <a:gd name="connsiteY69" fmla="*/ 268568 h 955271"/>
              <a:gd name="connsiteX70" fmla="*/ 4661259 w 5741575"/>
              <a:gd name="connsiteY70" fmla="*/ 238966 h 955271"/>
              <a:gd name="connsiteX71" fmla="*/ 4750403 w 5741575"/>
              <a:gd name="connsiteY71" fmla="*/ 204364 h 955271"/>
              <a:gd name="connsiteX72" fmla="*/ 4867614 w 5741575"/>
              <a:gd name="connsiteY72" fmla="*/ 208668 h 955271"/>
              <a:gd name="connsiteX73" fmla="*/ 4937036 w 5741575"/>
              <a:gd name="connsiteY73" fmla="*/ 195446 h 955271"/>
              <a:gd name="connsiteX74" fmla="*/ 5047626 w 5741575"/>
              <a:gd name="connsiteY74" fmla="*/ 149604 h 955271"/>
              <a:gd name="connsiteX75" fmla="*/ 5200247 w 5741575"/>
              <a:gd name="connsiteY75" fmla="*/ 142695 h 955271"/>
              <a:gd name="connsiteX76" fmla="*/ 5235691 w 5741575"/>
              <a:gd name="connsiteY76" fmla="*/ 173330 h 955271"/>
              <a:gd name="connsiteX77" fmla="*/ 5280133 w 5741575"/>
              <a:gd name="connsiteY77" fmla="*/ 189342 h 955271"/>
              <a:gd name="connsiteX78" fmla="*/ 5291963 w 5741575"/>
              <a:gd name="connsiteY78" fmla="*/ 139446 h 955271"/>
              <a:gd name="connsiteX79" fmla="*/ 5418472 w 5741575"/>
              <a:gd name="connsiteY79" fmla="*/ 89163 h 955271"/>
              <a:gd name="connsiteX80" fmla="*/ 5482354 w 5741575"/>
              <a:gd name="connsiteY80" fmla="*/ 69470 h 955271"/>
              <a:gd name="connsiteX81" fmla="*/ 5583280 w 5741575"/>
              <a:gd name="connsiteY81" fmla="*/ 49787 h 955271"/>
              <a:gd name="connsiteX82" fmla="*/ 5613766 w 5741575"/>
              <a:gd name="connsiteY82" fmla="*/ 41855 h 955271"/>
              <a:gd name="connsiteX83" fmla="*/ 5684952 w 5741575"/>
              <a:gd name="connsiteY83" fmla="*/ 26088 h 955271"/>
              <a:gd name="connsiteX84" fmla="*/ 5741575 w 5741575"/>
              <a:gd name="connsiteY84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786278 w 5741575"/>
              <a:gd name="connsiteY48" fmla="*/ 359869 h 955271"/>
              <a:gd name="connsiteX49" fmla="*/ 2885545 w 5741575"/>
              <a:gd name="connsiteY49" fmla="*/ 372818 h 955271"/>
              <a:gd name="connsiteX50" fmla="*/ 3009558 w 5741575"/>
              <a:gd name="connsiteY50" fmla="*/ 370573 h 955271"/>
              <a:gd name="connsiteX51" fmla="*/ 3095010 w 5741575"/>
              <a:gd name="connsiteY51" fmla="*/ 332454 h 955271"/>
              <a:gd name="connsiteX52" fmla="*/ 3103742 w 5741575"/>
              <a:gd name="connsiteY52" fmla="*/ 337974 h 955271"/>
              <a:gd name="connsiteX53" fmla="*/ 3165093 w 5741575"/>
              <a:gd name="connsiteY53" fmla="*/ 329459 h 955271"/>
              <a:gd name="connsiteX54" fmla="*/ 3373785 w 5741575"/>
              <a:gd name="connsiteY54" fmla="*/ 255680 h 955271"/>
              <a:gd name="connsiteX55" fmla="*/ 3493851 w 5741575"/>
              <a:gd name="connsiteY55" fmla="*/ 240255 h 955271"/>
              <a:gd name="connsiteX56" fmla="*/ 3537470 w 5741575"/>
              <a:gd name="connsiteY56" fmla="*/ 241867 h 955271"/>
              <a:gd name="connsiteX57" fmla="*/ 3610489 w 5741575"/>
              <a:gd name="connsiteY57" fmla="*/ 244128 h 955271"/>
              <a:gd name="connsiteX58" fmla="*/ 3667539 w 5741575"/>
              <a:gd name="connsiteY58" fmla="*/ 263271 h 955271"/>
              <a:gd name="connsiteX59" fmla="*/ 3727614 w 5741575"/>
              <a:gd name="connsiteY59" fmla="*/ 258245 h 955271"/>
              <a:gd name="connsiteX60" fmla="*/ 3738369 w 5741575"/>
              <a:gd name="connsiteY60" fmla="*/ 234506 h 955271"/>
              <a:gd name="connsiteX61" fmla="*/ 3803670 w 5741575"/>
              <a:gd name="connsiteY61" fmla="*/ 236457 h 955271"/>
              <a:gd name="connsiteX62" fmla="*/ 3903080 w 5741575"/>
              <a:gd name="connsiteY62" fmla="*/ 241890 h 955271"/>
              <a:gd name="connsiteX63" fmla="*/ 4114838 w 5741575"/>
              <a:gd name="connsiteY63" fmla="*/ 238165 h 955271"/>
              <a:gd name="connsiteX64" fmla="*/ 4271023 w 5741575"/>
              <a:gd name="connsiteY64" fmla="*/ 241959 h 955271"/>
              <a:gd name="connsiteX65" fmla="*/ 4367397 w 5741575"/>
              <a:gd name="connsiteY65" fmla="*/ 271442 h 955271"/>
              <a:gd name="connsiteX66" fmla="*/ 4495366 w 5741575"/>
              <a:gd name="connsiteY66" fmla="*/ 271618 h 955271"/>
              <a:gd name="connsiteX67" fmla="*/ 4517347 w 5741575"/>
              <a:gd name="connsiteY67" fmla="*/ 275639 h 955271"/>
              <a:gd name="connsiteX68" fmla="*/ 4546116 w 5741575"/>
              <a:gd name="connsiteY68" fmla="*/ 268568 h 955271"/>
              <a:gd name="connsiteX69" fmla="*/ 4661259 w 5741575"/>
              <a:gd name="connsiteY69" fmla="*/ 238966 h 955271"/>
              <a:gd name="connsiteX70" fmla="*/ 4750403 w 5741575"/>
              <a:gd name="connsiteY70" fmla="*/ 204364 h 955271"/>
              <a:gd name="connsiteX71" fmla="*/ 4867614 w 5741575"/>
              <a:gd name="connsiteY71" fmla="*/ 208668 h 955271"/>
              <a:gd name="connsiteX72" fmla="*/ 4937036 w 5741575"/>
              <a:gd name="connsiteY72" fmla="*/ 195446 h 955271"/>
              <a:gd name="connsiteX73" fmla="*/ 5047626 w 5741575"/>
              <a:gd name="connsiteY73" fmla="*/ 149604 h 955271"/>
              <a:gd name="connsiteX74" fmla="*/ 5200247 w 5741575"/>
              <a:gd name="connsiteY74" fmla="*/ 142695 h 955271"/>
              <a:gd name="connsiteX75" fmla="*/ 5235691 w 5741575"/>
              <a:gd name="connsiteY75" fmla="*/ 173330 h 955271"/>
              <a:gd name="connsiteX76" fmla="*/ 5280133 w 5741575"/>
              <a:gd name="connsiteY76" fmla="*/ 189342 h 955271"/>
              <a:gd name="connsiteX77" fmla="*/ 5291963 w 5741575"/>
              <a:gd name="connsiteY77" fmla="*/ 139446 h 955271"/>
              <a:gd name="connsiteX78" fmla="*/ 5418472 w 5741575"/>
              <a:gd name="connsiteY78" fmla="*/ 89163 h 955271"/>
              <a:gd name="connsiteX79" fmla="*/ 5482354 w 5741575"/>
              <a:gd name="connsiteY79" fmla="*/ 69470 h 955271"/>
              <a:gd name="connsiteX80" fmla="*/ 5583280 w 5741575"/>
              <a:gd name="connsiteY80" fmla="*/ 49787 h 955271"/>
              <a:gd name="connsiteX81" fmla="*/ 5613766 w 5741575"/>
              <a:gd name="connsiteY81" fmla="*/ 41855 h 955271"/>
              <a:gd name="connsiteX82" fmla="*/ 5684952 w 5741575"/>
              <a:gd name="connsiteY82" fmla="*/ 26088 h 955271"/>
              <a:gd name="connsiteX83" fmla="*/ 5741575 w 5741575"/>
              <a:gd name="connsiteY83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779510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11054 w 5741575"/>
              <a:gd name="connsiteY45" fmla="*/ 360597 h 955271"/>
              <a:gd name="connsiteX46" fmla="*/ 2777227 w 5741575"/>
              <a:gd name="connsiteY46" fmla="*/ 368972 h 955271"/>
              <a:gd name="connsiteX47" fmla="*/ 2824768 w 5741575"/>
              <a:gd name="connsiteY47" fmla="*/ 361652 h 955271"/>
              <a:gd name="connsiteX48" fmla="*/ 2885545 w 5741575"/>
              <a:gd name="connsiteY48" fmla="*/ 372818 h 955271"/>
              <a:gd name="connsiteX49" fmla="*/ 3009558 w 5741575"/>
              <a:gd name="connsiteY49" fmla="*/ 370573 h 955271"/>
              <a:gd name="connsiteX50" fmla="*/ 3095010 w 5741575"/>
              <a:gd name="connsiteY50" fmla="*/ 332454 h 955271"/>
              <a:gd name="connsiteX51" fmla="*/ 3103742 w 5741575"/>
              <a:gd name="connsiteY51" fmla="*/ 337974 h 955271"/>
              <a:gd name="connsiteX52" fmla="*/ 3165093 w 5741575"/>
              <a:gd name="connsiteY52" fmla="*/ 329459 h 955271"/>
              <a:gd name="connsiteX53" fmla="*/ 3373785 w 5741575"/>
              <a:gd name="connsiteY53" fmla="*/ 255680 h 955271"/>
              <a:gd name="connsiteX54" fmla="*/ 3493851 w 5741575"/>
              <a:gd name="connsiteY54" fmla="*/ 240255 h 955271"/>
              <a:gd name="connsiteX55" fmla="*/ 3537470 w 5741575"/>
              <a:gd name="connsiteY55" fmla="*/ 241867 h 955271"/>
              <a:gd name="connsiteX56" fmla="*/ 3610489 w 5741575"/>
              <a:gd name="connsiteY56" fmla="*/ 244128 h 955271"/>
              <a:gd name="connsiteX57" fmla="*/ 3667539 w 5741575"/>
              <a:gd name="connsiteY57" fmla="*/ 263271 h 955271"/>
              <a:gd name="connsiteX58" fmla="*/ 3727614 w 5741575"/>
              <a:gd name="connsiteY58" fmla="*/ 258245 h 955271"/>
              <a:gd name="connsiteX59" fmla="*/ 3738369 w 5741575"/>
              <a:gd name="connsiteY59" fmla="*/ 234506 h 955271"/>
              <a:gd name="connsiteX60" fmla="*/ 3803670 w 5741575"/>
              <a:gd name="connsiteY60" fmla="*/ 236457 h 955271"/>
              <a:gd name="connsiteX61" fmla="*/ 3903080 w 5741575"/>
              <a:gd name="connsiteY61" fmla="*/ 241890 h 955271"/>
              <a:gd name="connsiteX62" fmla="*/ 4114838 w 5741575"/>
              <a:gd name="connsiteY62" fmla="*/ 238165 h 955271"/>
              <a:gd name="connsiteX63" fmla="*/ 4271023 w 5741575"/>
              <a:gd name="connsiteY63" fmla="*/ 241959 h 955271"/>
              <a:gd name="connsiteX64" fmla="*/ 4367397 w 5741575"/>
              <a:gd name="connsiteY64" fmla="*/ 271442 h 955271"/>
              <a:gd name="connsiteX65" fmla="*/ 4495366 w 5741575"/>
              <a:gd name="connsiteY65" fmla="*/ 271618 h 955271"/>
              <a:gd name="connsiteX66" fmla="*/ 4517347 w 5741575"/>
              <a:gd name="connsiteY66" fmla="*/ 275639 h 955271"/>
              <a:gd name="connsiteX67" fmla="*/ 4546116 w 5741575"/>
              <a:gd name="connsiteY67" fmla="*/ 268568 h 955271"/>
              <a:gd name="connsiteX68" fmla="*/ 4661259 w 5741575"/>
              <a:gd name="connsiteY68" fmla="*/ 238966 h 955271"/>
              <a:gd name="connsiteX69" fmla="*/ 4750403 w 5741575"/>
              <a:gd name="connsiteY69" fmla="*/ 204364 h 955271"/>
              <a:gd name="connsiteX70" fmla="*/ 4867614 w 5741575"/>
              <a:gd name="connsiteY70" fmla="*/ 208668 h 955271"/>
              <a:gd name="connsiteX71" fmla="*/ 4937036 w 5741575"/>
              <a:gd name="connsiteY71" fmla="*/ 195446 h 955271"/>
              <a:gd name="connsiteX72" fmla="*/ 5047626 w 5741575"/>
              <a:gd name="connsiteY72" fmla="*/ 149604 h 955271"/>
              <a:gd name="connsiteX73" fmla="*/ 5200247 w 5741575"/>
              <a:gd name="connsiteY73" fmla="*/ 142695 h 955271"/>
              <a:gd name="connsiteX74" fmla="*/ 5235691 w 5741575"/>
              <a:gd name="connsiteY74" fmla="*/ 173330 h 955271"/>
              <a:gd name="connsiteX75" fmla="*/ 5280133 w 5741575"/>
              <a:gd name="connsiteY75" fmla="*/ 189342 h 955271"/>
              <a:gd name="connsiteX76" fmla="*/ 5291963 w 5741575"/>
              <a:gd name="connsiteY76" fmla="*/ 139446 h 955271"/>
              <a:gd name="connsiteX77" fmla="*/ 5418472 w 5741575"/>
              <a:gd name="connsiteY77" fmla="*/ 89163 h 955271"/>
              <a:gd name="connsiteX78" fmla="*/ 5482354 w 5741575"/>
              <a:gd name="connsiteY78" fmla="*/ 69470 h 955271"/>
              <a:gd name="connsiteX79" fmla="*/ 5583280 w 5741575"/>
              <a:gd name="connsiteY79" fmla="*/ 49787 h 955271"/>
              <a:gd name="connsiteX80" fmla="*/ 5613766 w 5741575"/>
              <a:gd name="connsiteY80" fmla="*/ 41855 h 955271"/>
              <a:gd name="connsiteX81" fmla="*/ 5684952 w 5741575"/>
              <a:gd name="connsiteY81" fmla="*/ 26088 h 955271"/>
              <a:gd name="connsiteX82" fmla="*/ 5741575 w 5741575"/>
              <a:gd name="connsiteY82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01547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80133 w 5741575"/>
              <a:gd name="connsiteY74" fmla="*/ 189342 h 955271"/>
              <a:gd name="connsiteX75" fmla="*/ 5291963 w 5741575"/>
              <a:gd name="connsiteY75" fmla="*/ 139446 h 955271"/>
              <a:gd name="connsiteX76" fmla="*/ 5418472 w 5741575"/>
              <a:gd name="connsiteY76" fmla="*/ 89163 h 955271"/>
              <a:gd name="connsiteX77" fmla="*/ 5482354 w 5741575"/>
              <a:gd name="connsiteY77" fmla="*/ 69470 h 955271"/>
              <a:gd name="connsiteX78" fmla="*/ 5583280 w 5741575"/>
              <a:gd name="connsiteY78" fmla="*/ 49787 h 955271"/>
              <a:gd name="connsiteX79" fmla="*/ 5613766 w 5741575"/>
              <a:gd name="connsiteY79" fmla="*/ 41855 h 955271"/>
              <a:gd name="connsiteX80" fmla="*/ 5684952 w 5741575"/>
              <a:gd name="connsiteY80" fmla="*/ 26088 h 955271"/>
              <a:gd name="connsiteX81" fmla="*/ 5741575 w 5741575"/>
              <a:gd name="connsiteY81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35691 w 5741575"/>
              <a:gd name="connsiteY73" fmla="*/ 173330 h 955271"/>
              <a:gd name="connsiteX74" fmla="*/ 5291963 w 5741575"/>
              <a:gd name="connsiteY74" fmla="*/ 139446 h 955271"/>
              <a:gd name="connsiteX75" fmla="*/ 5418472 w 5741575"/>
              <a:gd name="connsiteY75" fmla="*/ 89163 h 955271"/>
              <a:gd name="connsiteX76" fmla="*/ 5482354 w 5741575"/>
              <a:gd name="connsiteY76" fmla="*/ 69470 h 955271"/>
              <a:gd name="connsiteX77" fmla="*/ 5583280 w 5741575"/>
              <a:gd name="connsiteY77" fmla="*/ 49787 h 955271"/>
              <a:gd name="connsiteX78" fmla="*/ 5613766 w 5741575"/>
              <a:gd name="connsiteY78" fmla="*/ 41855 h 955271"/>
              <a:gd name="connsiteX79" fmla="*/ 5684952 w 5741575"/>
              <a:gd name="connsiteY79" fmla="*/ 26088 h 955271"/>
              <a:gd name="connsiteX80" fmla="*/ 5741575 w 5741575"/>
              <a:gd name="connsiteY80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47626 w 5741575"/>
              <a:gd name="connsiteY71" fmla="*/ 149604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65093 w 5741575"/>
              <a:gd name="connsiteY51" fmla="*/ 329459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03742 w 5741575"/>
              <a:gd name="connsiteY50" fmla="*/ 337974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31718 w 5741575"/>
              <a:gd name="connsiteY44" fmla="*/ 361545 h 955271"/>
              <a:gd name="connsiteX45" fmla="*/ 2777227 w 5741575"/>
              <a:gd name="connsiteY45" fmla="*/ 368972 h 955271"/>
              <a:gd name="connsiteX46" fmla="*/ 2824768 w 5741575"/>
              <a:gd name="connsiteY46" fmla="*/ 361652 h 955271"/>
              <a:gd name="connsiteX47" fmla="*/ 2885545 w 5741575"/>
              <a:gd name="connsiteY47" fmla="*/ 372818 h 955271"/>
              <a:gd name="connsiteX48" fmla="*/ 3009558 w 5741575"/>
              <a:gd name="connsiteY48" fmla="*/ 370573 h 955271"/>
              <a:gd name="connsiteX49" fmla="*/ 3095010 w 5741575"/>
              <a:gd name="connsiteY49" fmla="*/ 332454 h 955271"/>
              <a:gd name="connsiteX50" fmla="*/ 3148998 w 5741575"/>
              <a:gd name="connsiteY50" fmla="*/ 315286 h 955271"/>
              <a:gd name="connsiteX51" fmla="*/ 3195264 w 5741575"/>
              <a:gd name="connsiteY51" fmla="*/ 293158 h 955271"/>
              <a:gd name="connsiteX52" fmla="*/ 3373785 w 5741575"/>
              <a:gd name="connsiteY52" fmla="*/ 255680 h 955271"/>
              <a:gd name="connsiteX53" fmla="*/ 3493851 w 5741575"/>
              <a:gd name="connsiteY53" fmla="*/ 240255 h 955271"/>
              <a:gd name="connsiteX54" fmla="*/ 3537470 w 5741575"/>
              <a:gd name="connsiteY54" fmla="*/ 241867 h 955271"/>
              <a:gd name="connsiteX55" fmla="*/ 3610489 w 5741575"/>
              <a:gd name="connsiteY55" fmla="*/ 244128 h 955271"/>
              <a:gd name="connsiteX56" fmla="*/ 3667539 w 5741575"/>
              <a:gd name="connsiteY56" fmla="*/ 263271 h 955271"/>
              <a:gd name="connsiteX57" fmla="*/ 3727614 w 5741575"/>
              <a:gd name="connsiteY57" fmla="*/ 258245 h 955271"/>
              <a:gd name="connsiteX58" fmla="*/ 3738369 w 5741575"/>
              <a:gd name="connsiteY58" fmla="*/ 234506 h 955271"/>
              <a:gd name="connsiteX59" fmla="*/ 3803670 w 5741575"/>
              <a:gd name="connsiteY59" fmla="*/ 236457 h 955271"/>
              <a:gd name="connsiteX60" fmla="*/ 3903080 w 5741575"/>
              <a:gd name="connsiteY60" fmla="*/ 241890 h 955271"/>
              <a:gd name="connsiteX61" fmla="*/ 4114838 w 5741575"/>
              <a:gd name="connsiteY61" fmla="*/ 238165 h 955271"/>
              <a:gd name="connsiteX62" fmla="*/ 4271023 w 5741575"/>
              <a:gd name="connsiteY62" fmla="*/ 241959 h 955271"/>
              <a:gd name="connsiteX63" fmla="*/ 4367397 w 5741575"/>
              <a:gd name="connsiteY63" fmla="*/ 271442 h 955271"/>
              <a:gd name="connsiteX64" fmla="*/ 4495366 w 5741575"/>
              <a:gd name="connsiteY64" fmla="*/ 271618 h 955271"/>
              <a:gd name="connsiteX65" fmla="*/ 4517347 w 5741575"/>
              <a:gd name="connsiteY65" fmla="*/ 275639 h 955271"/>
              <a:gd name="connsiteX66" fmla="*/ 4546116 w 5741575"/>
              <a:gd name="connsiteY66" fmla="*/ 268568 h 955271"/>
              <a:gd name="connsiteX67" fmla="*/ 4661259 w 5741575"/>
              <a:gd name="connsiteY67" fmla="*/ 238966 h 955271"/>
              <a:gd name="connsiteX68" fmla="*/ 4750403 w 5741575"/>
              <a:gd name="connsiteY68" fmla="*/ 204364 h 955271"/>
              <a:gd name="connsiteX69" fmla="*/ 4867614 w 5741575"/>
              <a:gd name="connsiteY69" fmla="*/ 208668 h 955271"/>
              <a:gd name="connsiteX70" fmla="*/ 4937036 w 5741575"/>
              <a:gd name="connsiteY70" fmla="*/ 195446 h 955271"/>
              <a:gd name="connsiteX71" fmla="*/ 5067740 w 5741575"/>
              <a:gd name="connsiteY71" fmla="*/ 172293 h 955271"/>
              <a:gd name="connsiteX72" fmla="*/ 5200247 w 5741575"/>
              <a:gd name="connsiteY72" fmla="*/ 142695 h 955271"/>
              <a:gd name="connsiteX73" fmla="*/ 5291963 w 5741575"/>
              <a:gd name="connsiteY73" fmla="*/ 139446 h 955271"/>
              <a:gd name="connsiteX74" fmla="*/ 5418472 w 5741575"/>
              <a:gd name="connsiteY74" fmla="*/ 89163 h 955271"/>
              <a:gd name="connsiteX75" fmla="*/ 5482354 w 5741575"/>
              <a:gd name="connsiteY75" fmla="*/ 69470 h 955271"/>
              <a:gd name="connsiteX76" fmla="*/ 5583280 w 5741575"/>
              <a:gd name="connsiteY76" fmla="*/ 49787 h 955271"/>
              <a:gd name="connsiteX77" fmla="*/ 5613766 w 5741575"/>
              <a:gd name="connsiteY77" fmla="*/ 41855 h 955271"/>
              <a:gd name="connsiteX78" fmla="*/ 5684952 w 5741575"/>
              <a:gd name="connsiteY78" fmla="*/ 26088 h 955271"/>
              <a:gd name="connsiteX79" fmla="*/ 5741575 w 5741575"/>
              <a:gd name="connsiteY79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697479 w 5741575"/>
              <a:gd name="connsiteY43" fmla="*/ 361430 h 955271"/>
              <a:gd name="connsiteX44" fmla="*/ 2777227 w 5741575"/>
              <a:gd name="connsiteY44" fmla="*/ 368972 h 955271"/>
              <a:gd name="connsiteX45" fmla="*/ 2824768 w 5741575"/>
              <a:gd name="connsiteY45" fmla="*/ 361652 h 955271"/>
              <a:gd name="connsiteX46" fmla="*/ 2885545 w 5741575"/>
              <a:gd name="connsiteY46" fmla="*/ 372818 h 955271"/>
              <a:gd name="connsiteX47" fmla="*/ 3009558 w 5741575"/>
              <a:gd name="connsiteY47" fmla="*/ 370573 h 955271"/>
              <a:gd name="connsiteX48" fmla="*/ 3095010 w 5741575"/>
              <a:gd name="connsiteY48" fmla="*/ 332454 h 955271"/>
              <a:gd name="connsiteX49" fmla="*/ 3148998 w 5741575"/>
              <a:gd name="connsiteY49" fmla="*/ 315286 h 955271"/>
              <a:gd name="connsiteX50" fmla="*/ 3195264 w 5741575"/>
              <a:gd name="connsiteY50" fmla="*/ 293158 h 955271"/>
              <a:gd name="connsiteX51" fmla="*/ 3373785 w 5741575"/>
              <a:gd name="connsiteY51" fmla="*/ 255680 h 955271"/>
              <a:gd name="connsiteX52" fmla="*/ 3493851 w 5741575"/>
              <a:gd name="connsiteY52" fmla="*/ 240255 h 955271"/>
              <a:gd name="connsiteX53" fmla="*/ 3537470 w 5741575"/>
              <a:gd name="connsiteY53" fmla="*/ 241867 h 955271"/>
              <a:gd name="connsiteX54" fmla="*/ 3610489 w 5741575"/>
              <a:gd name="connsiteY54" fmla="*/ 244128 h 955271"/>
              <a:gd name="connsiteX55" fmla="*/ 3667539 w 5741575"/>
              <a:gd name="connsiteY55" fmla="*/ 263271 h 955271"/>
              <a:gd name="connsiteX56" fmla="*/ 3727614 w 5741575"/>
              <a:gd name="connsiteY56" fmla="*/ 258245 h 955271"/>
              <a:gd name="connsiteX57" fmla="*/ 3738369 w 5741575"/>
              <a:gd name="connsiteY57" fmla="*/ 234506 h 955271"/>
              <a:gd name="connsiteX58" fmla="*/ 3803670 w 5741575"/>
              <a:gd name="connsiteY58" fmla="*/ 236457 h 955271"/>
              <a:gd name="connsiteX59" fmla="*/ 3903080 w 5741575"/>
              <a:gd name="connsiteY59" fmla="*/ 241890 h 955271"/>
              <a:gd name="connsiteX60" fmla="*/ 4114838 w 5741575"/>
              <a:gd name="connsiteY60" fmla="*/ 238165 h 955271"/>
              <a:gd name="connsiteX61" fmla="*/ 4271023 w 5741575"/>
              <a:gd name="connsiteY61" fmla="*/ 241959 h 955271"/>
              <a:gd name="connsiteX62" fmla="*/ 4367397 w 5741575"/>
              <a:gd name="connsiteY62" fmla="*/ 271442 h 955271"/>
              <a:gd name="connsiteX63" fmla="*/ 4495366 w 5741575"/>
              <a:gd name="connsiteY63" fmla="*/ 271618 h 955271"/>
              <a:gd name="connsiteX64" fmla="*/ 4517347 w 5741575"/>
              <a:gd name="connsiteY64" fmla="*/ 275639 h 955271"/>
              <a:gd name="connsiteX65" fmla="*/ 4546116 w 5741575"/>
              <a:gd name="connsiteY65" fmla="*/ 268568 h 955271"/>
              <a:gd name="connsiteX66" fmla="*/ 4661259 w 5741575"/>
              <a:gd name="connsiteY66" fmla="*/ 238966 h 955271"/>
              <a:gd name="connsiteX67" fmla="*/ 4750403 w 5741575"/>
              <a:gd name="connsiteY67" fmla="*/ 204364 h 955271"/>
              <a:gd name="connsiteX68" fmla="*/ 4867614 w 5741575"/>
              <a:gd name="connsiteY68" fmla="*/ 208668 h 955271"/>
              <a:gd name="connsiteX69" fmla="*/ 4937036 w 5741575"/>
              <a:gd name="connsiteY69" fmla="*/ 195446 h 955271"/>
              <a:gd name="connsiteX70" fmla="*/ 5067740 w 5741575"/>
              <a:gd name="connsiteY70" fmla="*/ 172293 h 955271"/>
              <a:gd name="connsiteX71" fmla="*/ 5200247 w 5741575"/>
              <a:gd name="connsiteY71" fmla="*/ 142695 h 955271"/>
              <a:gd name="connsiteX72" fmla="*/ 5291963 w 5741575"/>
              <a:gd name="connsiteY72" fmla="*/ 139446 h 955271"/>
              <a:gd name="connsiteX73" fmla="*/ 5418472 w 5741575"/>
              <a:gd name="connsiteY73" fmla="*/ 89163 h 955271"/>
              <a:gd name="connsiteX74" fmla="*/ 5482354 w 5741575"/>
              <a:gd name="connsiteY74" fmla="*/ 69470 h 955271"/>
              <a:gd name="connsiteX75" fmla="*/ 5583280 w 5741575"/>
              <a:gd name="connsiteY75" fmla="*/ 49787 h 955271"/>
              <a:gd name="connsiteX76" fmla="*/ 5613766 w 5741575"/>
              <a:gd name="connsiteY76" fmla="*/ 41855 h 955271"/>
              <a:gd name="connsiteX77" fmla="*/ 5684952 w 5741575"/>
              <a:gd name="connsiteY77" fmla="*/ 26088 h 955271"/>
              <a:gd name="connsiteX78" fmla="*/ 5741575 w 5741575"/>
              <a:gd name="connsiteY78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687125 w 5741575"/>
              <a:gd name="connsiteY42" fmla="*/ 366820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91963 w 5741575"/>
              <a:gd name="connsiteY71" fmla="*/ 139446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418472 w 5741575"/>
              <a:gd name="connsiteY72" fmla="*/ 89163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02777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  <a:gd name="connsiteX0" fmla="*/ 5741575 w 5741575"/>
              <a:gd name="connsiteY0" fmla="*/ 0 h 955271"/>
              <a:gd name="connsiteX1" fmla="*/ 5741575 w 5741575"/>
              <a:gd name="connsiteY1" fmla="*/ 955271 h 955271"/>
              <a:gd name="connsiteX2" fmla="*/ 0 w 5741575"/>
              <a:gd name="connsiteY2" fmla="*/ 955271 h 955271"/>
              <a:gd name="connsiteX3" fmla="*/ 8558 w 5741575"/>
              <a:gd name="connsiteY3" fmla="*/ 953971 h 955271"/>
              <a:gd name="connsiteX4" fmla="*/ 16894 w 5741575"/>
              <a:gd name="connsiteY4" fmla="*/ 953847 h 955271"/>
              <a:gd name="connsiteX5" fmla="*/ 28156 w 5741575"/>
              <a:gd name="connsiteY5" fmla="*/ 951374 h 955271"/>
              <a:gd name="connsiteX6" fmla="*/ 28293 w 5741575"/>
              <a:gd name="connsiteY6" fmla="*/ 950971 h 955271"/>
              <a:gd name="connsiteX7" fmla="*/ 59229 w 5741575"/>
              <a:gd name="connsiteY7" fmla="*/ 903950 h 955271"/>
              <a:gd name="connsiteX8" fmla="*/ 148657 w 5741575"/>
              <a:gd name="connsiteY8" fmla="*/ 898134 h 955271"/>
              <a:gd name="connsiteX9" fmla="*/ 174554 w 5741575"/>
              <a:gd name="connsiteY9" fmla="*/ 886351 h 955271"/>
              <a:gd name="connsiteX10" fmla="*/ 187633 w 5741575"/>
              <a:gd name="connsiteY10" fmla="*/ 878226 h 955271"/>
              <a:gd name="connsiteX11" fmla="*/ 187961 w 5741575"/>
              <a:gd name="connsiteY11" fmla="*/ 876538 h 955271"/>
              <a:gd name="connsiteX12" fmla="*/ 240501 w 5741575"/>
              <a:gd name="connsiteY12" fmla="*/ 873150 h 955271"/>
              <a:gd name="connsiteX13" fmla="*/ 246345 w 5741575"/>
              <a:gd name="connsiteY13" fmla="*/ 869942 h 955271"/>
              <a:gd name="connsiteX14" fmla="*/ 306299 w 5741575"/>
              <a:gd name="connsiteY14" fmla="*/ 873609 h 955271"/>
              <a:gd name="connsiteX15" fmla="*/ 331571 w 5741575"/>
              <a:gd name="connsiteY15" fmla="*/ 869866 h 955271"/>
              <a:gd name="connsiteX16" fmla="*/ 384157 w 5741575"/>
              <a:gd name="connsiteY16" fmla="*/ 867971 h 955271"/>
              <a:gd name="connsiteX17" fmla="*/ 477637 w 5741575"/>
              <a:gd name="connsiteY17" fmla="*/ 870334 h 955271"/>
              <a:gd name="connsiteX18" fmla="*/ 570239 w 5741575"/>
              <a:gd name="connsiteY18" fmla="*/ 829596 h 955271"/>
              <a:gd name="connsiteX19" fmla="*/ 772070 w 5741575"/>
              <a:gd name="connsiteY19" fmla="*/ 820296 h 955271"/>
              <a:gd name="connsiteX20" fmla="*/ 948872 w 5741575"/>
              <a:gd name="connsiteY20" fmla="*/ 772201 h 955271"/>
              <a:gd name="connsiteX21" fmla="*/ 1127089 w 5741575"/>
              <a:gd name="connsiteY21" fmla="*/ 746926 h 955271"/>
              <a:gd name="connsiteX22" fmla="*/ 1226314 w 5741575"/>
              <a:gd name="connsiteY22" fmla="*/ 722473 h 955271"/>
              <a:gd name="connsiteX23" fmla="*/ 1278773 w 5741575"/>
              <a:gd name="connsiteY23" fmla="*/ 711503 h 955271"/>
              <a:gd name="connsiteX24" fmla="*/ 1317691 w 5741575"/>
              <a:gd name="connsiteY24" fmla="*/ 708529 h 955271"/>
              <a:gd name="connsiteX25" fmla="*/ 1360404 w 5741575"/>
              <a:gd name="connsiteY25" fmla="*/ 675922 h 955271"/>
              <a:gd name="connsiteX26" fmla="*/ 1412292 w 5741575"/>
              <a:gd name="connsiteY26" fmla="*/ 670793 h 955271"/>
              <a:gd name="connsiteX27" fmla="*/ 1494753 w 5741575"/>
              <a:gd name="connsiteY27" fmla="*/ 644686 h 955271"/>
              <a:gd name="connsiteX28" fmla="*/ 1616217 w 5741575"/>
              <a:gd name="connsiteY28" fmla="*/ 622107 h 955271"/>
              <a:gd name="connsiteX29" fmla="*/ 1710928 w 5741575"/>
              <a:gd name="connsiteY29" fmla="*/ 600666 h 955271"/>
              <a:gd name="connsiteX30" fmla="*/ 1743718 w 5741575"/>
              <a:gd name="connsiteY30" fmla="*/ 584327 h 955271"/>
              <a:gd name="connsiteX31" fmla="*/ 1873778 w 5741575"/>
              <a:gd name="connsiteY31" fmla="*/ 530130 h 955271"/>
              <a:gd name="connsiteX32" fmla="*/ 1988411 w 5741575"/>
              <a:gd name="connsiteY32" fmla="*/ 491599 h 955271"/>
              <a:gd name="connsiteX33" fmla="*/ 2085507 w 5741575"/>
              <a:gd name="connsiteY33" fmla="*/ 498527 h 955271"/>
              <a:gd name="connsiteX34" fmla="*/ 2090767 w 5741575"/>
              <a:gd name="connsiteY34" fmla="*/ 490616 h 955271"/>
              <a:gd name="connsiteX35" fmla="*/ 2151143 w 5741575"/>
              <a:gd name="connsiteY35" fmla="*/ 478332 h 955271"/>
              <a:gd name="connsiteX36" fmla="*/ 2378710 w 5741575"/>
              <a:gd name="connsiteY36" fmla="*/ 477570 h 955271"/>
              <a:gd name="connsiteX37" fmla="*/ 2496256 w 5741575"/>
              <a:gd name="connsiteY37" fmla="*/ 452396 h 955271"/>
              <a:gd name="connsiteX38" fmla="*/ 2535387 w 5741575"/>
              <a:gd name="connsiteY38" fmla="*/ 436645 h 955271"/>
              <a:gd name="connsiteX39" fmla="*/ 2601109 w 5741575"/>
              <a:gd name="connsiteY39" fmla="*/ 410678 h 955271"/>
              <a:gd name="connsiteX40" fmla="*/ 2643855 w 5741575"/>
              <a:gd name="connsiteY40" fmla="*/ 374482 h 955271"/>
              <a:gd name="connsiteX41" fmla="*/ 2657726 w 5741575"/>
              <a:gd name="connsiteY41" fmla="*/ 365841 h 955271"/>
              <a:gd name="connsiteX42" fmla="*/ 2717296 w 5741575"/>
              <a:gd name="connsiteY42" fmla="*/ 362282 h 955271"/>
              <a:gd name="connsiteX43" fmla="*/ 2777227 w 5741575"/>
              <a:gd name="connsiteY43" fmla="*/ 368972 h 955271"/>
              <a:gd name="connsiteX44" fmla="*/ 2824768 w 5741575"/>
              <a:gd name="connsiteY44" fmla="*/ 361652 h 955271"/>
              <a:gd name="connsiteX45" fmla="*/ 2885545 w 5741575"/>
              <a:gd name="connsiteY45" fmla="*/ 372818 h 955271"/>
              <a:gd name="connsiteX46" fmla="*/ 3009558 w 5741575"/>
              <a:gd name="connsiteY46" fmla="*/ 370573 h 955271"/>
              <a:gd name="connsiteX47" fmla="*/ 3095010 w 5741575"/>
              <a:gd name="connsiteY47" fmla="*/ 332454 h 955271"/>
              <a:gd name="connsiteX48" fmla="*/ 3148998 w 5741575"/>
              <a:gd name="connsiteY48" fmla="*/ 315286 h 955271"/>
              <a:gd name="connsiteX49" fmla="*/ 3195264 w 5741575"/>
              <a:gd name="connsiteY49" fmla="*/ 293158 h 955271"/>
              <a:gd name="connsiteX50" fmla="*/ 3373785 w 5741575"/>
              <a:gd name="connsiteY50" fmla="*/ 255680 h 955271"/>
              <a:gd name="connsiteX51" fmla="*/ 3493851 w 5741575"/>
              <a:gd name="connsiteY51" fmla="*/ 240255 h 955271"/>
              <a:gd name="connsiteX52" fmla="*/ 3537470 w 5741575"/>
              <a:gd name="connsiteY52" fmla="*/ 241867 h 955271"/>
              <a:gd name="connsiteX53" fmla="*/ 3610489 w 5741575"/>
              <a:gd name="connsiteY53" fmla="*/ 244128 h 955271"/>
              <a:gd name="connsiteX54" fmla="*/ 3667539 w 5741575"/>
              <a:gd name="connsiteY54" fmla="*/ 263271 h 955271"/>
              <a:gd name="connsiteX55" fmla="*/ 3727614 w 5741575"/>
              <a:gd name="connsiteY55" fmla="*/ 258245 h 955271"/>
              <a:gd name="connsiteX56" fmla="*/ 3738369 w 5741575"/>
              <a:gd name="connsiteY56" fmla="*/ 234506 h 955271"/>
              <a:gd name="connsiteX57" fmla="*/ 3803670 w 5741575"/>
              <a:gd name="connsiteY57" fmla="*/ 236457 h 955271"/>
              <a:gd name="connsiteX58" fmla="*/ 3903080 w 5741575"/>
              <a:gd name="connsiteY58" fmla="*/ 241890 h 955271"/>
              <a:gd name="connsiteX59" fmla="*/ 4114838 w 5741575"/>
              <a:gd name="connsiteY59" fmla="*/ 238165 h 955271"/>
              <a:gd name="connsiteX60" fmla="*/ 4271023 w 5741575"/>
              <a:gd name="connsiteY60" fmla="*/ 241959 h 955271"/>
              <a:gd name="connsiteX61" fmla="*/ 4367397 w 5741575"/>
              <a:gd name="connsiteY61" fmla="*/ 271442 h 955271"/>
              <a:gd name="connsiteX62" fmla="*/ 4495366 w 5741575"/>
              <a:gd name="connsiteY62" fmla="*/ 271618 h 955271"/>
              <a:gd name="connsiteX63" fmla="*/ 4517347 w 5741575"/>
              <a:gd name="connsiteY63" fmla="*/ 275639 h 955271"/>
              <a:gd name="connsiteX64" fmla="*/ 4546116 w 5741575"/>
              <a:gd name="connsiteY64" fmla="*/ 268568 h 955271"/>
              <a:gd name="connsiteX65" fmla="*/ 4661259 w 5741575"/>
              <a:gd name="connsiteY65" fmla="*/ 238966 h 955271"/>
              <a:gd name="connsiteX66" fmla="*/ 4750403 w 5741575"/>
              <a:gd name="connsiteY66" fmla="*/ 204364 h 955271"/>
              <a:gd name="connsiteX67" fmla="*/ 4867614 w 5741575"/>
              <a:gd name="connsiteY67" fmla="*/ 208668 h 955271"/>
              <a:gd name="connsiteX68" fmla="*/ 4937036 w 5741575"/>
              <a:gd name="connsiteY68" fmla="*/ 195446 h 955271"/>
              <a:gd name="connsiteX69" fmla="*/ 5067740 w 5741575"/>
              <a:gd name="connsiteY69" fmla="*/ 172293 h 955271"/>
              <a:gd name="connsiteX70" fmla="*/ 5200247 w 5741575"/>
              <a:gd name="connsiteY70" fmla="*/ 142695 h 955271"/>
              <a:gd name="connsiteX71" fmla="*/ 5276878 w 5741575"/>
              <a:gd name="connsiteY71" fmla="*/ 125833 h 955271"/>
              <a:gd name="connsiteX72" fmla="*/ 5373216 w 5741575"/>
              <a:gd name="connsiteY72" fmla="*/ 111851 h 955271"/>
              <a:gd name="connsiteX73" fmla="*/ 5482354 w 5741575"/>
              <a:gd name="connsiteY73" fmla="*/ 69470 h 955271"/>
              <a:gd name="connsiteX74" fmla="*/ 5583280 w 5741575"/>
              <a:gd name="connsiteY74" fmla="*/ 49787 h 955271"/>
              <a:gd name="connsiteX75" fmla="*/ 5613766 w 5741575"/>
              <a:gd name="connsiteY75" fmla="*/ 41855 h 955271"/>
              <a:gd name="connsiteX76" fmla="*/ 5684952 w 5741575"/>
              <a:gd name="connsiteY76" fmla="*/ 26088 h 955271"/>
              <a:gd name="connsiteX77" fmla="*/ 5741575 w 5741575"/>
              <a:gd name="connsiteY77" fmla="*/ 0 h 95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5741575" h="955271">
                <a:moveTo>
                  <a:pt x="5741575" y="0"/>
                </a:moveTo>
                <a:lnTo>
                  <a:pt x="5741575" y="955271"/>
                </a:lnTo>
                <a:lnTo>
                  <a:pt x="0" y="955271"/>
                </a:lnTo>
                <a:lnTo>
                  <a:pt x="8558" y="953971"/>
                </a:lnTo>
                <a:lnTo>
                  <a:pt x="16894" y="953847"/>
                </a:lnTo>
                <a:cubicBezTo>
                  <a:pt x="22474" y="953361"/>
                  <a:pt x="25973" y="952524"/>
                  <a:pt x="28156" y="951374"/>
                </a:cubicBezTo>
                <a:cubicBezTo>
                  <a:pt x="28201" y="951240"/>
                  <a:pt x="28247" y="951105"/>
                  <a:pt x="28293" y="950971"/>
                </a:cubicBezTo>
                <a:lnTo>
                  <a:pt x="59229" y="903950"/>
                </a:lnTo>
                <a:cubicBezTo>
                  <a:pt x="79290" y="895144"/>
                  <a:pt x="126084" y="908630"/>
                  <a:pt x="148657" y="898134"/>
                </a:cubicBezTo>
                <a:cubicBezTo>
                  <a:pt x="172173" y="896348"/>
                  <a:pt x="191809" y="908449"/>
                  <a:pt x="174554" y="886351"/>
                </a:cubicBezTo>
                <a:cubicBezTo>
                  <a:pt x="182014" y="885083"/>
                  <a:pt x="185699" y="882087"/>
                  <a:pt x="187633" y="878226"/>
                </a:cubicBezTo>
                <a:cubicBezTo>
                  <a:pt x="187742" y="877663"/>
                  <a:pt x="187852" y="877101"/>
                  <a:pt x="187961" y="876538"/>
                </a:cubicBezTo>
                <a:lnTo>
                  <a:pt x="240501" y="873150"/>
                </a:lnTo>
                <a:lnTo>
                  <a:pt x="246345" y="869942"/>
                </a:lnTo>
                <a:lnTo>
                  <a:pt x="306299" y="873609"/>
                </a:lnTo>
                <a:cubicBezTo>
                  <a:pt x="312531" y="875279"/>
                  <a:pt x="320316" y="874896"/>
                  <a:pt x="331571" y="869866"/>
                </a:cubicBezTo>
                <a:lnTo>
                  <a:pt x="384157" y="867971"/>
                </a:lnTo>
                <a:lnTo>
                  <a:pt x="477637" y="870334"/>
                </a:lnTo>
                <a:cubicBezTo>
                  <a:pt x="485456" y="872042"/>
                  <a:pt x="563433" y="825458"/>
                  <a:pt x="570239" y="829596"/>
                </a:cubicBezTo>
                <a:cubicBezTo>
                  <a:pt x="641939" y="824282"/>
                  <a:pt x="685473" y="832029"/>
                  <a:pt x="772070" y="820296"/>
                </a:cubicBezTo>
                <a:cubicBezTo>
                  <a:pt x="833120" y="817018"/>
                  <a:pt x="871984" y="794388"/>
                  <a:pt x="948872" y="772201"/>
                </a:cubicBezTo>
                <a:cubicBezTo>
                  <a:pt x="1011630" y="801590"/>
                  <a:pt x="1039188" y="762914"/>
                  <a:pt x="1127089" y="746926"/>
                </a:cubicBezTo>
                <a:cubicBezTo>
                  <a:pt x="1186739" y="737882"/>
                  <a:pt x="1185110" y="732158"/>
                  <a:pt x="1226314" y="722473"/>
                </a:cubicBezTo>
                <a:cubicBezTo>
                  <a:pt x="1234331" y="718091"/>
                  <a:pt x="1271693" y="717214"/>
                  <a:pt x="1278773" y="711503"/>
                </a:cubicBezTo>
                <a:lnTo>
                  <a:pt x="1317691" y="708529"/>
                </a:lnTo>
                <a:lnTo>
                  <a:pt x="1360404" y="675922"/>
                </a:lnTo>
                <a:lnTo>
                  <a:pt x="1412292" y="670793"/>
                </a:lnTo>
                <a:lnTo>
                  <a:pt x="1494753" y="644686"/>
                </a:lnTo>
                <a:cubicBezTo>
                  <a:pt x="1542884" y="655944"/>
                  <a:pt x="1556151" y="606226"/>
                  <a:pt x="1616217" y="622107"/>
                </a:cubicBezTo>
                <a:cubicBezTo>
                  <a:pt x="1637755" y="624837"/>
                  <a:pt x="1701030" y="614257"/>
                  <a:pt x="1710928" y="600666"/>
                </a:cubicBezTo>
                <a:cubicBezTo>
                  <a:pt x="1723693" y="596072"/>
                  <a:pt x="1739861" y="597834"/>
                  <a:pt x="1743718" y="584327"/>
                </a:cubicBezTo>
                <a:cubicBezTo>
                  <a:pt x="1770860" y="572571"/>
                  <a:pt x="1832996" y="545585"/>
                  <a:pt x="1873778" y="530130"/>
                </a:cubicBezTo>
                <a:cubicBezTo>
                  <a:pt x="1902425" y="541995"/>
                  <a:pt x="1929013" y="504913"/>
                  <a:pt x="1988411" y="491599"/>
                </a:cubicBezTo>
                <a:cubicBezTo>
                  <a:pt x="2020077" y="505546"/>
                  <a:pt x="2028363" y="482381"/>
                  <a:pt x="2085507" y="498527"/>
                </a:cubicBezTo>
                <a:cubicBezTo>
                  <a:pt x="2086719" y="495769"/>
                  <a:pt x="2088490" y="493104"/>
                  <a:pt x="2090767" y="490616"/>
                </a:cubicBezTo>
                <a:cubicBezTo>
                  <a:pt x="2103992" y="476161"/>
                  <a:pt x="2131025" y="470659"/>
                  <a:pt x="2151143" y="478332"/>
                </a:cubicBezTo>
                <a:cubicBezTo>
                  <a:pt x="2240088" y="497642"/>
                  <a:pt x="2310118" y="483043"/>
                  <a:pt x="2378710" y="477570"/>
                </a:cubicBezTo>
                <a:cubicBezTo>
                  <a:pt x="2454975" y="467585"/>
                  <a:pt x="2391576" y="437831"/>
                  <a:pt x="2496256" y="452396"/>
                </a:cubicBezTo>
                <a:cubicBezTo>
                  <a:pt x="2501503" y="436899"/>
                  <a:pt x="2513119" y="433980"/>
                  <a:pt x="2535387" y="436645"/>
                </a:cubicBezTo>
                <a:cubicBezTo>
                  <a:pt x="2572084" y="430778"/>
                  <a:pt x="2557124" y="397207"/>
                  <a:pt x="2601109" y="410678"/>
                </a:cubicBezTo>
                <a:cubicBezTo>
                  <a:pt x="2588000" y="393616"/>
                  <a:pt x="2667428" y="390302"/>
                  <a:pt x="2643855" y="374482"/>
                </a:cubicBezTo>
                <a:cubicBezTo>
                  <a:pt x="2648277" y="369169"/>
                  <a:pt x="2645486" y="367874"/>
                  <a:pt x="2657726" y="365841"/>
                </a:cubicBezTo>
                <a:cubicBezTo>
                  <a:pt x="2669966" y="363808"/>
                  <a:pt x="2707566" y="363569"/>
                  <a:pt x="2717296" y="362282"/>
                </a:cubicBezTo>
                <a:lnTo>
                  <a:pt x="2777227" y="368972"/>
                </a:lnTo>
                <a:lnTo>
                  <a:pt x="2824768" y="361652"/>
                </a:lnTo>
                <a:lnTo>
                  <a:pt x="2885545" y="372818"/>
                </a:lnTo>
                <a:cubicBezTo>
                  <a:pt x="2905895" y="352581"/>
                  <a:pt x="2948591" y="377825"/>
                  <a:pt x="3009558" y="370573"/>
                </a:cubicBezTo>
                <a:cubicBezTo>
                  <a:pt x="3031640" y="347442"/>
                  <a:pt x="3050695" y="365935"/>
                  <a:pt x="3095010" y="332454"/>
                </a:cubicBezTo>
                <a:cubicBezTo>
                  <a:pt x="3097485" y="334582"/>
                  <a:pt x="3132289" y="321835"/>
                  <a:pt x="3148998" y="315286"/>
                </a:cubicBezTo>
                <a:cubicBezTo>
                  <a:pt x="3165707" y="308737"/>
                  <a:pt x="3180646" y="306766"/>
                  <a:pt x="3195264" y="293158"/>
                </a:cubicBezTo>
                <a:cubicBezTo>
                  <a:pt x="3267122" y="246372"/>
                  <a:pt x="3308286" y="273118"/>
                  <a:pt x="3373785" y="255680"/>
                </a:cubicBezTo>
                <a:cubicBezTo>
                  <a:pt x="3448540" y="239861"/>
                  <a:pt x="3405238" y="287846"/>
                  <a:pt x="3493851" y="240255"/>
                </a:cubicBezTo>
                <a:cubicBezTo>
                  <a:pt x="3506326" y="252723"/>
                  <a:pt x="3518405" y="251593"/>
                  <a:pt x="3537470" y="241867"/>
                </a:cubicBezTo>
                <a:cubicBezTo>
                  <a:pt x="3573967" y="235226"/>
                  <a:pt x="3576893" y="270855"/>
                  <a:pt x="3610489" y="244128"/>
                </a:cubicBezTo>
                <a:cubicBezTo>
                  <a:pt x="3606935" y="264036"/>
                  <a:pt x="3681284" y="241075"/>
                  <a:pt x="3667539" y="263271"/>
                </a:cubicBezTo>
                <a:cubicBezTo>
                  <a:pt x="3694251" y="276940"/>
                  <a:pt x="3701441" y="246803"/>
                  <a:pt x="3727614" y="258245"/>
                </a:cubicBezTo>
                <a:cubicBezTo>
                  <a:pt x="3754952" y="257751"/>
                  <a:pt x="3708960" y="240314"/>
                  <a:pt x="3738369" y="234506"/>
                </a:cubicBezTo>
                <a:cubicBezTo>
                  <a:pt x="3774580" y="230879"/>
                  <a:pt x="3768868" y="196201"/>
                  <a:pt x="3803670" y="236457"/>
                </a:cubicBezTo>
                <a:cubicBezTo>
                  <a:pt x="3839567" y="220301"/>
                  <a:pt x="3850064" y="239151"/>
                  <a:pt x="3903080" y="241890"/>
                </a:cubicBezTo>
                <a:cubicBezTo>
                  <a:pt x="3954941" y="242175"/>
                  <a:pt x="4053514" y="238154"/>
                  <a:pt x="4114838" y="238165"/>
                </a:cubicBezTo>
                <a:cubicBezTo>
                  <a:pt x="4173784" y="217210"/>
                  <a:pt x="4209756" y="243378"/>
                  <a:pt x="4271023" y="241959"/>
                </a:cubicBezTo>
                <a:cubicBezTo>
                  <a:pt x="4326191" y="205535"/>
                  <a:pt x="4316856" y="279258"/>
                  <a:pt x="4367397" y="271442"/>
                </a:cubicBezTo>
                <a:cubicBezTo>
                  <a:pt x="4420874" y="271391"/>
                  <a:pt x="4369000" y="295343"/>
                  <a:pt x="4495366" y="271618"/>
                </a:cubicBezTo>
                <a:cubicBezTo>
                  <a:pt x="4501905" y="266287"/>
                  <a:pt x="4518077" y="269240"/>
                  <a:pt x="4517347" y="275639"/>
                </a:cubicBezTo>
                <a:cubicBezTo>
                  <a:pt x="4525170" y="272832"/>
                  <a:pt x="4542809" y="258800"/>
                  <a:pt x="4546116" y="268568"/>
                </a:cubicBezTo>
                <a:cubicBezTo>
                  <a:pt x="4586961" y="265354"/>
                  <a:pt x="4626617" y="255160"/>
                  <a:pt x="4661259" y="238966"/>
                </a:cubicBezTo>
                <a:cubicBezTo>
                  <a:pt x="4741966" y="247639"/>
                  <a:pt x="4693066" y="205693"/>
                  <a:pt x="4750403" y="204364"/>
                </a:cubicBezTo>
                <a:cubicBezTo>
                  <a:pt x="4798501" y="219113"/>
                  <a:pt x="4813319" y="201253"/>
                  <a:pt x="4867614" y="208668"/>
                </a:cubicBezTo>
                <a:cubicBezTo>
                  <a:pt x="4881621" y="174373"/>
                  <a:pt x="4917566" y="206761"/>
                  <a:pt x="4937036" y="195446"/>
                </a:cubicBezTo>
                <a:cubicBezTo>
                  <a:pt x="4974214" y="229763"/>
                  <a:pt x="5033435" y="175163"/>
                  <a:pt x="5067740" y="172293"/>
                </a:cubicBezTo>
                <a:cubicBezTo>
                  <a:pt x="5126160" y="173265"/>
                  <a:pt x="5172786" y="183138"/>
                  <a:pt x="5200247" y="142695"/>
                </a:cubicBezTo>
                <a:cubicBezTo>
                  <a:pt x="5240970" y="141002"/>
                  <a:pt x="5240507" y="134755"/>
                  <a:pt x="5276878" y="125833"/>
                </a:cubicBezTo>
                <a:cubicBezTo>
                  <a:pt x="5316470" y="106736"/>
                  <a:pt x="5327221" y="110178"/>
                  <a:pt x="5373216" y="111851"/>
                </a:cubicBezTo>
                <a:cubicBezTo>
                  <a:pt x="5382801" y="84741"/>
                  <a:pt x="5419294" y="93078"/>
                  <a:pt x="5482354" y="69470"/>
                </a:cubicBezTo>
                <a:cubicBezTo>
                  <a:pt x="5507119" y="85574"/>
                  <a:pt x="5545363" y="52240"/>
                  <a:pt x="5583280" y="49787"/>
                </a:cubicBezTo>
                <a:cubicBezTo>
                  <a:pt x="5589344" y="36484"/>
                  <a:pt x="5598103" y="36349"/>
                  <a:pt x="5613766" y="41855"/>
                </a:cubicBezTo>
                <a:cubicBezTo>
                  <a:pt x="5636621" y="41086"/>
                  <a:pt x="5660728" y="35034"/>
                  <a:pt x="5684952" y="26088"/>
                </a:cubicBezTo>
                <a:lnTo>
                  <a:pt x="5741575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085AA6A-9148-A913-5715-6F1AEAD42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7" y="2549718"/>
            <a:ext cx="5747857" cy="35529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dirty="0"/>
              <a:t>Il </a:t>
            </a:r>
            <a:r>
              <a:rPr lang="it-IT" sz="2000" b="1" dirty="0"/>
              <a:t>Pattern Memento</a:t>
            </a:r>
            <a:r>
              <a:rPr lang="it-IT" sz="2000" dirty="0"/>
              <a:t> è utilizzato per salvare e ripristinare lo stato del gioco senza violare l’incapsulamento di </a:t>
            </a:r>
            <a:r>
              <a:rPr lang="it-IT" sz="2000" b="1" dirty="0" err="1"/>
              <a:t>GameState</a:t>
            </a:r>
            <a:r>
              <a:rPr lang="it-IT" sz="2000" b="1" dirty="0"/>
              <a:t> (Originator, che contiene lo stato della partita)</a:t>
            </a:r>
            <a:r>
              <a:rPr lang="it-IT" sz="2000" dirty="0"/>
              <a:t>, mantenendo separata la logica di gioco dalla gestione dei salvataggi.</a:t>
            </a:r>
          </a:p>
          <a:p>
            <a:pPr marL="0" indent="0">
              <a:buNone/>
            </a:pPr>
            <a:r>
              <a:rPr lang="it-IT" sz="2000" dirty="0"/>
              <a:t>Il </a:t>
            </a:r>
            <a:r>
              <a:rPr lang="it-IT" sz="2000" b="1" dirty="0" err="1"/>
              <a:t>GameStateMemento</a:t>
            </a:r>
            <a:r>
              <a:rPr lang="it-IT" sz="2000" b="1" dirty="0"/>
              <a:t> (Memento)</a:t>
            </a:r>
            <a:r>
              <a:rPr lang="it-IT" sz="2000" dirty="0"/>
              <a:t> contiene uno snapshot dello stato ed è usato solo per salvataggio e ripristino. Il </a:t>
            </a:r>
            <a:r>
              <a:rPr lang="it-IT" sz="2000" b="1" dirty="0" err="1"/>
              <a:t>SaveManager</a:t>
            </a:r>
            <a:r>
              <a:rPr lang="it-IT" sz="2000" b="1" dirty="0"/>
              <a:t> (</a:t>
            </a:r>
            <a:r>
              <a:rPr lang="it-IT" sz="2000" b="1" dirty="0" err="1"/>
              <a:t>Caretaker</a:t>
            </a:r>
            <a:r>
              <a:rPr lang="it-IT" sz="2000" b="1" dirty="0"/>
              <a:t>) </a:t>
            </a:r>
            <a:r>
              <a:rPr lang="it-IT" sz="2000" dirty="0"/>
              <a:t>gestisce gli slot di salvataggio e si limita a conservare il Memento e richiedere </a:t>
            </a:r>
            <a:r>
              <a:rPr lang="it-IT" sz="2000"/>
              <a:t>il ripristino</a:t>
            </a:r>
            <a:endParaRPr lang="it-IT" sz="20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BFFEA99-E831-4C3B-8D16-0EA4AB33F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5584" y="610517"/>
            <a:ext cx="4010943" cy="5636963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Segnaposto contenuto 4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D941B551-433A-D450-23E5-BAB716FB5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092" y="970966"/>
            <a:ext cx="3684567" cy="491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87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BB269-483F-0A8F-9E73-AF3D7A8E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3FF713-AD87-F5E0-7A6C-B3E0E2C21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6" y="437535"/>
            <a:ext cx="10579608" cy="1188720"/>
          </a:xfrm>
        </p:spPr>
        <p:txBody>
          <a:bodyPr>
            <a:normAutofit/>
          </a:bodyPr>
          <a:lstStyle/>
          <a:p>
            <a:pPr algn="ctr"/>
            <a:r>
              <a:rPr lang="it-IT" sz="4000" noProof="0" dirty="0">
                <a:solidFill>
                  <a:schemeClr val="tx2"/>
                </a:solidFill>
              </a:rPr>
              <a:t>User Story 10: </a:t>
            </a:r>
            <a:r>
              <a:rPr lang="it-IT" dirty="0"/>
              <a:t>Story </a:t>
            </a:r>
            <a:r>
              <a:rPr lang="it-IT" dirty="0" err="1"/>
              <a:t>choices</a:t>
            </a:r>
            <a:r>
              <a:rPr lang="it-IT" dirty="0"/>
              <a:t> </a:t>
            </a:r>
            <a:r>
              <a:rPr lang="it-IT" dirty="0" err="1"/>
              <a:t>influences</a:t>
            </a:r>
            <a:r>
              <a:rPr lang="it-IT" dirty="0"/>
              <a:t> future</a:t>
            </a:r>
            <a:endParaRPr lang="it-IT" sz="4000" noProof="0" dirty="0">
              <a:solidFill>
                <a:schemeClr val="tx2"/>
              </a:solidFill>
            </a:endParaRPr>
          </a:p>
        </p:txBody>
      </p:sp>
      <p:graphicFrame>
        <p:nvGraphicFramePr>
          <p:cNvPr id="57" name="Segnaposto contenuto 2">
            <a:extLst>
              <a:ext uri="{FF2B5EF4-FFF2-40B4-BE49-F238E27FC236}">
                <a16:creationId xmlns:a16="http://schemas.microsoft.com/office/drawing/2014/main" id="{F5777D71-228D-36A4-79EF-9ED78AEDE2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2898607"/>
              </p:ext>
            </p:extLst>
          </p:nvPr>
        </p:nvGraphicFramePr>
        <p:xfrm>
          <a:off x="1036320" y="2543633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12686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Arc 2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Segnaposto contenuto 4" descr="Immagine che contiene testo, schermata, Carattere, Parallelo&#10;&#10;Il contenuto generato dall'IA potrebbe non essere corretto.">
            <a:extLst>
              <a:ext uri="{FF2B5EF4-FFF2-40B4-BE49-F238E27FC236}">
                <a16:creationId xmlns:a16="http://schemas.microsoft.com/office/drawing/2014/main" id="{B3F9794F-3C7B-F269-80DF-72D2D5C8F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30" y="511293"/>
            <a:ext cx="4631685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70DB975-713B-2D11-A72E-EF6830337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 err="1"/>
              <a:t>Gli</a:t>
            </a:r>
            <a:r>
              <a:rPr lang="en-US" dirty="0"/>
              <a:t> </a:t>
            </a:r>
            <a:r>
              <a:rPr lang="en-US" dirty="0" err="1"/>
              <a:t>StoryNode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disposti</a:t>
            </a:r>
            <a:r>
              <a:rPr lang="en-US" dirty="0"/>
              <a:t>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struttura</a:t>
            </a:r>
            <a:r>
              <a:rPr lang="en-US" dirty="0"/>
              <a:t> a </a:t>
            </a:r>
            <a:r>
              <a:rPr lang="en-US" dirty="0" err="1"/>
              <a:t>grafo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risorsa</a:t>
            </a:r>
            <a:r>
              <a:rPr lang="en-US" dirty="0"/>
              <a:t> </a:t>
            </a:r>
            <a:r>
              <a:rPr lang="en-US" dirty="0" err="1"/>
              <a:t>testuale</a:t>
            </a:r>
            <a:r>
              <a:rPr lang="en-US" dirty="0"/>
              <a:t> "</a:t>
            </a:r>
            <a:r>
              <a:rPr lang="en-US" dirty="0" err="1"/>
              <a:t>dialogues.json</a:t>
            </a:r>
            <a:r>
              <a:rPr lang="en-US" dirty="0"/>
              <a:t>".</a:t>
            </a:r>
            <a:br>
              <a:rPr lang="en-US" dirty="0"/>
            </a:br>
            <a:r>
              <a:rPr lang="en-US" dirty="0"/>
              <a:t>Data la </a:t>
            </a:r>
            <a:r>
              <a:rPr lang="en-US" dirty="0" err="1"/>
              <a:t>complessità</a:t>
            </a:r>
            <a:r>
              <a:rPr lang="en-US" dirty="0"/>
              <a:t> di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foglia</a:t>
            </a:r>
            <a:r>
              <a:rPr lang="en-US" dirty="0"/>
              <a:t> del </a:t>
            </a:r>
            <a:r>
              <a:rPr lang="en-US" dirty="0" err="1"/>
              <a:t>grafo</a:t>
            </a:r>
            <a:r>
              <a:rPr lang="en-US" dirty="0"/>
              <a:t> (uno </a:t>
            </a:r>
            <a:r>
              <a:rPr lang="en-US" dirty="0" err="1"/>
              <a:t>StoryNode</a:t>
            </a:r>
            <a:r>
              <a:rPr lang="en-US" dirty="0"/>
              <a:t> </a:t>
            </a:r>
            <a:r>
              <a:rPr lang="en-US" dirty="0" err="1"/>
              <a:t>appunto</a:t>
            </a:r>
            <a:r>
              <a:rPr lang="en-US" dirty="0"/>
              <a:t>) </a:t>
            </a:r>
            <a:r>
              <a:rPr lang="en-US" dirty="0" err="1"/>
              <a:t>utilizziamo</a:t>
            </a:r>
            <a:r>
              <a:rPr lang="en-US" dirty="0"/>
              <a:t> il design pattern </a:t>
            </a:r>
            <a:r>
              <a:rPr lang="en-US" b="1" dirty="0"/>
              <a:t>Builder </a:t>
            </a:r>
            <a:r>
              <a:rPr lang="en-US" dirty="0"/>
              <a:t>per </a:t>
            </a:r>
            <a:r>
              <a:rPr lang="en-US" dirty="0" err="1"/>
              <a:t>istanziare</a:t>
            </a:r>
            <a:r>
              <a:rPr lang="en-US" dirty="0"/>
              <a:t> </a:t>
            </a:r>
            <a:r>
              <a:rPr lang="en-US" dirty="0" err="1"/>
              <a:t>agevolmente</a:t>
            </a:r>
            <a:r>
              <a:rPr lang="en-US" dirty="0"/>
              <a:t> un </a:t>
            </a:r>
            <a:r>
              <a:rPr lang="en-US" dirty="0" err="1"/>
              <a:t>oggetto</a:t>
            </a:r>
            <a:r>
              <a:rPr lang="en-US" dirty="0"/>
              <a:t> di </a:t>
            </a:r>
            <a:r>
              <a:rPr lang="en-US" dirty="0" err="1"/>
              <a:t>tipo</a:t>
            </a:r>
            <a:r>
              <a:rPr lang="en-US" dirty="0"/>
              <a:t> </a:t>
            </a:r>
            <a:r>
              <a:rPr lang="en-US" dirty="0" err="1"/>
              <a:t>StoryNode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20598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1846</Words>
  <Application>Microsoft Office PowerPoint</Application>
  <PresentationFormat>Widescreen</PresentationFormat>
  <Paragraphs>101</Paragraphs>
  <Slides>33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33</vt:i4>
      </vt:variant>
    </vt:vector>
  </HeadingPairs>
  <TitlesOfParts>
    <vt:vector size="38" baseType="lpstr">
      <vt:lpstr>Aptos</vt:lpstr>
      <vt:lpstr>Aptos Display</vt:lpstr>
      <vt:lpstr>Arial</vt:lpstr>
      <vt:lpstr>Calibri</vt:lpstr>
      <vt:lpstr>Tema di Office</vt:lpstr>
      <vt:lpstr>The Cycle Game</vt:lpstr>
      <vt:lpstr>First Sprint</vt:lpstr>
      <vt:lpstr>Trama</vt:lpstr>
      <vt:lpstr>MVC Architecture</vt:lpstr>
      <vt:lpstr>Presentazione standard di PowerPoint</vt:lpstr>
      <vt:lpstr>View</vt:lpstr>
      <vt:lpstr>Controller</vt:lpstr>
      <vt:lpstr>Il Nostro MVC</vt:lpstr>
      <vt:lpstr>User Story 1: Game Launch</vt:lpstr>
      <vt:lpstr>Presentazione standard di PowerPoint</vt:lpstr>
      <vt:lpstr>User Story 3: Start game</vt:lpstr>
      <vt:lpstr>Presentazione standard di PowerPoint</vt:lpstr>
      <vt:lpstr>User Story 13: Exploration Movement</vt:lpstr>
      <vt:lpstr>User Story 14: Fighting Enemies</vt:lpstr>
      <vt:lpstr>Presentazione standard di PowerPoint</vt:lpstr>
      <vt:lpstr>User Story 15: Damage, effect &amp; healing calculation </vt:lpstr>
      <vt:lpstr>Presentazione standard di PowerPoint</vt:lpstr>
      <vt:lpstr>User Story 16: Turn based battles</vt:lpstr>
      <vt:lpstr>Presentazione standard di PowerPoint</vt:lpstr>
      <vt:lpstr>Presentazione standard di PowerPoint</vt:lpstr>
      <vt:lpstr>Second Sprint</vt:lpstr>
      <vt:lpstr>User Story 21: Map</vt:lpstr>
      <vt:lpstr>Presentazione standard di PowerPoint</vt:lpstr>
      <vt:lpstr>User Story 4:Choose character job</vt:lpstr>
      <vt:lpstr>Perché Abstract Factory?</vt:lpstr>
      <vt:lpstr>US14-Fighting Enemies</vt:lpstr>
      <vt:lpstr>Perché Observer?</vt:lpstr>
      <vt:lpstr>User Story 18:Combat System &amp; Character Evolution </vt:lpstr>
      <vt:lpstr>Perché questi pattern?</vt:lpstr>
      <vt:lpstr>User Story 9:Manual save into slot</vt:lpstr>
      <vt:lpstr>Perché Memento?</vt:lpstr>
      <vt:lpstr>User Story 10: Story choices influences future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 FILICICCHIA</dc:creator>
  <cp:lastModifiedBy>GIULIA FILICICCHIA</cp:lastModifiedBy>
  <cp:revision>105</cp:revision>
  <dcterms:created xsi:type="dcterms:W3CDTF">2025-12-01T14:20:48Z</dcterms:created>
  <dcterms:modified xsi:type="dcterms:W3CDTF">2026-01-13T16:21:33Z</dcterms:modified>
</cp:coreProperties>
</file>