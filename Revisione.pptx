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  <p:sldId id="294" r:id="rId3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EFB71D-ED28-7D9F-9792-68691B69FD23}" v="5" dt="2026-01-15T01:55:52.074"/>
    <p1510:client id="{95D87242-DA9F-4025-94DB-BFB2745B9DCD}" v="54" dt="2026-01-15T09:32:26.3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LIA FILICICCHIA" userId="cb9b82e9-d681-4fbd-94e0-dca89213e694" providerId="ADAL" clId="{ECC296A0-5B09-42BE-8914-9A97CBE11E9B}"/>
    <pc:docChg chg="custSel addSld delSld modSld">
      <pc:chgData name="GIULIA FILICICCHIA" userId="cb9b82e9-d681-4fbd-94e0-dca89213e694" providerId="ADAL" clId="{ECC296A0-5B09-42BE-8914-9A97CBE11E9B}" dt="2026-01-15T09:32:26.300" v="38" actId="20577"/>
      <pc:docMkLst>
        <pc:docMk/>
      </pc:docMkLst>
      <pc:sldChg chg="modSp">
        <pc:chgData name="GIULIA FILICICCHIA" userId="cb9b82e9-d681-4fbd-94e0-dca89213e694" providerId="ADAL" clId="{ECC296A0-5B09-42BE-8914-9A97CBE11E9B}" dt="2026-01-15T09:32:26.300" v="38" actId="20577"/>
        <pc:sldMkLst>
          <pc:docMk/>
          <pc:sldMk cId="1064313628" sldId="290"/>
        </pc:sldMkLst>
        <pc:spChg chg="mod">
          <ac:chgData name="GIULIA FILICICCHIA" userId="cb9b82e9-d681-4fbd-94e0-dca89213e694" providerId="ADAL" clId="{ECC296A0-5B09-42BE-8914-9A97CBE11E9B}" dt="2026-01-15T09:32:26.300" v="38" actId="20577"/>
          <ac:spMkLst>
            <pc:docMk/>
            <pc:sldMk cId="1064313628" sldId="290"/>
            <ac:spMk id="2" creationId="{060885D2-5313-3658-C310-D5E5774C8984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5T09:31:32.581" v="28" actId="26606"/>
        <pc:sldMkLst>
          <pc:docMk/>
          <pc:sldMk cId="578867185" sldId="294"/>
        </pc:sldMkLst>
        <pc:spChg chg="mod">
          <ac:chgData name="GIULIA FILICICCHIA" userId="cb9b82e9-d681-4fbd-94e0-dca89213e694" providerId="ADAL" clId="{ECC296A0-5B09-42BE-8914-9A97CBE11E9B}" dt="2026-01-15T09:31:32.581" v="28" actId="26606"/>
          <ac:spMkLst>
            <pc:docMk/>
            <pc:sldMk cId="578867185" sldId="294"/>
            <ac:spMk id="2" creationId="{1E119D5E-FC6F-253C-AC45-A44D2FBF47E0}"/>
          </ac:spMkLst>
        </pc:spChg>
        <pc:spChg chg="del">
          <ac:chgData name="GIULIA FILICICCHIA" userId="cb9b82e9-d681-4fbd-94e0-dca89213e694" providerId="ADAL" clId="{ECC296A0-5B09-42BE-8914-9A97CBE11E9B}" dt="2026-01-15T09:31:12.483" v="4"/>
          <ac:spMkLst>
            <pc:docMk/>
            <pc:sldMk cId="578867185" sldId="294"/>
            <ac:spMk id="3" creationId="{90E321EE-4CC0-7359-5003-DDB501B275E2}"/>
          </ac:spMkLst>
        </pc:spChg>
        <pc:spChg chg="add">
          <ac:chgData name="GIULIA FILICICCHIA" userId="cb9b82e9-d681-4fbd-94e0-dca89213e694" providerId="ADAL" clId="{ECC296A0-5B09-42BE-8914-9A97CBE11E9B}" dt="2026-01-15T09:31:32.581" v="28" actId="26606"/>
          <ac:spMkLst>
            <pc:docMk/>
            <pc:sldMk cId="578867185" sldId="294"/>
            <ac:spMk id="9" creationId="{D4771268-CB57-404A-9271-370EB28F6090}"/>
          </ac:spMkLst>
        </pc:spChg>
        <pc:picChg chg="add mod">
          <ac:chgData name="GIULIA FILICICCHIA" userId="cb9b82e9-d681-4fbd-94e0-dca89213e694" providerId="ADAL" clId="{ECC296A0-5B09-42BE-8914-9A97CBE11E9B}" dt="2026-01-15T09:31:32.581" v="28" actId="26606"/>
          <ac:picMkLst>
            <pc:docMk/>
            <pc:sldMk cId="578867185" sldId="294"/>
            <ac:picMk id="4" creationId="{03FF5446-B450-0E00-61E7-D75C39E0E9AF}"/>
          </ac:picMkLst>
        </pc:picChg>
      </pc:sldChg>
      <pc:sldChg chg="delSp modSp del mod">
        <pc:chgData name="GIULIA FILICICCHIA" userId="cb9b82e9-d681-4fbd-94e0-dca89213e694" providerId="ADAL" clId="{ECC296A0-5B09-42BE-8914-9A97CBE11E9B}" dt="2026-01-15T09:31:07.171" v="2" actId="47"/>
        <pc:sldMkLst>
          <pc:docMk/>
          <pc:sldMk cId="1859386386" sldId="294"/>
        </pc:sldMkLst>
        <pc:picChg chg="del mod">
          <ac:chgData name="GIULIA FILICICCHIA" userId="cb9b82e9-d681-4fbd-94e0-dca89213e694" providerId="ADAL" clId="{ECC296A0-5B09-42BE-8914-9A97CBE11E9B}" dt="2026-01-15T09:31:05.317" v="1" actId="478"/>
          <ac:picMkLst>
            <pc:docMk/>
            <pc:sldMk cId="1859386386" sldId="294"/>
            <ac:picMk id="2" creationId="{36861820-3929-5A05-0788-2A08877F796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58529" y="112956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Il design pattern </a:t>
            </a:r>
            <a:r>
              <a:rPr lang="it-IT" b="1" dirty="0"/>
              <a:t>Adapter</a:t>
            </a:r>
            <a:r>
              <a:rPr lang="it-IT" dirty="0"/>
              <a:t> permette di convertire la risorsa testuale "</a:t>
            </a:r>
            <a:r>
              <a:rPr lang="it-IT" dirty="0" err="1"/>
              <a:t>moves.json</a:t>
            </a:r>
            <a:r>
              <a:rPr lang="it-IT" dirty="0"/>
              <a:t>" in una List&lt;</a:t>
            </a:r>
            <a:r>
              <a:rPr lang="it-IT" dirty="0" err="1"/>
              <a:t>Move</a:t>
            </a:r>
            <a:r>
              <a:rPr lang="it-IT" dirty="0"/>
              <a:t>&gt; tramite la classe </a:t>
            </a:r>
            <a:r>
              <a:rPr lang="it-IT" dirty="0" err="1"/>
              <a:t>MoveReader</a:t>
            </a:r>
            <a:r>
              <a:rPr lang="it-IT" dirty="0"/>
              <a:t> senza che il consumatore della List&lt;</a:t>
            </a:r>
            <a:r>
              <a:rPr lang="it-IT" dirty="0" err="1"/>
              <a:t>Move</a:t>
            </a:r>
            <a:r>
              <a:rPr lang="it-IT" dirty="0"/>
              <a:t>&gt; </a:t>
            </a:r>
            <a:br>
              <a:rPr lang="it-IT" dirty="0"/>
            </a:br>
            <a:r>
              <a:rPr lang="it-IT" dirty="0"/>
              <a:t>(</a:t>
            </a:r>
            <a:r>
              <a:rPr lang="it-IT" dirty="0" err="1"/>
              <a:t>MoveRegistry</a:t>
            </a:r>
            <a:r>
              <a:rPr lang="it-IT" dirty="0"/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 dirty="0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Second And Third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9" y="675564"/>
            <a:ext cx="4698072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17-18</a:t>
            </a:r>
            <a:r>
              <a:rPr lang="it-IT" noProof="0" dirty="0"/>
              <a:t>:Select </a:t>
            </a:r>
            <a:r>
              <a:rPr lang="it-IT" dirty="0"/>
              <a:t>New </a:t>
            </a:r>
            <a:r>
              <a:rPr lang="it-IT" dirty="0" err="1"/>
              <a:t>Ability</a:t>
            </a:r>
            <a:r>
              <a:rPr lang="it-IT" dirty="0"/>
              <a:t>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704691"/>
            <a:ext cx="4777381" cy="5278874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628843"/>
            <a:ext cx="5458838" cy="41925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400" dirty="0"/>
              <a:t>Le US sono implementate all’interno dello stesso contesto architetturale della US Combat System, riutilizzando il pattern Strategy. L’evoluzione del personaggio avviene tramite l’introduzione del metodo </a:t>
            </a:r>
            <a:r>
              <a:rPr lang="it-IT" sz="2400" b="1" dirty="0" err="1"/>
              <a:t>learnMove</a:t>
            </a:r>
            <a:r>
              <a:rPr lang="it-IT" sz="2400" b="1" dirty="0"/>
              <a:t>(</a:t>
            </a:r>
            <a:r>
              <a:rPr lang="it-IT" sz="2400" b="1" dirty="0" err="1"/>
              <a:t>Move</a:t>
            </a:r>
            <a:r>
              <a:rPr lang="it-IT" sz="2400" b="1" dirty="0"/>
              <a:t> </a:t>
            </a:r>
            <a:r>
              <a:rPr lang="it-IT" sz="2400" b="1" dirty="0" err="1"/>
              <a:t>move</a:t>
            </a:r>
            <a:r>
              <a:rPr lang="it-IT" sz="2400" b="1" dirty="0"/>
              <a:t>) </a:t>
            </a:r>
            <a:r>
              <a:rPr lang="it-IT" sz="2400" dirty="0"/>
              <a:t>nella classe player, che consente di apprendere dinamicamente nuove mosse durante il gioco. Le nuove mosse vengono integrate nell’insieme delle strategie disponibili, senza richiedere modifiche alle classi esistenti.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Arc 2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30" y="511293"/>
            <a:ext cx="4631685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disposti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struttura</a:t>
            </a:r>
            <a:r>
              <a:rPr lang="en-US" dirty="0"/>
              <a:t> a </a:t>
            </a:r>
            <a:r>
              <a:rPr lang="en-US" dirty="0" err="1"/>
              <a:t>grafo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risorsa</a:t>
            </a:r>
            <a:r>
              <a:rPr lang="en-US" dirty="0"/>
              <a:t> </a:t>
            </a:r>
            <a:r>
              <a:rPr lang="en-US" dirty="0" err="1"/>
              <a:t>testuale</a:t>
            </a:r>
            <a:r>
              <a:rPr lang="en-US" dirty="0"/>
              <a:t> "</a:t>
            </a:r>
            <a:r>
              <a:rPr lang="en-US" dirty="0" err="1"/>
              <a:t>dialogues.json</a:t>
            </a:r>
            <a:r>
              <a:rPr lang="en-US" dirty="0"/>
              <a:t>".</a:t>
            </a:r>
            <a:br>
              <a:rPr lang="en-US" dirty="0"/>
            </a:br>
            <a:r>
              <a:rPr lang="en-US" dirty="0"/>
              <a:t>Data la </a:t>
            </a:r>
            <a:r>
              <a:rPr lang="en-US" dirty="0" err="1"/>
              <a:t>complessità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foglia</a:t>
            </a:r>
            <a:r>
              <a:rPr lang="en-US" dirty="0"/>
              <a:t> del </a:t>
            </a:r>
            <a:r>
              <a:rPr lang="en-US" dirty="0" err="1"/>
              <a:t>grafo</a:t>
            </a:r>
            <a:r>
              <a:rPr lang="en-US" dirty="0"/>
              <a:t> (uno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appunto</a:t>
            </a:r>
            <a:r>
              <a:rPr lang="en-US" dirty="0"/>
              <a:t>) </a:t>
            </a:r>
            <a:r>
              <a:rPr lang="en-US" dirty="0" err="1"/>
              <a:t>utilizziamo</a:t>
            </a:r>
            <a:r>
              <a:rPr lang="en-US" dirty="0"/>
              <a:t> il design pattern </a:t>
            </a:r>
            <a:r>
              <a:rPr lang="en-US" b="1" dirty="0"/>
              <a:t>Builder </a:t>
            </a:r>
            <a:r>
              <a:rPr lang="en-US" dirty="0"/>
              <a:t>per </a:t>
            </a:r>
            <a:r>
              <a:rPr lang="en-US" dirty="0" err="1"/>
              <a:t>istanziare</a:t>
            </a:r>
            <a:r>
              <a:rPr lang="en-US" dirty="0"/>
              <a:t> </a:t>
            </a:r>
            <a:r>
              <a:rPr lang="en-US" dirty="0" err="1"/>
              <a:t>agevolmente</a:t>
            </a:r>
            <a:r>
              <a:rPr lang="en-US" dirty="0"/>
              <a:t> un </a:t>
            </a:r>
            <a:r>
              <a:rPr lang="en-US" dirty="0" err="1"/>
              <a:t>oggetto</a:t>
            </a:r>
            <a:r>
              <a:rPr lang="en-US" dirty="0"/>
              <a:t> di </a:t>
            </a:r>
            <a:r>
              <a:rPr lang="en-US" dirty="0" err="1"/>
              <a:t>tipo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119D5E-FC6F-253C-AC45-A44D2FBF4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Grafo degli StoryNode</a:t>
            </a:r>
          </a:p>
        </p:txBody>
      </p:sp>
      <p:pic>
        <p:nvPicPr>
          <p:cNvPr id="4" name="Segnaposto contenuto 3" descr="Immagine che contiene diagramma, testo, Piano, schermata&#10;&#10;Il contenuto generato dall&amp;#39;IA potrebbe non essere corretto.">
            <a:extLst>
              <a:ext uri="{FF2B5EF4-FFF2-40B4-BE49-F238E27FC236}">
                <a16:creationId xmlns:a16="http://schemas.microsoft.com/office/drawing/2014/main" id="{03FF5446-B450-0E00-61E7-D75C39E0E9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1094" y="643466"/>
            <a:ext cx="6513144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8671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1830</Words>
  <Application>Microsoft Office PowerPoint</Application>
  <PresentationFormat>Widescreen</PresentationFormat>
  <Paragraphs>99</Paragraphs>
  <Slides>34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And Third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17-18:Select New Ability &amp; Character Evolution </vt:lpstr>
      <vt:lpstr>Presentazione standard di PowerPoint</vt:lpstr>
      <vt:lpstr>User Story 9:Manual save into slot</vt:lpstr>
      <vt:lpstr>Perché Memento?</vt:lpstr>
      <vt:lpstr>User Story 10: Story choices influences future</vt:lpstr>
      <vt:lpstr>Presentazione standard di PowerPoint</vt:lpstr>
      <vt:lpstr>Grafo degli StoryNode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110</cp:revision>
  <dcterms:created xsi:type="dcterms:W3CDTF">2025-12-01T14:20:48Z</dcterms:created>
  <dcterms:modified xsi:type="dcterms:W3CDTF">2026-01-15T09:32:34Z</dcterms:modified>
</cp:coreProperties>
</file>