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7" r:id="rId4"/>
    <p:sldId id="270" r:id="rId5"/>
    <p:sldId id="271" r:id="rId6"/>
    <p:sldId id="272" r:id="rId7"/>
    <p:sldId id="273" r:id="rId8"/>
    <p:sldId id="258" r:id="rId9"/>
    <p:sldId id="259" r:id="rId10"/>
    <p:sldId id="265" r:id="rId11"/>
    <p:sldId id="261" r:id="rId12"/>
    <p:sldId id="260" r:id="rId13"/>
    <p:sldId id="266" r:id="rId14"/>
    <p:sldId id="262" r:id="rId15"/>
    <p:sldId id="267" r:id="rId16"/>
    <p:sldId id="263" r:id="rId17"/>
    <p:sldId id="264" r:id="rId1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AA3082-997E-47D7-ABE4-05010CA4C868}" v="100" dt="2025-12-07T15:01:33.9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ULIA FILICICCHIA" userId="cb9b82e9-d681-4fbd-94e0-dca89213e694" providerId="ADAL" clId="{ECC296A0-5B09-42BE-8914-9A97CBE11E9B}"/>
    <pc:docChg chg="undo custSel addSld delSld modSld sldOrd">
      <pc:chgData name="GIULIA FILICICCHIA" userId="cb9b82e9-d681-4fbd-94e0-dca89213e694" providerId="ADAL" clId="{ECC296A0-5B09-42BE-8914-9A97CBE11E9B}" dt="2025-12-07T15:03:32.117" v="1567" actId="26606"/>
      <pc:docMkLst>
        <pc:docMk/>
      </pc:docMkLst>
      <pc:sldChg chg="modSp mod">
        <pc:chgData name="GIULIA FILICICCHIA" userId="cb9b82e9-d681-4fbd-94e0-dca89213e694" providerId="ADAL" clId="{ECC296A0-5B09-42BE-8914-9A97CBE11E9B}" dt="2025-12-01T14:23:41.681" v="49" actId="20577"/>
        <pc:sldMkLst>
          <pc:docMk/>
          <pc:sldMk cId="3216691077" sldId="256"/>
        </pc:sldMkLst>
        <pc:spChg chg="mod">
          <ac:chgData name="GIULIA FILICICCHIA" userId="cb9b82e9-d681-4fbd-94e0-dca89213e694" providerId="ADAL" clId="{ECC296A0-5B09-42BE-8914-9A97CBE11E9B}" dt="2025-12-01T14:21:29.417" v="5" actId="20577"/>
          <ac:spMkLst>
            <pc:docMk/>
            <pc:sldMk cId="3216691077" sldId="256"/>
            <ac:spMk id="2" creationId="{88E0D271-B939-4DB1-E37B-BE452D465D8F}"/>
          </ac:spMkLst>
        </pc:spChg>
        <pc:spChg chg="mod">
          <ac:chgData name="GIULIA FILICICCHIA" userId="cb9b82e9-d681-4fbd-94e0-dca89213e694" providerId="ADAL" clId="{ECC296A0-5B09-42BE-8914-9A97CBE11E9B}" dt="2025-12-01T14:23:41.681" v="49" actId="20577"/>
          <ac:spMkLst>
            <pc:docMk/>
            <pc:sldMk cId="3216691077" sldId="256"/>
            <ac:spMk id="3" creationId="{E58F2C36-8BDD-1EF6-0BDE-F45396511308}"/>
          </ac:spMkLst>
        </pc:spChg>
      </pc:sldChg>
      <pc:sldChg chg="addSp delSp modSp new mod setBg">
        <pc:chgData name="GIULIA FILICICCHIA" userId="cb9b82e9-d681-4fbd-94e0-dca89213e694" providerId="ADAL" clId="{ECC296A0-5B09-42BE-8914-9A97CBE11E9B}" dt="2025-12-07T11:11:47.798" v="1321" actId="1076"/>
        <pc:sldMkLst>
          <pc:docMk/>
          <pc:sldMk cId="857463500" sldId="257"/>
        </pc:sldMkLst>
        <pc:spChg chg="mod">
          <ac:chgData name="GIULIA FILICICCHIA" userId="cb9b82e9-d681-4fbd-94e0-dca89213e694" providerId="ADAL" clId="{ECC296A0-5B09-42BE-8914-9A97CBE11E9B}" dt="2025-12-07T11:00:12.755" v="1099" actId="26606"/>
          <ac:spMkLst>
            <pc:docMk/>
            <pc:sldMk cId="857463500" sldId="257"/>
            <ac:spMk id="2" creationId="{095CA465-4898-DB8A-02FF-263F69BD9B74}"/>
          </ac:spMkLst>
        </pc:spChg>
        <pc:spChg chg="add del mod">
          <ac:chgData name="GIULIA FILICICCHIA" userId="cb9b82e9-d681-4fbd-94e0-dca89213e694" providerId="ADAL" clId="{ECC296A0-5B09-42BE-8914-9A97CBE11E9B}" dt="2025-12-07T10:59:16.141" v="1093" actId="478"/>
          <ac:spMkLst>
            <pc:docMk/>
            <pc:sldMk cId="857463500" sldId="257"/>
            <ac:spMk id="3" creationId="{6BBCE2FC-1765-FA78-9064-E7E0477FC808}"/>
          </ac:spMkLst>
        </pc:spChg>
        <pc:spChg chg="add mod ord">
          <ac:chgData name="GIULIA FILICICCHIA" userId="cb9b82e9-d681-4fbd-94e0-dca89213e694" providerId="ADAL" clId="{ECC296A0-5B09-42BE-8914-9A97CBE11E9B}" dt="2025-12-07T11:11:47.798" v="1321" actId="1076"/>
          <ac:spMkLst>
            <pc:docMk/>
            <pc:sldMk cId="857463500" sldId="257"/>
            <ac:spMk id="6" creationId="{5FD5BC69-C8C9-DD64-9E1E-B5CA9725C43B}"/>
          </ac:spMkLst>
        </pc:spChg>
        <pc:spChg chg="add">
          <ac:chgData name="GIULIA FILICICCHIA" userId="cb9b82e9-d681-4fbd-94e0-dca89213e694" providerId="ADAL" clId="{ECC296A0-5B09-42BE-8914-9A97CBE11E9B}" dt="2025-12-07T11:09:08.020" v="1295"/>
          <ac:spMkLst>
            <pc:docMk/>
            <pc:sldMk cId="857463500" sldId="257"/>
            <ac:spMk id="7" creationId="{3409A109-086D-0FA7-D6BD-1626D5595019}"/>
          </ac:spMkLst>
        </pc:spChg>
        <pc:spChg chg="add del mod">
          <ac:chgData name="GIULIA FILICICCHIA" userId="cb9b82e9-d681-4fbd-94e0-dca89213e694" providerId="ADAL" clId="{ECC296A0-5B09-42BE-8914-9A97CBE11E9B}" dt="2025-12-07T11:11:40.734" v="1320" actId="478"/>
          <ac:spMkLst>
            <pc:docMk/>
            <pc:sldMk cId="857463500" sldId="257"/>
            <ac:spMk id="8" creationId="{25889F6D-57C3-94B6-C588-E7F1DAE5154F}"/>
          </ac:spMkLst>
        </pc:spChg>
        <pc:spChg chg="add del">
          <ac:chgData name="GIULIA FILICICCHIA" userId="cb9b82e9-d681-4fbd-94e0-dca89213e694" providerId="ADAL" clId="{ECC296A0-5B09-42BE-8914-9A97CBE11E9B}" dt="2025-12-07T10:59:52.442" v="1097" actId="26606"/>
          <ac:spMkLst>
            <pc:docMk/>
            <pc:sldMk cId="857463500" sldId="257"/>
            <ac:spMk id="10" creationId="{D4771268-CB57-404A-9271-370EB28F6090}"/>
          </ac:spMkLst>
        </pc:spChg>
        <pc:spChg chg="add del">
          <ac:chgData name="GIULIA FILICICCHIA" userId="cb9b82e9-d681-4fbd-94e0-dca89213e694" providerId="ADAL" clId="{ECC296A0-5B09-42BE-8914-9A97CBE11E9B}" dt="2025-12-07T11:00:12.755" v="1099" actId="26606"/>
          <ac:spMkLst>
            <pc:docMk/>
            <pc:sldMk cId="857463500" sldId="257"/>
            <ac:spMk id="1031" creationId="{5AA03EDC-7067-4DFF-B672-541D016AAAB8}"/>
          </ac:spMkLst>
        </pc:spChg>
        <pc:spChg chg="add del">
          <ac:chgData name="GIULIA FILICICCHIA" userId="cb9b82e9-d681-4fbd-94e0-dca89213e694" providerId="ADAL" clId="{ECC296A0-5B09-42BE-8914-9A97CBE11E9B}" dt="2025-12-07T11:00:12.755" v="1099" actId="26606"/>
          <ac:spMkLst>
            <pc:docMk/>
            <pc:sldMk cId="857463500" sldId="257"/>
            <ac:spMk id="1033" creationId="{0EBF3E39-B0BE-496A-8604-9007470FFA3A}"/>
          </ac:spMkLst>
        </pc:spChg>
        <pc:spChg chg="add">
          <ac:chgData name="GIULIA FILICICCHIA" userId="cb9b82e9-d681-4fbd-94e0-dca89213e694" providerId="ADAL" clId="{ECC296A0-5B09-42BE-8914-9A97CBE11E9B}" dt="2025-12-07T11:00:12.755" v="1099" actId="26606"/>
          <ac:spMkLst>
            <pc:docMk/>
            <pc:sldMk cId="857463500" sldId="257"/>
            <ac:spMk id="1038" creationId="{2EB492CD-616E-47F8-933B-5E2D952A0593}"/>
          </ac:spMkLst>
        </pc:spChg>
        <pc:spChg chg="add">
          <ac:chgData name="GIULIA FILICICCHIA" userId="cb9b82e9-d681-4fbd-94e0-dca89213e694" providerId="ADAL" clId="{ECC296A0-5B09-42BE-8914-9A97CBE11E9B}" dt="2025-12-07T11:00:12.755" v="1099" actId="26606"/>
          <ac:spMkLst>
            <pc:docMk/>
            <pc:sldMk cId="857463500" sldId="257"/>
            <ac:spMk id="1040" creationId="{59383CF9-23B5-4335-9B21-1791C4CF1C75}"/>
          </ac:spMkLst>
        </pc:spChg>
        <pc:spChg chg="add">
          <ac:chgData name="GIULIA FILICICCHIA" userId="cb9b82e9-d681-4fbd-94e0-dca89213e694" providerId="ADAL" clId="{ECC296A0-5B09-42BE-8914-9A97CBE11E9B}" dt="2025-12-07T11:00:12.755" v="1099" actId="26606"/>
          <ac:spMkLst>
            <pc:docMk/>
            <pc:sldMk cId="857463500" sldId="257"/>
            <ac:spMk id="1042" creationId="{0007FE00-9498-4706-B255-6437B0252C02}"/>
          </ac:spMkLst>
        </pc:spChg>
        <pc:picChg chg="add del mod">
          <ac:chgData name="GIULIA FILICICCHIA" userId="cb9b82e9-d681-4fbd-94e0-dca89213e694" providerId="ADAL" clId="{ECC296A0-5B09-42BE-8914-9A97CBE11E9B}" dt="2025-12-07T10:59:09.048" v="1091" actId="478"/>
          <ac:picMkLst>
            <pc:docMk/>
            <pc:sldMk cId="857463500" sldId="257"/>
            <ac:picMk id="5" creationId="{65087757-5618-4487-234D-867EA1FD53D8}"/>
          </ac:picMkLst>
        </pc:picChg>
        <pc:picChg chg="add mod">
          <ac:chgData name="GIULIA FILICICCHIA" userId="cb9b82e9-d681-4fbd-94e0-dca89213e694" providerId="ADAL" clId="{ECC296A0-5B09-42BE-8914-9A97CBE11E9B}" dt="2025-12-07T11:00:12.755" v="1099" actId="26606"/>
          <ac:picMkLst>
            <pc:docMk/>
            <pc:sldMk cId="857463500" sldId="257"/>
            <ac:picMk id="1026" creationId="{A2BF8A7C-8F29-EC8F-3109-4F9F353438C4}"/>
          </ac:picMkLst>
        </pc:picChg>
      </pc:sldChg>
      <pc:sldChg chg="addSp delSp modSp new add del mod setBg">
        <pc:chgData name="GIULIA FILICICCHIA" userId="cb9b82e9-d681-4fbd-94e0-dca89213e694" providerId="ADAL" clId="{ECC296A0-5B09-42BE-8914-9A97CBE11E9B}" dt="2025-12-07T15:03:24.252" v="1566" actId="1076"/>
        <pc:sldMkLst>
          <pc:docMk/>
          <pc:sldMk cId="843470188" sldId="258"/>
        </pc:sldMkLst>
        <pc:spChg chg="del mod">
          <ac:chgData name="GIULIA FILICICCHIA" userId="cb9b82e9-d681-4fbd-94e0-dca89213e694" providerId="ADAL" clId="{ECC296A0-5B09-42BE-8914-9A97CBE11E9B}" dt="2025-12-07T15:02:39.288" v="1537" actId="478"/>
          <ac:spMkLst>
            <pc:docMk/>
            <pc:sldMk cId="843470188" sldId="258"/>
            <ac:spMk id="2" creationId="{4D694E8F-4D65-DB40-1AE3-E5594CF90343}"/>
          </ac:spMkLst>
        </pc:spChg>
        <pc:spChg chg="add del">
          <ac:chgData name="GIULIA FILICICCHIA" userId="cb9b82e9-d681-4fbd-94e0-dca89213e694" providerId="ADAL" clId="{ECC296A0-5B09-42BE-8914-9A97CBE11E9B}" dt="2025-12-07T15:03:03.872" v="1563" actId="26606"/>
          <ac:spMkLst>
            <pc:docMk/>
            <pc:sldMk cId="843470188" sldId="258"/>
            <ac:spMk id="47" creationId="{B6FACB3C-9069-4791-BC5C-0DB7CD19B853}"/>
          </ac:spMkLst>
        </pc:spChg>
        <pc:spChg chg="add del">
          <ac:chgData name="GIULIA FILICICCHIA" userId="cb9b82e9-d681-4fbd-94e0-dca89213e694" providerId="ADAL" clId="{ECC296A0-5B09-42BE-8914-9A97CBE11E9B}" dt="2025-12-07T15:03:03.872" v="1563" actId="26606"/>
          <ac:spMkLst>
            <pc:docMk/>
            <pc:sldMk cId="843470188" sldId="258"/>
            <ac:spMk id="48" creationId="{71F2038E-D777-4B76-81DD-DD13EE91B9DD}"/>
          </ac:spMkLst>
        </pc:spChg>
        <pc:spChg chg="add mod ord">
          <ac:chgData name="GIULIA FILICICCHIA" userId="cb9b82e9-d681-4fbd-94e0-dca89213e694" providerId="ADAL" clId="{ECC296A0-5B09-42BE-8914-9A97CBE11E9B}" dt="2025-12-07T15:03:24.252" v="1566" actId="1076"/>
          <ac:spMkLst>
            <pc:docMk/>
            <pc:sldMk cId="843470188" sldId="258"/>
            <ac:spMk id="49" creationId="{B08F4235-59C9-7B9D-A235-989DE1BA8ABF}"/>
          </ac:spMkLst>
        </pc:spChg>
        <pc:spChg chg="add del">
          <ac:chgData name="GIULIA FILICICCHIA" userId="cb9b82e9-d681-4fbd-94e0-dca89213e694" providerId="ADAL" clId="{ECC296A0-5B09-42BE-8914-9A97CBE11E9B}" dt="2025-12-07T15:03:03.865" v="1562" actId="26606"/>
          <ac:spMkLst>
            <pc:docMk/>
            <pc:sldMk cId="843470188" sldId="258"/>
            <ac:spMk id="58" creationId="{12609869-9E80-471B-A487-A53288E0E791}"/>
          </ac:spMkLst>
        </pc:spChg>
        <pc:spChg chg="add del">
          <ac:chgData name="GIULIA FILICICCHIA" userId="cb9b82e9-d681-4fbd-94e0-dca89213e694" providerId="ADAL" clId="{ECC296A0-5B09-42BE-8914-9A97CBE11E9B}" dt="2025-12-07T15:03:03.865" v="1562" actId="26606"/>
          <ac:spMkLst>
            <pc:docMk/>
            <pc:sldMk cId="843470188" sldId="258"/>
            <ac:spMk id="60" creationId="{7004738A-9D34-43E8-97D2-CA0EED4F8BE0}"/>
          </ac:spMkLst>
        </pc:spChg>
        <pc:spChg chg="add del">
          <ac:chgData name="GIULIA FILICICCHIA" userId="cb9b82e9-d681-4fbd-94e0-dca89213e694" providerId="ADAL" clId="{ECC296A0-5B09-42BE-8914-9A97CBE11E9B}" dt="2025-12-07T15:03:03.865" v="1562" actId="26606"/>
          <ac:spMkLst>
            <pc:docMk/>
            <pc:sldMk cId="843470188" sldId="258"/>
            <ac:spMk id="62" creationId="{B8B8D07F-F13E-443E-BA68-2D26672D76B9}"/>
          </ac:spMkLst>
        </pc:spChg>
        <pc:spChg chg="add del">
          <ac:chgData name="GIULIA FILICICCHIA" userId="cb9b82e9-d681-4fbd-94e0-dca89213e694" providerId="ADAL" clId="{ECC296A0-5B09-42BE-8914-9A97CBE11E9B}" dt="2025-12-07T15:03:03.865" v="1562" actId="26606"/>
          <ac:spMkLst>
            <pc:docMk/>
            <pc:sldMk cId="843470188" sldId="258"/>
            <ac:spMk id="64" creationId="{2813A4FA-24A5-41ED-A534-3807D1B2F344}"/>
          </ac:spMkLst>
        </pc:spChg>
        <pc:spChg chg="add del">
          <ac:chgData name="GIULIA FILICICCHIA" userId="cb9b82e9-d681-4fbd-94e0-dca89213e694" providerId="ADAL" clId="{ECC296A0-5B09-42BE-8914-9A97CBE11E9B}" dt="2025-12-07T15:03:03.865" v="1562" actId="26606"/>
          <ac:spMkLst>
            <pc:docMk/>
            <pc:sldMk cId="843470188" sldId="258"/>
            <ac:spMk id="66" creationId="{C3944F27-CA70-4E84-A51A-E6BF89558979}"/>
          </ac:spMkLst>
        </pc:spChg>
        <pc:spChg chg="add">
          <ac:chgData name="GIULIA FILICICCHIA" userId="cb9b82e9-d681-4fbd-94e0-dca89213e694" providerId="ADAL" clId="{ECC296A0-5B09-42BE-8914-9A97CBE11E9B}" dt="2025-12-07T15:03:21.204" v="1565" actId="26606"/>
          <ac:spMkLst>
            <pc:docMk/>
            <pc:sldMk cId="843470188" sldId="258"/>
            <ac:spMk id="74" creationId="{2EB492CD-616E-47F8-933B-5E2D952A0593}"/>
          </ac:spMkLst>
        </pc:spChg>
        <pc:spChg chg="add">
          <ac:chgData name="GIULIA FILICICCHIA" userId="cb9b82e9-d681-4fbd-94e0-dca89213e694" providerId="ADAL" clId="{ECC296A0-5B09-42BE-8914-9A97CBE11E9B}" dt="2025-12-07T15:03:21.204" v="1565" actId="26606"/>
          <ac:spMkLst>
            <pc:docMk/>
            <pc:sldMk cId="843470188" sldId="258"/>
            <ac:spMk id="76" creationId="{59383CF9-23B5-4335-9B21-1791C4CF1C75}"/>
          </ac:spMkLst>
        </pc:spChg>
        <pc:spChg chg="add">
          <ac:chgData name="GIULIA FILICICCHIA" userId="cb9b82e9-d681-4fbd-94e0-dca89213e694" providerId="ADAL" clId="{ECC296A0-5B09-42BE-8914-9A97CBE11E9B}" dt="2025-12-07T15:03:21.204" v="1565" actId="26606"/>
          <ac:spMkLst>
            <pc:docMk/>
            <pc:sldMk cId="843470188" sldId="258"/>
            <ac:spMk id="78" creationId="{0007FE00-9498-4706-B255-6437B0252C02}"/>
          </ac:spMkLst>
        </pc:spChg>
        <pc:grpChg chg="add del">
          <ac:chgData name="GIULIA FILICICCHIA" userId="cb9b82e9-d681-4fbd-94e0-dca89213e694" providerId="ADAL" clId="{ECC296A0-5B09-42BE-8914-9A97CBE11E9B}" dt="2025-12-07T15:03:03.872" v="1563" actId="26606"/>
          <ac:grpSpMkLst>
            <pc:docMk/>
            <pc:sldMk cId="843470188" sldId="258"/>
            <ac:grpSpMk id="50" creationId="{DD354807-230F-4402-B1B9-F733A8F1F190}"/>
          </ac:grpSpMkLst>
        </pc:grpChg>
        <pc:grpChg chg="add del">
          <ac:chgData name="GIULIA FILICICCHIA" userId="cb9b82e9-d681-4fbd-94e0-dca89213e694" providerId="ADAL" clId="{ECC296A0-5B09-42BE-8914-9A97CBE11E9B}" dt="2025-12-07T15:03:21.204" v="1565" actId="26606"/>
          <ac:grpSpMkLst>
            <pc:docMk/>
            <pc:sldMk cId="843470188" sldId="258"/>
            <ac:grpSpMk id="68" creationId="{16C73AF9-0D33-5C66-5D79-0D0129904B31}"/>
          </ac:grpSpMkLst>
        </pc:grpChg>
        <pc:picChg chg="add mod">
          <ac:chgData name="GIULIA FILICICCHIA" userId="cb9b82e9-d681-4fbd-94e0-dca89213e694" providerId="ADAL" clId="{ECC296A0-5B09-42BE-8914-9A97CBE11E9B}" dt="2025-12-07T15:03:21.204" v="1565" actId="26606"/>
          <ac:picMkLst>
            <pc:docMk/>
            <pc:sldMk cId="843470188" sldId="258"/>
            <ac:picMk id="5" creationId="{F04A9699-8EA8-B71D-05A7-EA3FA61BDD1B}"/>
          </ac:picMkLst>
        </pc:picChg>
      </pc:sldChg>
      <pc:sldChg chg="addSp delSp modSp new mod setBg">
        <pc:chgData name="GIULIA FILICICCHIA" userId="cb9b82e9-d681-4fbd-94e0-dca89213e694" providerId="ADAL" clId="{ECC296A0-5B09-42BE-8914-9A97CBE11E9B}" dt="2025-12-02T17:44:34.801" v="809" actId="122"/>
        <pc:sldMkLst>
          <pc:docMk/>
          <pc:sldMk cId="1640467276" sldId="259"/>
        </pc:sldMkLst>
        <pc:spChg chg="mod">
          <ac:chgData name="GIULIA FILICICCHIA" userId="cb9b82e9-d681-4fbd-94e0-dca89213e694" providerId="ADAL" clId="{ECC296A0-5B09-42BE-8914-9A97CBE11E9B}" dt="2025-12-02T17:44:34.801" v="809" actId="122"/>
          <ac:spMkLst>
            <pc:docMk/>
            <pc:sldMk cId="1640467276" sldId="259"/>
            <ac:spMk id="2" creationId="{A5FB940C-1B7E-9608-13CD-6297D1DB22D4}"/>
          </ac:spMkLst>
        </pc:spChg>
        <pc:spChg chg="add">
          <ac:chgData name="GIULIA FILICICCHIA" userId="cb9b82e9-d681-4fbd-94e0-dca89213e694" providerId="ADAL" clId="{ECC296A0-5B09-42BE-8914-9A97CBE11E9B}" dt="2025-12-02T17:41:18.794" v="732" actId="26606"/>
          <ac:spMkLst>
            <pc:docMk/>
            <pc:sldMk cId="1640467276" sldId="259"/>
            <ac:spMk id="41" creationId="{345A976A-8DE3-4B67-B94B-2044FDD12899}"/>
          </ac:spMkLst>
        </pc:spChg>
        <pc:spChg chg="add">
          <ac:chgData name="GIULIA FILICICCHIA" userId="cb9b82e9-d681-4fbd-94e0-dca89213e694" providerId="ADAL" clId="{ECC296A0-5B09-42BE-8914-9A97CBE11E9B}" dt="2025-12-02T17:41:18.794" v="732" actId="26606"/>
          <ac:spMkLst>
            <pc:docMk/>
            <pc:sldMk cId="1640467276" sldId="259"/>
            <ac:spMk id="42" creationId="{6EAAA1B9-2DDB-49C9-A037-A523D2F13C15}"/>
          </ac:spMkLst>
        </pc:spChg>
        <pc:grpChg chg="add">
          <ac:chgData name="GIULIA FILICICCHIA" userId="cb9b82e9-d681-4fbd-94e0-dca89213e694" providerId="ADAL" clId="{ECC296A0-5B09-42BE-8914-9A97CBE11E9B}" dt="2025-12-02T17:41:18.794" v="732" actId="26606"/>
          <ac:grpSpMkLst>
            <pc:docMk/>
            <pc:sldMk cId="1640467276" sldId="259"/>
            <ac:grpSpMk id="28" creationId="{B441F8D5-EBCE-4FB9-91A9-3425971C1F99}"/>
          </ac:grpSpMkLst>
        </pc:grpChg>
        <pc:grpChg chg="add">
          <ac:chgData name="GIULIA FILICICCHIA" userId="cb9b82e9-d681-4fbd-94e0-dca89213e694" providerId="ADAL" clId="{ECC296A0-5B09-42BE-8914-9A97CBE11E9B}" dt="2025-12-02T17:41:18.794" v="732" actId="26606"/>
          <ac:grpSpMkLst>
            <pc:docMk/>
            <pc:sldMk cId="1640467276" sldId="259"/>
            <ac:grpSpMk id="34" creationId="{08701F99-7E4C-4B92-A4B5-307CDFB7A4DE}"/>
          </ac:grpSpMkLst>
        </pc:grpChg>
        <pc:graphicFrameChg chg="add">
          <ac:chgData name="GIULIA FILICICCHIA" userId="cb9b82e9-d681-4fbd-94e0-dca89213e694" providerId="ADAL" clId="{ECC296A0-5B09-42BE-8914-9A97CBE11E9B}" dt="2025-12-02T17:41:18.794" v="732" actId="26606"/>
          <ac:graphicFrameMkLst>
            <pc:docMk/>
            <pc:sldMk cId="1640467276" sldId="259"/>
            <ac:graphicFrameMk id="43" creationId="{169C2347-1E39-EA13-2ED1-B4BEAD46B9FA}"/>
          </ac:graphicFrameMkLst>
        </pc:graphicFrameChg>
      </pc:sldChg>
      <pc:sldChg chg="addSp delSp modSp new mod setBg">
        <pc:chgData name="GIULIA FILICICCHIA" userId="cb9b82e9-d681-4fbd-94e0-dca89213e694" providerId="ADAL" clId="{ECC296A0-5B09-42BE-8914-9A97CBE11E9B}" dt="2025-12-07T15:03:32.117" v="1567" actId="26606"/>
        <pc:sldMkLst>
          <pc:docMk/>
          <pc:sldMk cId="3129327914" sldId="260"/>
        </pc:sldMkLst>
        <pc:spChg chg="mod">
          <ac:chgData name="GIULIA FILICICCHIA" userId="cb9b82e9-d681-4fbd-94e0-dca89213e694" providerId="ADAL" clId="{ECC296A0-5B09-42BE-8914-9A97CBE11E9B}" dt="2025-12-07T15:03:32.117" v="1567" actId="26606"/>
          <ac:spMkLst>
            <pc:docMk/>
            <pc:sldMk cId="3129327914" sldId="260"/>
            <ac:spMk id="2" creationId="{FBAE4FCD-EA86-320F-42E2-DD8B633F0A0B}"/>
          </ac:spMkLst>
        </pc:spChg>
        <pc:spChg chg="add">
          <ac:chgData name="GIULIA FILICICCHIA" userId="cb9b82e9-d681-4fbd-94e0-dca89213e694" providerId="ADAL" clId="{ECC296A0-5B09-42BE-8914-9A97CBE11E9B}" dt="2025-12-07T15:03:32.117" v="1567" actId="26606"/>
          <ac:spMkLst>
            <pc:docMk/>
            <pc:sldMk cId="3129327914" sldId="260"/>
            <ac:spMk id="12" creationId="{BACC6370-2D7E-4714-9D71-7542949D7D5D}"/>
          </ac:spMkLst>
        </pc:spChg>
        <pc:spChg chg="add">
          <ac:chgData name="GIULIA FILICICCHIA" userId="cb9b82e9-d681-4fbd-94e0-dca89213e694" providerId="ADAL" clId="{ECC296A0-5B09-42BE-8914-9A97CBE11E9B}" dt="2025-12-07T15:03:32.117" v="1567" actId="26606"/>
          <ac:spMkLst>
            <pc:docMk/>
            <pc:sldMk cId="3129327914" sldId="260"/>
            <ac:spMk id="14" creationId="{F68B3F68-107C-434F-AA38-110D5EA91B85}"/>
          </ac:spMkLst>
        </pc:spChg>
        <pc:spChg chg="add">
          <ac:chgData name="GIULIA FILICICCHIA" userId="cb9b82e9-d681-4fbd-94e0-dca89213e694" providerId="ADAL" clId="{ECC296A0-5B09-42BE-8914-9A97CBE11E9B}" dt="2025-12-07T15:03:32.117" v="1567" actId="26606"/>
          <ac:spMkLst>
            <pc:docMk/>
            <pc:sldMk cId="3129327914" sldId="260"/>
            <ac:spMk id="16" creationId="{AAD0DBB9-1A4B-4391-81D4-CB19F9AB918A}"/>
          </ac:spMkLst>
        </pc:spChg>
        <pc:spChg chg="add">
          <ac:chgData name="GIULIA FILICICCHIA" userId="cb9b82e9-d681-4fbd-94e0-dca89213e694" providerId="ADAL" clId="{ECC296A0-5B09-42BE-8914-9A97CBE11E9B}" dt="2025-12-07T15:03:32.117" v="1567" actId="26606"/>
          <ac:spMkLst>
            <pc:docMk/>
            <pc:sldMk cId="3129327914" sldId="260"/>
            <ac:spMk id="18" creationId="{063BBA22-50EA-4C4D-BE05-F1CE4E63AA56}"/>
          </ac:spMkLst>
        </pc:spChg>
        <pc:graphicFrameChg chg="add mod modGraphic">
          <ac:chgData name="GIULIA FILICICCHIA" userId="cb9b82e9-d681-4fbd-94e0-dca89213e694" providerId="ADAL" clId="{ECC296A0-5B09-42BE-8914-9A97CBE11E9B}" dt="2025-12-07T15:03:32.117" v="1567" actId="26606"/>
          <ac:graphicFrameMkLst>
            <pc:docMk/>
            <pc:sldMk cId="3129327914" sldId="260"/>
            <ac:graphicFrameMk id="7" creationId="{BED156A3-D3F8-6959-00A8-8A84C798DBE5}"/>
          </ac:graphicFrameMkLst>
        </pc:graphicFrameChg>
      </pc:sldChg>
      <pc:sldChg chg="modSp new mod ord">
        <pc:chgData name="GIULIA FILICICCHIA" userId="cb9b82e9-d681-4fbd-94e0-dca89213e694" providerId="ADAL" clId="{ECC296A0-5B09-42BE-8914-9A97CBE11E9B}" dt="2025-12-07T10:48:47.637" v="1054" actId="20577"/>
        <pc:sldMkLst>
          <pc:docMk/>
          <pc:sldMk cId="3449824908" sldId="261"/>
        </pc:sldMkLst>
        <pc:spChg chg="mod">
          <ac:chgData name="GIULIA FILICICCHIA" userId="cb9b82e9-d681-4fbd-94e0-dca89213e694" providerId="ADAL" clId="{ECC296A0-5B09-42BE-8914-9A97CBE11E9B}" dt="2025-12-02T17:12:28.427" v="267" actId="20577"/>
          <ac:spMkLst>
            <pc:docMk/>
            <pc:sldMk cId="3449824908" sldId="261"/>
            <ac:spMk id="2" creationId="{EE3AF927-B7A3-3DD5-813A-E8DAE7ABB352}"/>
          </ac:spMkLst>
        </pc:spChg>
        <pc:spChg chg="mod">
          <ac:chgData name="GIULIA FILICICCHIA" userId="cb9b82e9-d681-4fbd-94e0-dca89213e694" providerId="ADAL" clId="{ECC296A0-5B09-42BE-8914-9A97CBE11E9B}" dt="2025-12-07T10:48:47.637" v="1054" actId="20577"/>
          <ac:spMkLst>
            <pc:docMk/>
            <pc:sldMk cId="3449824908" sldId="261"/>
            <ac:spMk id="3" creationId="{70607F9C-BB35-EA95-8FB8-E395FEBFABDF}"/>
          </ac:spMkLst>
        </pc:spChg>
      </pc:sldChg>
      <pc:sldChg chg="addSp delSp modSp new mod setBg">
        <pc:chgData name="GIULIA FILICICCHIA" userId="cb9b82e9-d681-4fbd-94e0-dca89213e694" providerId="ADAL" clId="{ECC296A0-5B09-42BE-8914-9A97CBE11E9B}" dt="2025-12-02T17:51:21.085" v="1000" actId="20577"/>
        <pc:sldMkLst>
          <pc:docMk/>
          <pc:sldMk cId="2521716074" sldId="262"/>
        </pc:sldMkLst>
        <pc:spChg chg="mod">
          <ac:chgData name="GIULIA FILICICCHIA" userId="cb9b82e9-d681-4fbd-94e0-dca89213e694" providerId="ADAL" clId="{ECC296A0-5B09-42BE-8914-9A97CBE11E9B}" dt="2025-12-02T17:51:21.085" v="1000" actId="20577"/>
          <ac:spMkLst>
            <pc:docMk/>
            <pc:sldMk cId="2521716074" sldId="262"/>
            <ac:spMk id="2" creationId="{92D85722-1F1D-306C-359A-608C4881483D}"/>
          </ac:spMkLst>
        </pc:spChg>
        <pc:spChg chg="add">
          <ac:chgData name="GIULIA FILICICCHIA" userId="cb9b82e9-d681-4fbd-94e0-dca89213e694" providerId="ADAL" clId="{ECC296A0-5B09-42BE-8914-9A97CBE11E9B}" dt="2025-12-02T17:51:16.109" v="999" actId="26606"/>
          <ac:spMkLst>
            <pc:docMk/>
            <pc:sldMk cId="2521716074" sldId="262"/>
            <ac:spMk id="20" creationId="{C5278130-DFE0-457B-8698-88DF69019DDE}"/>
          </ac:spMkLst>
        </pc:spChg>
        <pc:spChg chg="add">
          <ac:chgData name="GIULIA FILICICCHIA" userId="cb9b82e9-d681-4fbd-94e0-dca89213e694" providerId="ADAL" clId="{ECC296A0-5B09-42BE-8914-9A97CBE11E9B}" dt="2025-12-02T17:51:16.109" v="999" actId="26606"/>
          <ac:spMkLst>
            <pc:docMk/>
            <pc:sldMk cId="2521716074" sldId="262"/>
            <ac:spMk id="22" creationId="{2F99531B-1681-4D6E-BECB-18325B33A618}"/>
          </ac:spMkLst>
        </pc:spChg>
        <pc:spChg chg="add">
          <ac:chgData name="GIULIA FILICICCHIA" userId="cb9b82e9-d681-4fbd-94e0-dca89213e694" providerId="ADAL" clId="{ECC296A0-5B09-42BE-8914-9A97CBE11E9B}" dt="2025-12-02T17:51:16.109" v="999" actId="26606"/>
          <ac:spMkLst>
            <pc:docMk/>
            <pc:sldMk cId="2521716074" sldId="262"/>
            <ac:spMk id="24" creationId="{20344094-430A-400B-804B-910E696A1A90}"/>
          </ac:spMkLst>
        </pc:spChg>
        <pc:spChg chg="add">
          <ac:chgData name="GIULIA FILICICCHIA" userId="cb9b82e9-d681-4fbd-94e0-dca89213e694" providerId="ADAL" clId="{ECC296A0-5B09-42BE-8914-9A97CBE11E9B}" dt="2025-12-02T17:51:16.109" v="999" actId="26606"/>
          <ac:spMkLst>
            <pc:docMk/>
            <pc:sldMk cId="2521716074" sldId="262"/>
            <ac:spMk id="26" creationId="{453C67DF-7782-4E57-AB9B-F1B4811AD8FE}"/>
          </ac:spMkLst>
        </pc:spChg>
        <pc:graphicFrameChg chg="add">
          <ac:chgData name="GIULIA FILICICCHIA" userId="cb9b82e9-d681-4fbd-94e0-dca89213e694" providerId="ADAL" clId="{ECC296A0-5B09-42BE-8914-9A97CBE11E9B}" dt="2025-12-02T17:51:16.109" v="999" actId="26606"/>
          <ac:graphicFrameMkLst>
            <pc:docMk/>
            <pc:sldMk cId="2521716074" sldId="262"/>
            <ac:graphicFrameMk id="16" creationId="{CA8C4A48-9E5A-3736-8CA9-0DEB8312F6E2}"/>
          </ac:graphicFrameMkLst>
        </pc:graphicFrameChg>
      </pc:sldChg>
      <pc:sldChg chg="addSp delSp modSp new mod setBg">
        <pc:chgData name="GIULIA FILICICCHIA" userId="cb9b82e9-d681-4fbd-94e0-dca89213e694" providerId="ADAL" clId="{ECC296A0-5B09-42BE-8914-9A97CBE11E9B}" dt="2025-12-02T17:44:28.913" v="808" actId="122"/>
        <pc:sldMkLst>
          <pc:docMk/>
          <pc:sldMk cId="3364812291" sldId="263"/>
        </pc:sldMkLst>
        <pc:spChg chg="mod">
          <ac:chgData name="GIULIA FILICICCHIA" userId="cb9b82e9-d681-4fbd-94e0-dca89213e694" providerId="ADAL" clId="{ECC296A0-5B09-42BE-8914-9A97CBE11E9B}" dt="2025-12-02T17:44:28.913" v="808" actId="122"/>
          <ac:spMkLst>
            <pc:docMk/>
            <pc:sldMk cId="3364812291" sldId="263"/>
            <ac:spMk id="2" creationId="{328D9045-53DE-0906-86CA-5DB608744E34}"/>
          </ac:spMkLst>
        </pc:spChg>
        <pc:spChg chg="add">
          <ac:chgData name="GIULIA FILICICCHIA" userId="cb9b82e9-d681-4fbd-94e0-dca89213e694" providerId="ADAL" clId="{ECC296A0-5B09-42BE-8914-9A97CBE11E9B}" dt="2025-12-02T17:44:24.304" v="807" actId="26606"/>
          <ac:spMkLst>
            <pc:docMk/>
            <pc:sldMk cId="3364812291" sldId="263"/>
            <ac:spMk id="45" creationId="{345A976A-8DE3-4B67-B94B-2044FDD12899}"/>
          </ac:spMkLst>
        </pc:spChg>
        <pc:spChg chg="add">
          <ac:chgData name="GIULIA FILICICCHIA" userId="cb9b82e9-d681-4fbd-94e0-dca89213e694" providerId="ADAL" clId="{ECC296A0-5B09-42BE-8914-9A97CBE11E9B}" dt="2025-12-02T17:44:24.304" v="807" actId="26606"/>
          <ac:spMkLst>
            <pc:docMk/>
            <pc:sldMk cId="3364812291" sldId="263"/>
            <ac:spMk id="46" creationId="{6EAAA1B9-2DDB-49C9-A037-A523D2F13C15}"/>
          </ac:spMkLst>
        </pc:spChg>
        <pc:grpChg chg="add">
          <ac:chgData name="GIULIA FILICICCHIA" userId="cb9b82e9-d681-4fbd-94e0-dca89213e694" providerId="ADAL" clId="{ECC296A0-5B09-42BE-8914-9A97CBE11E9B}" dt="2025-12-02T17:44:24.304" v="807" actId="26606"/>
          <ac:grpSpMkLst>
            <pc:docMk/>
            <pc:sldMk cId="3364812291" sldId="263"/>
            <ac:grpSpMk id="47" creationId="{B441F8D5-EBCE-4FB9-91A9-3425971C1F99}"/>
          </ac:grpSpMkLst>
        </pc:grpChg>
        <pc:grpChg chg="add">
          <ac:chgData name="GIULIA FILICICCHIA" userId="cb9b82e9-d681-4fbd-94e0-dca89213e694" providerId="ADAL" clId="{ECC296A0-5B09-42BE-8914-9A97CBE11E9B}" dt="2025-12-02T17:44:24.304" v="807" actId="26606"/>
          <ac:grpSpMkLst>
            <pc:docMk/>
            <pc:sldMk cId="3364812291" sldId="263"/>
            <ac:grpSpMk id="52" creationId="{08701F99-7E4C-4B92-A4B5-307CDFB7A4DE}"/>
          </ac:grpSpMkLst>
        </pc:grpChg>
        <pc:graphicFrameChg chg="add">
          <ac:chgData name="GIULIA FILICICCHIA" userId="cb9b82e9-d681-4fbd-94e0-dca89213e694" providerId="ADAL" clId="{ECC296A0-5B09-42BE-8914-9A97CBE11E9B}" dt="2025-12-02T17:44:24.304" v="807" actId="26606"/>
          <ac:graphicFrameMkLst>
            <pc:docMk/>
            <pc:sldMk cId="3364812291" sldId="263"/>
            <ac:graphicFrameMk id="57" creationId="{D5059199-566D-3995-1ABC-7E97541A47A9}"/>
          </ac:graphicFrameMkLst>
        </pc:graphicFrameChg>
      </pc:sldChg>
      <pc:sldChg chg="addSp delSp modSp new mod setBg">
        <pc:chgData name="GIULIA FILICICCHIA" userId="cb9b82e9-d681-4fbd-94e0-dca89213e694" providerId="ADAL" clId="{ECC296A0-5B09-42BE-8914-9A97CBE11E9B}" dt="2025-12-07T14:54:37.386" v="1490" actId="14100"/>
        <pc:sldMkLst>
          <pc:docMk/>
          <pc:sldMk cId="2801757028" sldId="264"/>
        </pc:sldMkLst>
        <pc:spChg chg="add mod ord">
          <ac:chgData name="GIULIA FILICICCHIA" userId="cb9b82e9-d681-4fbd-94e0-dca89213e694" providerId="ADAL" clId="{ECC296A0-5B09-42BE-8914-9A97CBE11E9B}" dt="2025-12-07T10:56:13.857" v="1078" actId="1076"/>
          <ac:spMkLst>
            <pc:docMk/>
            <pc:sldMk cId="2801757028" sldId="264"/>
            <ac:spMk id="13" creationId="{A4BDCFA3-5510-69D4-023C-A4A14115FDE1}"/>
          </ac:spMkLst>
        </pc:spChg>
        <pc:spChg chg="add">
          <ac:chgData name="GIULIA FILICICCHIA" userId="cb9b82e9-d681-4fbd-94e0-dca89213e694" providerId="ADAL" clId="{ECC296A0-5B09-42BE-8914-9A97CBE11E9B}" dt="2025-12-02T17:45:43.330" v="829" actId="26606"/>
          <ac:spMkLst>
            <pc:docMk/>
            <pc:sldMk cId="2801757028" sldId="264"/>
            <ac:spMk id="57" creationId="{A440A548-C0D4-4418-940E-EDC2F1D9A599}"/>
          </ac:spMkLst>
        </pc:spChg>
        <pc:spChg chg="add">
          <ac:chgData name="GIULIA FILICICCHIA" userId="cb9b82e9-d681-4fbd-94e0-dca89213e694" providerId="ADAL" clId="{ECC296A0-5B09-42BE-8914-9A97CBE11E9B}" dt="2025-12-02T17:45:43.330" v="829" actId="26606"/>
          <ac:spMkLst>
            <pc:docMk/>
            <pc:sldMk cId="2801757028" sldId="264"/>
            <ac:spMk id="58" creationId="{E708B267-8CD2-4684-A57B-9F1070769203}"/>
          </ac:spMkLst>
        </pc:spChg>
        <pc:grpChg chg="add">
          <ac:chgData name="GIULIA FILICICCHIA" userId="cb9b82e9-d681-4fbd-94e0-dca89213e694" providerId="ADAL" clId="{ECC296A0-5B09-42BE-8914-9A97CBE11E9B}" dt="2025-12-02T17:45:43.330" v="829" actId="26606"/>
          <ac:grpSpMkLst>
            <pc:docMk/>
            <pc:sldMk cId="2801757028" sldId="264"/>
            <ac:grpSpMk id="59" creationId="{41E5AB36-9328-47E9-95AD-E38AC1C0E18D}"/>
          </ac:grpSpMkLst>
        </pc:grpChg>
        <pc:picChg chg="add mod ord">
          <ac:chgData name="GIULIA FILICICCHIA" userId="cb9b82e9-d681-4fbd-94e0-dca89213e694" providerId="ADAL" clId="{ECC296A0-5B09-42BE-8914-9A97CBE11E9B}" dt="2025-12-07T14:54:37.386" v="1490" actId="14100"/>
          <ac:picMkLst>
            <pc:docMk/>
            <pc:sldMk cId="2801757028" sldId="264"/>
            <ac:picMk id="12" creationId="{10185C6D-BC19-220F-46B3-30A53850F957}"/>
          </ac:picMkLst>
        </pc:picChg>
      </pc:sldChg>
      <pc:sldChg chg="addSp delSp modSp new mod ord setBg">
        <pc:chgData name="GIULIA FILICICCHIA" userId="cb9b82e9-d681-4fbd-94e0-dca89213e694" providerId="ADAL" clId="{ECC296A0-5B09-42BE-8914-9A97CBE11E9B}" dt="2025-12-07T11:30:04.867" v="1479" actId="242"/>
        <pc:sldMkLst>
          <pc:docMk/>
          <pc:sldMk cId="574727215" sldId="265"/>
        </pc:sldMkLst>
        <pc:spChg chg="mod">
          <ac:chgData name="GIULIA FILICICCHIA" userId="cb9b82e9-d681-4fbd-94e0-dca89213e694" providerId="ADAL" clId="{ECC296A0-5B09-42BE-8914-9A97CBE11E9B}" dt="2025-12-07T11:30:04.867" v="1479" actId="242"/>
          <ac:spMkLst>
            <pc:docMk/>
            <pc:sldMk cId="574727215" sldId="265"/>
            <ac:spMk id="3" creationId="{EF7FC097-400F-C120-6F47-005979D6F772}"/>
          </ac:spMkLst>
        </pc:spChg>
        <pc:spChg chg="add del mod">
          <ac:chgData name="GIULIA FILICICCHIA" userId="cb9b82e9-d681-4fbd-94e0-dca89213e694" providerId="ADAL" clId="{ECC296A0-5B09-42BE-8914-9A97CBE11E9B}" dt="2025-12-07T11:27:57.867" v="1421" actId="478"/>
          <ac:spMkLst>
            <pc:docMk/>
            <pc:sldMk cId="574727215" sldId="265"/>
            <ac:spMk id="6" creationId="{8ADA8CC9-BA32-C6BB-F155-C3C8B6A9066A}"/>
          </ac:spMkLst>
        </pc:spChg>
        <pc:spChg chg="add">
          <ac:chgData name="GIULIA FILICICCHIA" userId="cb9b82e9-d681-4fbd-94e0-dca89213e694" providerId="ADAL" clId="{ECC296A0-5B09-42BE-8914-9A97CBE11E9B}" dt="2025-12-02T17:42:55.481" v="778" actId="26606"/>
          <ac:spMkLst>
            <pc:docMk/>
            <pc:sldMk cId="574727215" sldId="265"/>
            <ac:spMk id="25" creationId="{B6FACB3C-9069-4791-BC5C-0DB7CD19B853}"/>
          </ac:spMkLst>
        </pc:spChg>
        <pc:spChg chg="add">
          <ac:chgData name="GIULIA FILICICCHIA" userId="cb9b82e9-d681-4fbd-94e0-dca89213e694" providerId="ADAL" clId="{ECC296A0-5B09-42BE-8914-9A97CBE11E9B}" dt="2025-12-02T17:42:55.481" v="778" actId="26606"/>
          <ac:spMkLst>
            <pc:docMk/>
            <pc:sldMk cId="574727215" sldId="265"/>
            <ac:spMk id="27" creationId="{71F2038E-D777-4B76-81DD-DD13EE91B9DD}"/>
          </ac:spMkLst>
        </pc:spChg>
        <pc:grpChg chg="add">
          <ac:chgData name="GIULIA FILICICCHIA" userId="cb9b82e9-d681-4fbd-94e0-dca89213e694" providerId="ADAL" clId="{ECC296A0-5B09-42BE-8914-9A97CBE11E9B}" dt="2025-12-02T17:42:55.481" v="778" actId="26606"/>
          <ac:grpSpMkLst>
            <pc:docMk/>
            <pc:sldMk cId="574727215" sldId="265"/>
            <ac:grpSpMk id="29" creationId="{DD354807-230F-4402-B1B9-F733A8F1F190}"/>
          </ac:grpSpMkLst>
        </pc:grpChg>
        <pc:picChg chg="add mod">
          <ac:chgData name="GIULIA FILICICCHIA" userId="cb9b82e9-d681-4fbd-94e0-dca89213e694" providerId="ADAL" clId="{ECC296A0-5B09-42BE-8914-9A97CBE11E9B}" dt="2025-12-07T11:29:55.471" v="1478" actId="1076"/>
          <ac:picMkLst>
            <pc:docMk/>
            <pc:sldMk cId="574727215" sldId="265"/>
            <ac:picMk id="4" creationId="{32E0C66B-EC88-B831-887F-AFD9EE54864A}"/>
          </ac:picMkLst>
        </pc:picChg>
      </pc:sldChg>
      <pc:sldChg chg="addSp delSp modSp new mod setBg">
        <pc:chgData name="GIULIA FILICICCHIA" userId="cb9b82e9-d681-4fbd-94e0-dca89213e694" providerId="ADAL" clId="{ECC296A0-5B09-42BE-8914-9A97CBE11E9B}" dt="2025-12-07T11:32:21.119" v="1487" actId="1076"/>
        <pc:sldMkLst>
          <pc:docMk/>
          <pc:sldMk cId="3777663531" sldId="266"/>
        </pc:sldMkLst>
        <pc:spChg chg="mod">
          <ac:chgData name="GIULIA FILICICCHIA" userId="cb9b82e9-d681-4fbd-94e0-dca89213e694" providerId="ADAL" clId="{ECC296A0-5B09-42BE-8914-9A97CBE11E9B}" dt="2025-12-07T11:32:21.119" v="1487" actId="1076"/>
          <ac:spMkLst>
            <pc:docMk/>
            <pc:sldMk cId="3777663531" sldId="266"/>
            <ac:spMk id="3" creationId="{3F0E8975-FF12-8495-2317-E2B869E9BC95}"/>
          </ac:spMkLst>
        </pc:spChg>
        <pc:grpChg chg="add">
          <ac:chgData name="GIULIA FILICICCHIA" userId="cb9b82e9-d681-4fbd-94e0-dca89213e694" providerId="ADAL" clId="{ECC296A0-5B09-42BE-8914-9A97CBE11E9B}" dt="2025-12-07T11:32:03.229" v="1483" actId="26606"/>
          <ac:grpSpMkLst>
            <pc:docMk/>
            <pc:sldMk cId="3777663531" sldId="266"/>
            <ac:grpSpMk id="9" creationId="{6258F736-B256-8039-9DC6-F4E49A5C5AD5}"/>
          </ac:grpSpMkLst>
        </pc:grpChg>
        <pc:picChg chg="add mod">
          <ac:chgData name="GIULIA FILICICCHIA" userId="cb9b82e9-d681-4fbd-94e0-dca89213e694" providerId="ADAL" clId="{ECC296A0-5B09-42BE-8914-9A97CBE11E9B}" dt="2025-12-07T11:32:03.229" v="1483" actId="26606"/>
          <ac:picMkLst>
            <pc:docMk/>
            <pc:sldMk cId="3777663531" sldId="266"/>
            <ac:picMk id="4" creationId="{EA2825FC-405B-4B74-0505-9580B77FD34F}"/>
          </ac:picMkLst>
        </pc:picChg>
      </pc:sldChg>
      <pc:sldChg chg="addSp delSp modSp new mod setBg">
        <pc:chgData name="GIULIA FILICICCHIA" userId="cb9b82e9-d681-4fbd-94e0-dca89213e694" providerId="ADAL" clId="{ECC296A0-5B09-42BE-8914-9A97CBE11E9B}" dt="2025-12-07T14:57:11.178" v="1491" actId="108"/>
        <pc:sldMkLst>
          <pc:docMk/>
          <pc:sldMk cId="1358167487" sldId="267"/>
        </pc:sldMkLst>
        <pc:spChg chg="add mod">
          <ac:chgData name="GIULIA FILICICCHIA" userId="cb9b82e9-d681-4fbd-94e0-dca89213e694" providerId="ADAL" clId="{ECC296A0-5B09-42BE-8914-9A97CBE11E9B}" dt="2025-12-07T14:57:11.178" v="1491" actId="108"/>
          <ac:spMkLst>
            <pc:docMk/>
            <pc:sldMk cId="1358167487" sldId="267"/>
            <ac:spMk id="5" creationId="{F795F97C-D43F-25C3-4F5E-6754BD37571A}"/>
          </ac:spMkLst>
        </pc:spChg>
        <pc:spChg chg="add">
          <ac:chgData name="GIULIA FILICICCHIA" userId="cb9b82e9-d681-4fbd-94e0-dca89213e694" providerId="ADAL" clId="{ECC296A0-5B09-42BE-8914-9A97CBE11E9B}" dt="2025-12-02T17:54:14.853" v="1003" actId="26606"/>
          <ac:spMkLst>
            <pc:docMk/>
            <pc:sldMk cId="1358167487" sldId="267"/>
            <ac:spMk id="10" creationId="{B6FACB3C-9069-4791-BC5C-0DB7CD19B853}"/>
          </ac:spMkLst>
        </pc:spChg>
        <pc:spChg chg="add">
          <ac:chgData name="GIULIA FILICICCHIA" userId="cb9b82e9-d681-4fbd-94e0-dca89213e694" providerId="ADAL" clId="{ECC296A0-5B09-42BE-8914-9A97CBE11E9B}" dt="2025-12-02T17:54:14.853" v="1003" actId="26606"/>
          <ac:spMkLst>
            <pc:docMk/>
            <pc:sldMk cId="1358167487" sldId="267"/>
            <ac:spMk id="12" creationId="{71F2038E-D777-4B76-81DD-DD13EE91B9DD}"/>
          </ac:spMkLst>
        </pc:spChg>
        <pc:grpChg chg="add">
          <ac:chgData name="GIULIA FILICICCHIA" userId="cb9b82e9-d681-4fbd-94e0-dca89213e694" providerId="ADAL" clId="{ECC296A0-5B09-42BE-8914-9A97CBE11E9B}" dt="2025-12-02T17:54:14.853" v="1003" actId="26606"/>
          <ac:grpSpMkLst>
            <pc:docMk/>
            <pc:sldMk cId="1358167487" sldId="267"/>
            <ac:grpSpMk id="14" creationId="{DD354807-230F-4402-B1B9-F733A8F1F190}"/>
          </ac:grpSpMkLst>
        </pc:grpChg>
        <pc:picChg chg="add mod ord">
          <ac:chgData name="GIULIA FILICICCHIA" userId="cb9b82e9-d681-4fbd-94e0-dca89213e694" providerId="ADAL" clId="{ECC296A0-5B09-42BE-8914-9A97CBE11E9B}" dt="2025-12-02T17:54:31.615" v="1010" actId="14100"/>
          <ac:picMkLst>
            <pc:docMk/>
            <pc:sldMk cId="1358167487" sldId="267"/>
            <ac:picMk id="4" creationId="{6F17C86B-2BF2-C674-4049-5E1EABA65EA9}"/>
          </ac:picMkLst>
        </pc:picChg>
      </pc:sldChg>
      <pc:sldChg chg="addSp delSp modSp new mod setBg">
        <pc:chgData name="GIULIA FILICICCHIA" userId="cb9b82e9-d681-4fbd-94e0-dca89213e694" providerId="ADAL" clId="{ECC296A0-5B09-42BE-8914-9A97CBE11E9B}" dt="2025-12-07T15:00:18.174" v="1505" actId="255"/>
        <pc:sldMkLst>
          <pc:docMk/>
          <pc:sldMk cId="3357934565" sldId="268"/>
        </pc:sldMkLst>
        <pc:spChg chg="mod">
          <ac:chgData name="GIULIA FILICICCHIA" userId="cb9b82e9-d681-4fbd-94e0-dca89213e694" providerId="ADAL" clId="{ECC296A0-5B09-42BE-8914-9A97CBE11E9B}" dt="2025-12-07T15:00:10.703" v="1504" actId="122"/>
          <ac:spMkLst>
            <pc:docMk/>
            <pc:sldMk cId="3357934565" sldId="268"/>
            <ac:spMk id="2" creationId="{0933491F-98E5-24C3-A743-60F6E477D351}"/>
          </ac:spMkLst>
        </pc:spChg>
        <pc:spChg chg="mod ord">
          <ac:chgData name="GIULIA FILICICCHIA" userId="cb9b82e9-d681-4fbd-94e0-dca89213e694" providerId="ADAL" clId="{ECC296A0-5B09-42BE-8914-9A97CBE11E9B}" dt="2025-12-07T15:00:18.174" v="1505" actId="255"/>
          <ac:spMkLst>
            <pc:docMk/>
            <pc:sldMk cId="3357934565" sldId="268"/>
            <ac:spMk id="3" creationId="{D4937BE4-B0F0-DD02-D912-0268C5AA85AF}"/>
          </ac:spMkLst>
        </pc:spChg>
        <pc:spChg chg="add mod">
          <ac:chgData name="GIULIA FILICICCHIA" userId="cb9b82e9-d681-4fbd-94e0-dca89213e694" providerId="ADAL" clId="{ECC296A0-5B09-42BE-8914-9A97CBE11E9B}" dt="2025-12-07T15:00:02.751" v="1502" actId="26606"/>
          <ac:spMkLst>
            <pc:docMk/>
            <pc:sldMk cId="3357934565" sldId="268"/>
            <ac:spMk id="8" creationId="{5C5E9365-DB86-5CFD-9484-A41F2759E94A}"/>
          </ac:spMkLst>
        </pc:spChg>
        <pc:spChg chg="add">
          <ac:chgData name="GIULIA FILICICCHIA" userId="cb9b82e9-d681-4fbd-94e0-dca89213e694" providerId="ADAL" clId="{ECC296A0-5B09-42BE-8914-9A97CBE11E9B}" dt="2025-12-07T15:00:02.751" v="1502" actId="26606"/>
          <ac:spMkLst>
            <pc:docMk/>
            <pc:sldMk cId="3357934565" sldId="268"/>
            <ac:spMk id="21" creationId="{305265DC-CF6B-4AE8-B3F3-2A7A16374D31}"/>
          </ac:spMkLst>
        </pc:spChg>
        <pc:grpChg chg="add del">
          <ac:chgData name="GIULIA FILICICCHIA" userId="cb9b82e9-d681-4fbd-94e0-dca89213e694" providerId="ADAL" clId="{ECC296A0-5B09-42BE-8914-9A97CBE11E9B}" dt="2025-12-07T14:58:53.301" v="1496" actId="26606"/>
          <ac:grpSpMkLst>
            <pc:docMk/>
            <pc:sldMk cId="3357934565" sldId="268"/>
            <ac:grpSpMk id="10" creationId="{5EFBDE31-BB3E-6CFC-23CD-B5976DA38438}"/>
          </ac:grpSpMkLst>
        </pc:grpChg>
        <pc:grpChg chg="add del">
          <ac:chgData name="GIULIA FILICICCHIA" userId="cb9b82e9-d681-4fbd-94e0-dca89213e694" providerId="ADAL" clId="{ECC296A0-5B09-42BE-8914-9A97CBE11E9B}" dt="2025-12-07T15:00:02.751" v="1502" actId="26606"/>
          <ac:grpSpMkLst>
            <pc:docMk/>
            <pc:sldMk cId="3357934565" sldId="268"/>
            <ac:grpSpMk id="14" creationId="{6258F736-B256-8039-9DC6-F4E49A5C5AD5}"/>
          </ac:grpSpMkLst>
        </pc:grpChg>
        <pc:grpChg chg="add">
          <ac:chgData name="GIULIA FILICICCHIA" userId="cb9b82e9-d681-4fbd-94e0-dca89213e694" providerId="ADAL" clId="{ECC296A0-5B09-42BE-8914-9A97CBE11E9B}" dt="2025-12-07T15:00:02.751" v="1502" actId="26606"/>
          <ac:grpSpMkLst>
            <pc:docMk/>
            <pc:sldMk cId="3357934565" sldId="268"/>
            <ac:grpSpMk id="23" creationId="{37EA779C-87BF-454F-919D-A3DA98FD8A79}"/>
          </ac:grpSpMkLst>
        </pc:grpChg>
        <pc:picChg chg="add del mod">
          <ac:chgData name="GIULIA FILICICCHIA" userId="cb9b82e9-d681-4fbd-94e0-dca89213e694" providerId="ADAL" clId="{ECC296A0-5B09-42BE-8914-9A97CBE11E9B}" dt="2025-12-07T14:59:02.840" v="1498" actId="478"/>
          <ac:picMkLst>
            <pc:docMk/>
            <pc:sldMk cId="3357934565" sldId="268"/>
            <ac:picMk id="5" creationId="{AFBE08E3-BB96-2508-71AD-38243C57468E}"/>
          </ac:picMkLst>
        </pc:picChg>
        <pc:picChg chg="add mod">
          <ac:chgData name="GIULIA FILICICCHIA" userId="cb9b82e9-d681-4fbd-94e0-dca89213e694" providerId="ADAL" clId="{ECC296A0-5B09-42BE-8914-9A97CBE11E9B}" dt="2025-12-07T15:00:02.751" v="1502" actId="26606"/>
          <ac:picMkLst>
            <pc:docMk/>
            <pc:sldMk cId="3357934565" sldId="268"/>
            <ac:picMk id="7" creationId="{7A57C9AA-6D4D-B0CF-21FD-3BAF39BD5442}"/>
          </ac:picMkLst>
        </pc:picChg>
      </pc:sldChg>
      <pc:sldChg chg="addSp delSp modSp new del mod">
        <pc:chgData name="GIULIA FILICICCHIA" userId="cb9b82e9-d681-4fbd-94e0-dca89213e694" providerId="ADAL" clId="{ECC296A0-5B09-42BE-8914-9A97CBE11E9B}" dt="2025-12-07T11:26:24.478" v="1420" actId="47"/>
        <pc:sldMkLst>
          <pc:docMk/>
          <pc:sldMk cId="3150822072" sldId="269"/>
        </pc:sldMkLst>
        <pc:spChg chg="del">
          <ac:chgData name="GIULIA FILICICCHIA" userId="cb9b82e9-d681-4fbd-94e0-dca89213e694" providerId="ADAL" clId="{ECC296A0-5B09-42BE-8914-9A97CBE11E9B}" dt="2025-12-07T11:01:15.704" v="1160" actId="478"/>
          <ac:spMkLst>
            <pc:docMk/>
            <pc:sldMk cId="3150822072" sldId="269"/>
            <ac:spMk id="2" creationId="{89AB705B-1646-4B2D-E3B7-9F416A15FABA}"/>
          </ac:spMkLst>
        </pc:spChg>
        <pc:spChg chg="del">
          <ac:chgData name="GIULIA FILICICCHIA" userId="cb9b82e9-d681-4fbd-94e0-dca89213e694" providerId="ADAL" clId="{ECC296A0-5B09-42BE-8914-9A97CBE11E9B}" dt="2025-12-07T10:58:02.835" v="1087"/>
          <ac:spMkLst>
            <pc:docMk/>
            <pc:sldMk cId="3150822072" sldId="269"/>
            <ac:spMk id="3" creationId="{FD0AFA1B-0299-6218-D2EA-07B3FE04028D}"/>
          </ac:spMkLst>
        </pc:spChg>
        <pc:spChg chg="add mod">
          <ac:chgData name="GIULIA FILICICCHIA" userId="cb9b82e9-d681-4fbd-94e0-dca89213e694" providerId="ADAL" clId="{ECC296A0-5B09-42BE-8914-9A97CBE11E9B}" dt="2025-12-07T11:03:37.577" v="1216" actId="1076"/>
          <ac:spMkLst>
            <pc:docMk/>
            <pc:sldMk cId="3150822072" sldId="269"/>
            <ac:spMk id="5" creationId="{E8B45BAE-EDAB-363F-166A-E6FA619EB228}"/>
          </ac:spMkLst>
        </pc:spChg>
        <pc:spChg chg="add mod">
          <ac:chgData name="GIULIA FILICICCHIA" userId="cb9b82e9-d681-4fbd-94e0-dca89213e694" providerId="ADAL" clId="{ECC296A0-5B09-42BE-8914-9A97CBE11E9B}" dt="2025-12-07T11:04:01.669" v="1223" actId="20577"/>
          <ac:spMkLst>
            <pc:docMk/>
            <pc:sldMk cId="3150822072" sldId="269"/>
            <ac:spMk id="6" creationId="{754A5A8C-6A0A-3C09-190D-FC6B03CD5B71}"/>
          </ac:spMkLst>
        </pc:spChg>
        <pc:spChg chg="add mod">
          <ac:chgData name="GIULIA FILICICCHIA" userId="cb9b82e9-d681-4fbd-94e0-dca89213e694" providerId="ADAL" clId="{ECC296A0-5B09-42BE-8914-9A97CBE11E9B}" dt="2025-12-07T11:05:01.794" v="1238" actId="20577"/>
          <ac:spMkLst>
            <pc:docMk/>
            <pc:sldMk cId="3150822072" sldId="269"/>
            <ac:spMk id="7" creationId="{95DFB910-9E95-3480-7C48-46004B5CE9B4}"/>
          </ac:spMkLst>
        </pc:spChg>
        <pc:picChg chg="add mod">
          <ac:chgData name="GIULIA FILICICCHIA" userId="cb9b82e9-d681-4fbd-94e0-dca89213e694" providerId="ADAL" clId="{ECC296A0-5B09-42BE-8914-9A97CBE11E9B}" dt="2025-12-07T11:01:18.096" v="1161" actId="1076"/>
          <ac:picMkLst>
            <pc:docMk/>
            <pc:sldMk cId="3150822072" sldId="269"/>
            <ac:picMk id="4" creationId="{D876FF14-1C45-DF42-C5EA-FD99F7F226BA}"/>
          </ac:picMkLst>
        </pc:picChg>
      </pc:sldChg>
      <pc:sldChg chg="addSp delSp modSp new mod setBg">
        <pc:chgData name="GIULIA FILICICCHIA" userId="cb9b82e9-d681-4fbd-94e0-dca89213e694" providerId="ADAL" clId="{ECC296A0-5B09-42BE-8914-9A97CBE11E9B}" dt="2025-12-07T11:15:55.271" v="1336" actId="1076"/>
        <pc:sldMkLst>
          <pc:docMk/>
          <pc:sldMk cId="1067559529" sldId="270"/>
        </pc:sldMkLst>
        <pc:spChg chg="del mod">
          <ac:chgData name="GIULIA FILICICCHIA" userId="cb9b82e9-d681-4fbd-94e0-dca89213e694" providerId="ADAL" clId="{ECC296A0-5B09-42BE-8914-9A97CBE11E9B}" dt="2025-12-07T11:06:15.421" v="1252" actId="478"/>
          <ac:spMkLst>
            <pc:docMk/>
            <pc:sldMk cId="1067559529" sldId="270"/>
            <ac:spMk id="2" creationId="{916031A5-BE5D-9B01-C905-D3E889D5534C}"/>
          </ac:spMkLst>
        </pc:spChg>
        <pc:spChg chg="add del mod ord">
          <ac:chgData name="GIULIA FILICICCHIA" userId="cb9b82e9-d681-4fbd-94e0-dca89213e694" providerId="ADAL" clId="{ECC296A0-5B09-42BE-8914-9A97CBE11E9B}" dt="2025-12-07T11:07:31.830" v="1266" actId="26606"/>
          <ac:spMkLst>
            <pc:docMk/>
            <pc:sldMk cId="1067559529" sldId="270"/>
            <ac:spMk id="3" creationId="{C79DC21E-AF34-0C8F-FDCD-CA2CA0B94744}"/>
          </ac:spMkLst>
        </pc:spChg>
        <pc:spChg chg="add del mod">
          <ac:chgData name="GIULIA FILICICCHIA" userId="cb9b82e9-d681-4fbd-94e0-dca89213e694" providerId="ADAL" clId="{ECC296A0-5B09-42BE-8914-9A97CBE11E9B}" dt="2025-12-07T11:06:41.626" v="1258" actId="478"/>
          <ac:spMkLst>
            <pc:docMk/>
            <pc:sldMk cId="1067559529" sldId="270"/>
            <ac:spMk id="5" creationId="{31A12D72-5F01-288F-1628-C619AA07A168}"/>
          </ac:spMkLst>
        </pc:spChg>
        <pc:spChg chg="add del mod">
          <ac:chgData name="GIULIA FILICICCHIA" userId="cb9b82e9-d681-4fbd-94e0-dca89213e694" providerId="ADAL" clId="{ECC296A0-5B09-42BE-8914-9A97CBE11E9B}" dt="2025-12-07T11:15:28.301" v="1329" actId="26606"/>
          <ac:spMkLst>
            <pc:docMk/>
            <pc:sldMk cId="1067559529" sldId="270"/>
            <ac:spMk id="6" creationId="{C0972B5C-1AA4-99D1-F32D-F9B1F50A0131}"/>
          </ac:spMkLst>
        </pc:spChg>
        <pc:spChg chg="add mod">
          <ac:chgData name="GIULIA FILICICCHIA" userId="cb9b82e9-d681-4fbd-94e0-dca89213e694" providerId="ADAL" clId="{ECC296A0-5B09-42BE-8914-9A97CBE11E9B}" dt="2025-12-07T11:15:55.271" v="1336" actId="1076"/>
          <ac:spMkLst>
            <pc:docMk/>
            <pc:sldMk cId="1067559529" sldId="270"/>
            <ac:spMk id="8" creationId="{9122E3C9-9AFD-E936-BB93-C08EC65009FC}"/>
          </ac:spMkLst>
        </pc:spChg>
        <pc:spChg chg="add del">
          <ac:chgData name="GIULIA FILICICCHIA" userId="cb9b82e9-d681-4fbd-94e0-dca89213e694" providerId="ADAL" clId="{ECC296A0-5B09-42BE-8914-9A97CBE11E9B}" dt="2025-12-07T11:07:31.830" v="1266" actId="26606"/>
          <ac:spMkLst>
            <pc:docMk/>
            <pc:sldMk cId="1067559529" sldId="270"/>
            <ac:spMk id="9" creationId="{2EB492CD-616E-47F8-933B-5E2D952A0593}"/>
          </ac:spMkLst>
        </pc:spChg>
        <pc:spChg chg="add del">
          <ac:chgData name="GIULIA FILICICCHIA" userId="cb9b82e9-d681-4fbd-94e0-dca89213e694" providerId="ADAL" clId="{ECC296A0-5B09-42BE-8914-9A97CBE11E9B}" dt="2025-12-07T11:07:31.830" v="1266" actId="26606"/>
          <ac:spMkLst>
            <pc:docMk/>
            <pc:sldMk cId="1067559529" sldId="270"/>
            <ac:spMk id="11" creationId="{59383CF9-23B5-4335-9B21-1791C4CF1C75}"/>
          </ac:spMkLst>
        </pc:spChg>
        <pc:spChg chg="add del">
          <ac:chgData name="GIULIA FILICICCHIA" userId="cb9b82e9-d681-4fbd-94e0-dca89213e694" providerId="ADAL" clId="{ECC296A0-5B09-42BE-8914-9A97CBE11E9B}" dt="2025-12-07T11:07:31.830" v="1266" actId="26606"/>
          <ac:spMkLst>
            <pc:docMk/>
            <pc:sldMk cId="1067559529" sldId="270"/>
            <ac:spMk id="13" creationId="{0007FE00-9498-4706-B255-6437B0252C02}"/>
          </ac:spMkLst>
        </pc:spChg>
        <pc:spChg chg="add del">
          <ac:chgData name="GIULIA FILICICCHIA" userId="cb9b82e9-d681-4fbd-94e0-dca89213e694" providerId="ADAL" clId="{ECC296A0-5B09-42BE-8914-9A97CBE11E9B}" dt="2025-12-07T11:07:08.342" v="1263" actId="26606"/>
          <ac:spMkLst>
            <pc:docMk/>
            <pc:sldMk cId="1067559529" sldId="270"/>
            <ac:spMk id="17" creationId="{C79DC21E-AF34-0C8F-FDCD-CA2CA0B94744}"/>
          </ac:spMkLst>
        </pc:spChg>
        <pc:spChg chg="add del">
          <ac:chgData name="GIULIA FILICICCHIA" userId="cb9b82e9-d681-4fbd-94e0-dca89213e694" providerId="ADAL" clId="{ECC296A0-5B09-42BE-8914-9A97CBE11E9B}" dt="2025-12-07T11:07:08.342" v="1263" actId="26606"/>
          <ac:spMkLst>
            <pc:docMk/>
            <pc:sldMk cId="1067559529" sldId="270"/>
            <ac:spMk id="18" creationId="{04812C46-200A-4DEB-A05E-3ED6C68C2387}"/>
          </ac:spMkLst>
        </pc:spChg>
        <pc:spChg chg="add del">
          <ac:chgData name="GIULIA FILICICCHIA" userId="cb9b82e9-d681-4fbd-94e0-dca89213e694" providerId="ADAL" clId="{ECC296A0-5B09-42BE-8914-9A97CBE11E9B}" dt="2025-12-07T11:07:08.342" v="1263" actId="26606"/>
          <ac:spMkLst>
            <pc:docMk/>
            <pc:sldMk cId="1067559529" sldId="270"/>
            <ac:spMk id="20" creationId="{D1EA859B-E555-4109-94F3-6700E046E008}"/>
          </ac:spMkLst>
        </pc:spChg>
        <pc:spChg chg="add del">
          <ac:chgData name="GIULIA FILICICCHIA" userId="cb9b82e9-d681-4fbd-94e0-dca89213e694" providerId="ADAL" clId="{ECC296A0-5B09-42BE-8914-9A97CBE11E9B}" dt="2025-12-07T11:07:31.818" v="1265" actId="26606"/>
          <ac:spMkLst>
            <pc:docMk/>
            <pc:sldMk cId="1067559529" sldId="270"/>
            <ac:spMk id="22" creationId="{95199994-21AE-49A2-BA0D-12E295989A9A}"/>
          </ac:spMkLst>
        </pc:spChg>
        <pc:spChg chg="add del">
          <ac:chgData name="GIULIA FILICICCHIA" userId="cb9b82e9-d681-4fbd-94e0-dca89213e694" providerId="ADAL" clId="{ECC296A0-5B09-42BE-8914-9A97CBE11E9B}" dt="2025-12-07T11:07:31.818" v="1265" actId="26606"/>
          <ac:spMkLst>
            <pc:docMk/>
            <pc:sldMk cId="1067559529" sldId="270"/>
            <ac:spMk id="23" creationId="{A2C34835-4F79-4934-B151-D68E79764C72}"/>
          </ac:spMkLst>
        </pc:spChg>
        <pc:spChg chg="add del">
          <ac:chgData name="GIULIA FILICICCHIA" userId="cb9b82e9-d681-4fbd-94e0-dca89213e694" providerId="ADAL" clId="{ECC296A0-5B09-42BE-8914-9A97CBE11E9B}" dt="2025-12-07T11:07:31.818" v="1265" actId="26606"/>
          <ac:spMkLst>
            <pc:docMk/>
            <pc:sldMk cId="1067559529" sldId="270"/>
            <ac:spMk id="24" creationId="{C79DC21E-AF34-0C8F-FDCD-CA2CA0B94744}"/>
          </ac:spMkLst>
        </pc:spChg>
        <pc:spChg chg="add del">
          <ac:chgData name="GIULIA FILICICCHIA" userId="cb9b82e9-d681-4fbd-94e0-dca89213e694" providerId="ADAL" clId="{ECC296A0-5B09-42BE-8914-9A97CBE11E9B}" dt="2025-12-07T11:15:28.301" v="1329" actId="26606"/>
          <ac:spMkLst>
            <pc:docMk/>
            <pc:sldMk cId="1067559529" sldId="270"/>
            <ac:spMk id="26" creationId="{F821940F-7A1D-4ACC-85B4-A932898ABB37}"/>
          </ac:spMkLst>
        </pc:spChg>
        <pc:spChg chg="add del">
          <ac:chgData name="GIULIA FILICICCHIA" userId="cb9b82e9-d681-4fbd-94e0-dca89213e694" providerId="ADAL" clId="{ECC296A0-5B09-42BE-8914-9A97CBE11E9B}" dt="2025-12-07T11:15:28.301" v="1329" actId="26606"/>
          <ac:spMkLst>
            <pc:docMk/>
            <pc:sldMk cId="1067559529" sldId="270"/>
            <ac:spMk id="27" creationId="{16674508-81D3-48CF-96BF-7FC60EAA572A}"/>
          </ac:spMkLst>
        </pc:spChg>
        <pc:spChg chg="add del mod">
          <ac:chgData name="GIULIA FILICICCHIA" userId="cb9b82e9-d681-4fbd-94e0-dca89213e694" providerId="ADAL" clId="{ECC296A0-5B09-42BE-8914-9A97CBE11E9B}" dt="2025-12-07T11:15:11.709" v="1324" actId="478"/>
          <ac:spMkLst>
            <pc:docMk/>
            <pc:sldMk cId="1067559529" sldId="270"/>
            <ac:spMk id="28" creationId="{C79DC21E-AF34-0C8F-FDCD-CA2CA0B94744}"/>
          </ac:spMkLst>
        </pc:spChg>
        <pc:spChg chg="add del">
          <ac:chgData name="GIULIA FILICICCHIA" userId="cb9b82e9-d681-4fbd-94e0-dca89213e694" providerId="ADAL" clId="{ECC296A0-5B09-42BE-8914-9A97CBE11E9B}" dt="2025-12-07T11:15:21.401" v="1326" actId="26606"/>
          <ac:spMkLst>
            <pc:docMk/>
            <pc:sldMk cId="1067559529" sldId="270"/>
            <ac:spMk id="32" creationId="{2EB492CD-616E-47F8-933B-5E2D952A0593}"/>
          </ac:spMkLst>
        </pc:spChg>
        <pc:spChg chg="add del">
          <ac:chgData name="GIULIA FILICICCHIA" userId="cb9b82e9-d681-4fbd-94e0-dca89213e694" providerId="ADAL" clId="{ECC296A0-5B09-42BE-8914-9A97CBE11E9B}" dt="2025-12-07T11:15:21.401" v="1326" actId="26606"/>
          <ac:spMkLst>
            <pc:docMk/>
            <pc:sldMk cId="1067559529" sldId="270"/>
            <ac:spMk id="34" creationId="{59383CF9-23B5-4335-9B21-1791C4CF1C75}"/>
          </ac:spMkLst>
        </pc:spChg>
        <pc:spChg chg="add del">
          <ac:chgData name="GIULIA FILICICCHIA" userId="cb9b82e9-d681-4fbd-94e0-dca89213e694" providerId="ADAL" clId="{ECC296A0-5B09-42BE-8914-9A97CBE11E9B}" dt="2025-12-07T11:15:21.401" v="1326" actId="26606"/>
          <ac:spMkLst>
            <pc:docMk/>
            <pc:sldMk cId="1067559529" sldId="270"/>
            <ac:spMk id="36" creationId="{0007FE00-9498-4706-B255-6437B0252C02}"/>
          </ac:spMkLst>
        </pc:spChg>
        <pc:spChg chg="add del">
          <ac:chgData name="GIULIA FILICICCHIA" userId="cb9b82e9-d681-4fbd-94e0-dca89213e694" providerId="ADAL" clId="{ECC296A0-5B09-42BE-8914-9A97CBE11E9B}" dt="2025-12-07T11:15:28.289" v="1328" actId="26606"/>
          <ac:spMkLst>
            <pc:docMk/>
            <pc:sldMk cId="1067559529" sldId="270"/>
            <ac:spMk id="38" creationId="{5AA03EDC-7067-4DFF-B672-541D016AAAB8}"/>
          </ac:spMkLst>
        </pc:spChg>
        <pc:spChg chg="add del">
          <ac:chgData name="GIULIA FILICICCHIA" userId="cb9b82e9-d681-4fbd-94e0-dca89213e694" providerId="ADAL" clId="{ECC296A0-5B09-42BE-8914-9A97CBE11E9B}" dt="2025-12-07T11:15:28.289" v="1328" actId="26606"/>
          <ac:spMkLst>
            <pc:docMk/>
            <pc:sldMk cId="1067559529" sldId="270"/>
            <ac:spMk id="39" creationId="{0EBF3E39-B0BE-496A-8604-9007470FFA3A}"/>
          </ac:spMkLst>
        </pc:spChg>
        <pc:spChg chg="add">
          <ac:chgData name="GIULIA FILICICCHIA" userId="cb9b82e9-d681-4fbd-94e0-dca89213e694" providerId="ADAL" clId="{ECC296A0-5B09-42BE-8914-9A97CBE11E9B}" dt="2025-12-07T11:15:28.301" v="1329" actId="26606"/>
          <ac:spMkLst>
            <pc:docMk/>
            <pc:sldMk cId="1067559529" sldId="270"/>
            <ac:spMk id="41" creationId="{95199994-21AE-49A2-BA0D-12E295989A9A}"/>
          </ac:spMkLst>
        </pc:spChg>
        <pc:spChg chg="add">
          <ac:chgData name="GIULIA FILICICCHIA" userId="cb9b82e9-d681-4fbd-94e0-dca89213e694" providerId="ADAL" clId="{ECC296A0-5B09-42BE-8914-9A97CBE11E9B}" dt="2025-12-07T11:15:28.301" v="1329" actId="26606"/>
          <ac:spMkLst>
            <pc:docMk/>
            <pc:sldMk cId="1067559529" sldId="270"/>
            <ac:spMk id="42" creationId="{A2C34835-4F79-4934-B151-D68E79764C72}"/>
          </ac:spMkLst>
        </pc:spChg>
        <pc:graphicFrameChg chg="add del">
          <ac:chgData name="GIULIA FILICICCHIA" userId="cb9b82e9-d681-4fbd-94e0-dca89213e694" providerId="ADAL" clId="{ECC296A0-5B09-42BE-8914-9A97CBE11E9B}" dt="2025-12-07T11:07:06.571" v="1261" actId="26606"/>
          <ac:graphicFrameMkLst>
            <pc:docMk/>
            <pc:sldMk cId="1067559529" sldId="270"/>
            <ac:graphicFrameMk id="15" creationId="{10808214-1787-D847-2D05-49582857C711}"/>
          </ac:graphicFrameMkLst>
        </pc:graphicFrameChg>
        <pc:picChg chg="add mod ord">
          <ac:chgData name="GIULIA FILICICCHIA" userId="cb9b82e9-d681-4fbd-94e0-dca89213e694" providerId="ADAL" clId="{ECC296A0-5B09-42BE-8914-9A97CBE11E9B}" dt="2025-12-07T11:15:28.301" v="1329" actId="26606"/>
          <ac:picMkLst>
            <pc:docMk/>
            <pc:sldMk cId="1067559529" sldId="270"/>
            <ac:picMk id="4" creationId="{7B618E09-2946-157A-3002-973929BDC9F8}"/>
          </ac:picMkLst>
        </pc:picChg>
      </pc:sldChg>
      <pc:sldChg chg="addSp delSp modSp new mod setBg">
        <pc:chgData name="GIULIA FILICICCHIA" userId="cb9b82e9-d681-4fbd-94e0-dca89213e694" providerId="ADAL" clId="{ECC296A0-5B09-42BE-8914-9A97CBE11E9B}" dt="2025-12-07T11:22:34.731" v="1388" actId="255"/>
        <pc:sldMkLst>
          <pc:docMk/>
          <pc:sldMk cId="2541158878" sldId="271"/>
        </pc:sldMkLst>
        <pc:spChg chg="add del mod">
          <ac:chgData name="GIULIA FILICICCHIA" userId="cb9b82e9-d681-4fbd-94e0-dca89213e694" providerId="ADAL" clId="{ECC296A0-5B09-42BE-8914-9A97CBE11E9B}" dt="2025-12-07T11:20:33.168" v="1371" actId="478"/>
          <ac:spMkLst>
            <pc:docMk/>
            <pc:sldMk cId="2541158878" sldId="271"/>
            <ac:spMk id="2" creationId="{AB7BD07C-39F7-0726-78C3-D19757361841}"/>
          </ac:spMkLst>
        </pc:spChg>
        <pc:spChg chg="add del mod">
          <ac:chgData name="GIULIA FILICICCHIA" userId="cb9b82e9-d681-4fbd-94e0-dca89213e694" providerId="ADAL" clId="{ECC296A0-5B09-42BE-8914-9A97CBE11E9B}" dt="2025-12-07T11:18:04.567" v="1358" actId="26606"/>
          <ac:spMkLst>
            <pc:docMk/>
            <pc:sldMk cId="2541158878" sldId="271"/>
            <ac:spMk id="3" creationId="{88297123-C462-DB40-43BB-4E7D0F18EAC4}"/>
          </ac:spMkLst>
        </pc:spChg>
        <pc:spChg chg="add del">
          <ac:chgData name="GIULIA FILICICCHIA" userId="cb9b82e9-d681-4fbd-94e0-dca89213e694" providerId="ADAL" clId="{ECC296A0-5B09-42BE-8914-9A97CBE11E9B}" dt="2025-12-07T11:17:50.778" v="1353" actId="26606"/>
          <ac:spMkLst>
            <pc:docMk/>
            <pc:sldMk cId="2541158878" sldId="271"/>
            <ac:spMk id="6" creationId="{460B0EFB-53ED-4F35-B05D-F658EA021C65}"/>
          </ac:spMkLst>
        </pc:spChg>
        <pc:spChg chg="add del">
          <ac:chgData name="GIULIA FILICICCHIA" userId="cb9b82e9-d681-4fbd-94e0-dca89213e694" providerId="ADAL" clId="{ECC296A0-5B09-42BE-8914-9A97CBE11E9B}" dt="2025-12-07T11:17:50.778" v="1353" actId="26606"/>
          <ac:spMkLst>
            <pc:docMk/>
            <pc:sldMk cId="2541158878" sldId="271"/>
            <ac:spMk id="8" creationId="{835EF3DD-7D43-4A27-8967-A92FD8CC9365}"/>
          </ac:spMkLst>
        </pc:spChg>
        <pc:spChg chg="add del">
          <ac:chgData name="GIULIA FILICICCHIA" userId="cb9b82e9-d681-4fbd-94e0-dca89213e694" providerId="ADAL" clId="{ECC296A0-5B09-42BE-8914-9A97CBE11E9B}" dt="2025-12-07T11:17:30.478" v="1342" actId="26606"/>
          <ac:spMkLst>
            <pc:docMk/>
            <pc:sldMk cId="2541158878" sldId="271"/>
            <ac:spMk id="9" creationId="{460B0EFB-53ED-4F35-B05D-F658EA021C65}"/>
          </ac:spMkLst>
        </pc:spChg>
        <pc:spChg chg="add del">
          <ac:chgData name="GIULIA FILICICCHIA" userId="cb9b82e9-d681-4fbd-94e0-dca89213e694" providerId="ADAL" clId="{ECC296A0-5B09-42BE-8914-9A97CBE11E9B}" dt="2025-12-07T11:17:56.137" v="1355" actId="26606"/>
          <ac:spMkLst>
            <pc:docMk/>
            <pc:sldMk cId="2541158878" sldId="271"/>
            <ac:spMk id="10" creationId="{460B0EFB-53ED-4F35-B05D-F658EA021C65}"/>
          </ac:spMkLst>
        </pc:spChg>
        <pc:spChg chg="add del">
          <ac:chgData name="GIULIA FILICICCHIA" userId="cb9b82e9-d681-4fbd-94e0-dca89213e694" providerId="ADAL" clId="{ECC296A0-5B09-42BE-8914-9A97CBE11E9B}" dt="2025-12-07T11:17:30.478" v="1342" actId="26606"/>
          <ac:spMkLst>
            <pc:docMk/>
            <pc:sldMk cId="2541158878" sldId="271"/>
            <ac:spMk id="11" creationId="{835EF3DD-7D43-4A27-8967-A92FD8CC9365}"/>
          </ac:spMkLst>
        </pc:spChg>
        <pc:spChg chg="add del">
          <ac:chgData name="GIULIA FILICICCHIA" userId="cb9b82e9-d681-4fbd-94e0-dca89213e694" providerId="ADAL" clId="{ECC296A0-5B09-42BE-8914-9A97CBE11E9B}" dt="2025-12-07T11:17:56.137" v="1355" actId="26606"/>
          <ac:spMkLst>
            <pc:docMk/>
            <pc:sldMk cId="2541158878" sldId="271"/>
            <ac:spMk id="12" creationId="{835EF3DD-7D43-4A27-8967-A92FD8CC9365}"/>
          </ac:spMkLst>
        </pc:spChg>
        <pc:spChg chg="add mod">
          <ac:chgData name="GIULIA FILICICCHIA" userId="cb9b82e9-d681-4fbd-94e0-dca89213e694" providerId="ADAL" clId="{ECC296A0-5B09-42BE-8914-9A97CBE11E9B}" dt="2025-12-07T11:22:29.175" v="1387" actId="122"/>
          <ac:spMkLst>
            <pc:docMk/>
            <pc:sldMk cId="2541158878" sldId="271"/>
            <ac:spMk id="15" creationId="{3B94AEE3-36EC-F0A3-4168-CEBD5A78E5BF}"/>
          </ac:spMkLst>
        </pc:spChg>
        <pc:spChg chg="add del">
          <ac:chgData name="GIULIA FILICICCHIA" userId="cb9b82e9-d681-4fbd-94e0-dca89213e694" providerId="ADAL" clId="{ECC296A0-5B09-42BE-8914-9A97CBE11E9B}" dt="2025-12-07T11:18:04.557" v="1357" actId="26606"/>
          <ac:spMkLst>
            <pc:docMk/>
            <pc:sldMk cId="2541158878" sldId="271"/>
            <ac:spMk id="16" creationId="{C0763A76-9F1C-4FC5-82B7-DD475DA461B2}"/>
          </ac:spMkLst>
        </pc:spChg>
        <pc:spChg chg="add del">
          <ac:chgData name="GIULIA FILICICCHIA" userId="cb9b82e9-d681-4fbd-94e0-dca89213e694" providerId="ADAL" clId="{ECC296A0-5B09-42BE-8914-9A97CBE11E9B}" dt="2025-12-07T11:18:04.557" v="1357" actId="26606"/>
          <ac:spMkLst>
            <pc:docMk/>
            <pc:sldMk cId="2541158878" sldId="271"/>
            <ac:spMk id="17" creationId="{E81BF4F6-F2CF-4984-9D14-D6966D92F99F}"/>
          </ac:spMkLst>
        </pc:spChg>
        <pc:spChg chg="add del">
          <ac:chgData name="GIULIA FILICICCHIA" userId="cb9b82e9-d681-4fbd-94e0-dca89213e694" providerId="ADAL" clId="{ECC296A0-5B09-42BE-8914-9A97CBE11E9B}" dt="2025-12-07T11:18:04.557" v="1357" actId="26606"/>
          <ac:spMkLst>
            <pc:docMk/>
            <pc:sldMk cId="2541158878" sldId="271"/>
            <ac:spMk id="18" creationId="{88297123-C462-DB40-43BB-4E7D0F18EAC4}"/>
          </ac:spMkLst>
        </pc:spChg>
        <pc:spChg chg="add del">
          <ac:chgData name="GIULIA FILICICCHIA" userId="cb9b82e9-d681-4fbd-94e0-dca89213e694" providerId="ADAL" clId="{ECC296A0-5B09-42BE-8914-9A97CBE11E9B}" dt="2025-12-07T11:19:19.288" v="1367" actId="26606"/>
          <ac:spMkLst>
            <pc:docMk/>
            <pc:sldMk cId="2541158878" sldId="271"/>
            <ac:spMk id="21" creationId="{C2554CA6-288E-4202-BC52-2E5A8F0C0AED}"/>
          </ac:spMkLst>
        </pc:spChg>
        <pc:spChg chg="add del">
          <ac:chgData name="GIULIA FILICICCHIA" userId="cb9b82e9-d681-4fbd-94e0-dca89213e694" providerId="ADAL" clId="{ECC296A0-5B09-42BE-8914-9A97CBE11E9B}" dt="2025-12-07T11:19:19.288" v="1367" actId="26606"/>
          <ac:spMkLst>
            <pc:docMk/>
            <pc:sldMk cId="2541158878" sldId="271"/>
            <ac:spMk id="22" creationId="{B10BB131-AC8E-4A8E-A5D1-36260F720C3B}"/>
          </ac:spMkLst>
        </pc:spChg>
        <pc:spChg chg="add del">
          <ac:chgData name="GIULIA FILICICCHIA" userId="cb9b82e9-d681-4fbd-94e0-dca89213e694" providerId="ADAL" clId="{ECC296A0-5B09-42BE-8914-9A97CBE11E9B}" dt="2025-12-07T11:19:19.288" v="1367" actId="26606"/>
          <ac:spMkLst>
            <pc:docMk/>
            <pc:sldMk cId="2541158878" sldId="271"/>
            <ac:spMk id="23" creationId="{5B7778FC-632E-4DCA-A7CB-0D7731CCF970}"/>
          </ac:spMkLst>
        </pc:spChg>
        <pc:spChg chg="add del">
          <ac:chgData name="GIULIA FILICICCHIA" userId="cb9b82e9-d681-4fbd-94e0-dca89213e694" providerId="ADAL" clId="{ECC296A0-5B09-42BE-8914-9A97CBE11E9B}" dt="2025-12-07T11:19:19.288" v="1367" actId="26606"/>
          <ac:spMkLst>
            <pc:docMk/>
            <pc:sldMk cId="2541158878" sldId="271"/>
            <ac:spMk id="24" creationId="{FA23A907-97FB-4A8F-880A-DD77401C4296}"/>
          </ac:spMkLst>
        </pc:spChg>
        <pc:spChg chg="add del mod">
          <ac:chgData name="GIULIA FILICICCHIA" userId="cb9b82e9-d681-4fbd-94e0-dca89213e694" providerId="ADAL" clId="{ECC296A0-5B09-42BE-8914-9A97CBE11E9B}" dt="2025-12-07T11:19:19.288" v="1367" actId="26606"/>
          <ac:spMkLst>
            <pc:docMk/>
            <pc:sldMk cId="2541158878" sldId="271"/>
            <ac:spMk id="25" creationId="{88297123-C462-DB40-43BB-4E7D0F18EAC4}"/>
          </ac:spMkLst>
        </pc:spChg>
        <pc:spChg chg="add mod">
          <ac:chgData name="GIULIA FILICICCHIA" userId="cb9b82e9-d681-4fbd-94e0-dca89213e694" providerId="ADAL" clId="{ECC296A0-5B09-42BE-8914-9A97CBE11E9B}" dt="2025-12-07T11:22:34.731" v="1388" actId="255"/>
          <ac:spMkLst>
            <pc:docMk/>
            <pc:sldMk cId="2541158878" sldId="271"/>
            <ac:spMk id="26" creationId="{2B0BFD1F-F9F0-6C85-B2F2-56AF6D75401F}"/>
          </ac:spMkLst>
        </pc:spChg>
        <pc:spChg chg="add del">
          <ac:chgData name="GIULIA FILICICCHIA" userId="cb9b82e9-d681-4fbd-94e0-dca89213e694" providerId="ADAL" clId="{ECC296A0-5B09-42BE-8914-9A97CBE11E9B}" dt="2025-12-07T11:18:57.480" v="1362" actId="26606"/>
          <ac:spMkLst>
            <pc:docMk/>
            <pc:sldMk cId="2541158878" sldId="271"/>
            <ac:spMk id="31" creationId="{7517A47C-B2E5-4B79-8061-D74B1311AF6E}"/>
          </ac:spMkLst>
        </pc:spChg>
        <pc:spChg chg="add del">
          <ac:chgData name="GIULIA FILICICCHIA" userId="cb9b82e9-d681-4fbd-94e0-dca89213e694" providerId="ADAL" clId="{ECC296A0-5B09-42BE-8914-9A97CBE11E9B}" dt="2025-12-07T11:19:13.447" v="1364" actId="26606"/>
          <ac:spMkLst>
            <pc:docMk/>
            <pc:sldMk cId="2541158878" sldId="271"/>
            <ac:spMk id="32" creationId="{7025EFD5-738C-41B9-87FE-0C00E211BD8B}"/>
          </ac:spMkLst>
        </pc:spChg>
        <pc:spChg chg="add del">
          <ac:chgData name="GIULIA FILICICCHIA" userId="cb9b82e9-d681-4fbd-94e0-dca89213e694" providerId="ADAL" clId="{ECC296A0-5B09-42BE-8914-9A97CBE11E9B}" dt="2025-12-07T11:18:57.480" v="1362" actId="26606"/>
          <ac:spMkLst>
            <pc:docMk/>
            <pc:sldMk cId="2541158878" sldId="271"/>
            <ac:spMk id="33" creationId="{C505E780-2083-4CB5-A42A-5E0E2908ECC3}"/>
          </ac:spMkLst>
        </pc:spChg>
        <pc:spChg chg="add del">
          <ac:chgData name="GIULIA FILICICCHIA" userId="cb9b82e9-d681-4fbd-94e0-dca89213e694" providerId="ADAL" clId="{ECC296A0-5B09-42BE-8914-9A97CBE11E9B}" dt="2025-12-07T11:19:13.447" v="1364" actId="26606"/>
          <ac:spMkLst>
            <pc:docMk/>
            <pc:sldMk cId="2541158878" sldId="271"/>
            <ac:spMk id="34" creationId="{835EF3DD-7D43-4A27-8967-A92FD8CC9365}"/>
          </ac:spMkLst>
        </pc:spChg>
        <pc:spChg chg="add del">
          <ac:chgData name="GIULIA FILICICCHIA" userId="cb9b82e9-d681-4fbd-94e0-dca89213e694" providerId="ADAL" clId="{ECC296A0-5B09-42BE-8914-9A97CBE11E9B}" dt="2025-12-07T11:18:57.480" v="1362" actId="26606"/>
          <ac:spMkLst>
            <pc:docMk/>
            <pc:sldMk cId="2541158878" sldId="271"/>
            <ac:spMk id="35" creationId="{D2C0AE1C-0118-41AE-8A10-7CDCBF10E96F}"/>
          </ac:spMkLst>
        </pc:spChg>
        <pc:spChg chg="add del">
          <ac:chgData name="GIULIA FILICICCHIA" userId="cb9b82e9-d681-4fbd-94e0-dca89213e694" providerId="ADAL" clId="{ECC296A0-5B09-42BE-8914-9A97CBE11E9B}" dt="2025-12-07T11:18:57.480" v="1362" actId="26606"/>
          <ac:spMkLst>
            <pc:docMk/>
            <pc:sldMk cId="2541158878" sldId="271"/>
            <ac:spMk id="37" creationId="{463EEC44-1BA3-44ED-81FC-A644B04B2A44}"/>
          </ac:spMkLst>
        </pc:spChg>
        <pc:spChg chg="add del">
          <ac:chgData name="GIULIA FILICICCHIA" userId="cb9b82e9-d681-4fbd-94e0-dca89213e694" providerId="ADAL" clId="{ECC296A0-5B09-42BE-8914-9A97CBE11E9B}" dt="2025-12-07T11:19:19.264" v="1366" actId="26606"/>
          <ac:spMkLst>
            <pc:docMk/>
            <pc:sldMk cId="2541158878" sldId="271"/>
            <ac:spMk id="41" creationId="{98DED6BC-9A3E-48D4-AD7C-A56D63F547E8}"/>
          </ac:spMkLst>
        </pc:spChg>
        <pc:spChg chg="add del">
          <ac:chgData name="GIULIA FILICICCHIA" userId="cb9b82e9-d681-4fbd-94e0-dca89213e694" providerId="ADAL" clId="{ECC296A0-5B09-42BE-8914-9A97CBE11E9B}" dt="2025-12-07T11:19:19.264" v="1366" actId="26606"/>
          <ac:spMkLst>
            <pc:docMk/>
            <pc:sldMk cId="2541158878" sldId="271"/>
            <ac:spMk id="42" creationId="{6B6E033A-DB2E-49B8-B600-B38E0C280263}"/>
          </ac:spMkLst>
        </pc:spChg>
        <pc:spChg chg="add del">
          <ac:chgData name="GIULIA FILICICCHIA" userId="cb9b82e9-d681-4fbd-94e0-dca89213e694" providerId="ADAL" clId="{ECC296A0-5B09-42BE-8914-9A97CBE11E9B}" dt="2025-12-07T11:22:24.338" v="1385" actId="26606"/>
          <ac:spMkLst>
            <pc:docMk/>
            <pc:sldMk cId="2541158878" sldId="271"/>
            <ac:spMk id="45" creationId="{E10650BA-D090-4A23-98E3-B48BBAEA9201}"/>
          </ac:spMkLst>
        </pc:spChg>
        <pc:spChg chg="add del">
          <ac:chgData name="GIULIA FILICICCHIA" userId="cb9b82e9-d681-4fbd-94e0-dca89213e694" providerId="ADAL" clId="{ECC296A0-5B09-42BE-8914-9A97CBE11E9B}" dt="2025-12-07T11:22:24.332" v="1384" actId="26606"/>
          <ac:spMkLst>
            <pc:docMk/>
            <pc:sldMk cId="2541158878" sldId="271"/>
            <ac:spMk id="55" creationId="{E10650BA-D090-4A23-98E3-B48BBAEA9201}"/>
          </ac:spMkLst>
        </pc:spChg>
        <pc:spChg chg="add">
          <ac:chgData name="GIULIA FILICICCHIA" userId="cb9b82e9-d681-4fbd-94e0-dca89213e694" providerId="ADAL" clId="{ECC296A0-5B09-42BE-8914-9A97CBE11E9B}" dt="2025-12-07T11:22:24.338" v="1385" actId="26606"/>
          <ac:spMkLst>
            <pc:docMk/>
            <pc:sldMk cId="2541158878" sldId="271"/>
            <ac:spMk id="64" creationId="{C0763A76-9F1C-4FC5-82B7-DD475DA461B2}"/>
          </ac:spMkLst>
        </pc:spChg>
        <pc:spChg chg="add">
          <ac:chgData name="GIULIA FILICICCHIA" userId="cb9b82e9-d681-4fbd-94e0-dca89213e694" providerId="ADAL" clId="{ECC296A0-5B09-42BE-8914-9A97CBE11E9B}" dt="2025-12-07T11:22:24.338" v="1385" actId="26606"/>
          <ac:spMkLst>
            <pc:docMk/>
            <pc:sldMk cId="2541158878" sldId="271"/>
            <ac:spMk id="65" creationId="{E81BF4F6-F2CF-4984-9D14-D6966D92F99F}"/>
          </ac:spMkLst>
        </pc:spChg>
        <pc:grpChg chg="add del">
          <ac:chgData name="GIULIA FILICICCHIA" userId="cb9b82e9-d681-4fbd-94e0-dca89213e694" providerId="ADAL" clId="{ECC296A0-5B09-42BE-8914-9A97CBE11E9B}" dt="2025-12-07T11:22:24.338" v="1385" actId="26606"/>
          <ac:grpSpMkLst>
            <pc:docMk/>
            <pc:sldMk cId="2541158878" sldId="271"/>
            <ac:grpSpMk id="47" creationId="{FFB939B9-73CE-4644-87BB-72AEBF001142}"/>
          </ac:grpSpMkLst>
        </pc:grpChg>
        <pc:grpChg chg="add del">
          <ac:chgData name="GIULIA FILICICCHIA" userId="cb9b82e9-d681-4fbd-94e0-dca89213e694" providerId="ADAL" clId="{ECC296A0-5B09-42BE-8914-9A97CBE11E9B}" dt="2025-12-07T11:22:24.332" v="1384" actId="26606"/>
          <ac:grpSpMkLst>
            <pc:docMk/>
            <pc:sldMk cId="2541158878" sldId="271"/>
            <ac:grpSpMk id="57" creationId="{FFB939B9-73CE-4644-87BB-72AEBF001142}"/>
          </ac:grpSpMkLst>
        </pc:grpChg>
        <pc:graphicFrameChg chg="add del">
          <ac:chgData name="GIULIA FILICICCHIA" userId="cb9b82e9-d681-4fbd-94e0-dca89213e694" providerId="ADAL" clId="{ECC296A0-5B09-42BE-8914-9A97CBE11E9B}" dt="2025-12-07T11:17:56.137" v="1355" actId="26606"/>
          <ac:graphicFrameMkLst>
            <pc:docMk/>
            <pc:sldMk cId="2541158878" sldId="271"/>
            <ac:graphicFrameMk id="14" creationId="{F043059D-4CA0-78A3-3D65-7E33FA4E5D6A}"/>
          </ac:graphicFrameMkLst>
        </pc:graphicFrameChg>
        <pc:graphicFrameChg chg="add del">
          <ac:chgData name="GIULIA FILICICCHIA" userId="cb9b82e9-d681-4fbd-94e0-dca89213e694" providerId="ADAL" clId="{ECC296A0-5B09-42BE-8914-9A97CBE11E9B}" dt="2025-12-07T11:19:13.447" v="1364" actId="26606"/>
          <ac:graphicFrameMkLst>
            <pc:docMk/>
            <pc:sldMk cId="2541158878" sldId="271"/>
            <ac:graphicFrameMk id="39" creationId="{605CABDA-6E66-5020-5F2C-D97FCB157F4D}"/>
          </ac:graphicFrameMkLst>
        </pc:graphicFrameChg>
        <pc:graphicFrameChg chg="add del">
          <ac:chgData name="GIULIA FILICICCHIA" userId="cb9b82e9-d681-4fbd-94e0-dca89213e694" providerId="ADAL" clId="{ECC296A0-5B09-42BE-8914-9A97CBE11E9B}" dt="2025-12-07T11:19:19.264" v="1366" actId="26606"/>
          <ac:graphicFrameMkLst>
            <pc:docMk/>
            <pc:sldMk cId="2541158878" sldId="271"/>
            <ac:graphicFrameMk id="43" creationId="{E201425D-A5D1-D81D-3A60-148751F7B187}"/>
          </ac:graphicFrameMkLst>
        </pc:graphicFrameChg>
        <pc:graphicFrameChg chg="add del mod">
          <ac:chgData name="GIULIA FILICICCHIA" userId="cb9b82e9-d681-4fbd-94e0-dca89213e694" providerId="ADAL" clId="{ECC296A0-5B09-42BE-8914-9A97CBE11E9B}" dt="2025-12-07T11:20:41.056" v="1377" actId="478"/>
          <ac:graphicFrameMkLst>
            <pc:docMk/>
            <pc:sldMk cId="2541158878" sldId="271"/>
            <ac:graphicFrameMk id="51" creationId="{6222D35D-8B17-5FAB-9B55-D1828EB8BFD7}"/>
          </ac:graphicFrameMkLst>
        </pc:graphicFrameChg>
        <pc:picChg chg="add del">
          <ac:chgData name="GIULIA FILICICCHIA" userId="cb9b82e9-d681-4fbd-94e0-dca89213e694" providerId="ADAL" clId="{ECC296A0-5B09-42BE-8914-9A97CBE11E9B}" dt="2025-12-07T11:17:30.478" v="1342" actId="26606"/>
          <ac:picMkLst>
            <pc:docMk/>
            <pc:sldMk cId="2541158878" sldId="271"/>
            <ac:picMk id="5" creationId="{0E6D32E8-4DD6-3888-AFBF-B831B79FA253}"/>
          </ac:picMkLst>
        </pc:picChg>
        <pc:picChg chg="add del">
          <ac:chgData name="GIULIA FILICICCHIA" userId="cb9b82e9-d681-4fbd-94e0-dca89213e694" providerId="ADAL" clId="{ECC296A0-5B09-42BE-8914-9A97CBE11E9B}" dt="2025-12-07T11:17:50.778" v="1353" actId="26606"/>
          <ac:picMkLst>
            <pc:docMk/>
            <pc:sldMk cId="2541158878" sldId="271"/>
            <ac:picMk id="7" creationId="{E983D769-763E-08FB-6800-EA42E4D87F1C}"/>
          </ac:picMkLst>
        </pc:picChg>
        <pc:picChg chg="add del">
          <ac:chgData name="GIULIA FILICICCHIA" userId="cb9b82e9-d681-4fbd-94e0-dca89213e694" providerId="ADAL" clId="{ECC296A0-5B09-42BE-8914-9A97CBE11E9B}" dt="2025-12-07T11:17:56.137" v="1355" actId="26606"/>
          <ac:picMkLst>
            <pc:docMk/>
            <pc:sldMk cId="2541158878" sldId="271"/>
            <ac:picMk id="13" creationId="{C8A23028-3C24-AE53-68D1-C93D51B513CF}"/>
          </ac:picMkLst>
        </pc:picChg>
        <pc:picChg chg="add del">
          <ac:chgData name="GIULIA FILICICCHIA" userId="cb9b82e9-d681-4fbd-94e0-dca89213e694" providerId="ADAL" clId="{ECC296A0-5B09-42BE-8914-9A97CBE11E9B}" dt="2025-12-07T11:18:04.557" v="1357" actId="26606"/>
          <ac:picMkLst>
            <pc:docMk/>
            <pc:sldMk cId="2541158878" sldId="271"/>
            <ac:picMk id="19" creationId="{A5004450-9831-3154-3B83-C9F484F4A62C}"/>
          </ac:picMkLst>
        </pc:picChg>
        <pc:picChg chg="add del">
          <ac:chgData name="GIULIA FILICICCHIA" userId="cb9b82e9-d681-4fbd-94e0-dca89213e694" providerId="ADAL" clId="{ECC296A0-5B09-42BE-8914-9A97CBE11E9B}" dt="2025-12-07T11:19:13.447" v="1364" actId="26606"/>
          <ac:picMkLst>
            <pc:docMk/>
            <pc:sldMk cId="2541158878" sldId="271"/>
            <ac:picMk id="28" creationId="{6CE49D54-E814-03DF-503A-6B7C352001B2}"/>
          </ac:picMkLst>
        </pc:picChg>
        <pc:picChg chg="add mod ord">
          <ac:chgData name="GIULIA FILICICCHIA" userId="cb9b82e9-d681-4fbd-94e0-dca89213e694" providerId="ADAL" clId="{ECC296A0-5B09-42BE-8914-9A97CBE11E9B}" dt="2025-12-07T11:22:24.338" v="1385" actId="26606"/>
          <ac:picMkLst>
            <pc:docMk/>
            <pc:sldMk cId="2541158878" sldId="271"/>
            <ac:picMk id="30" creationId="{72E1180B-DC65-62BE-DCB4-FF7A45F12430}"/>
          </ac:picMkLst>
        </pc:picChg>
        <pc:picChg chg="add del">
          <ac:chgData name="GIULIA FILICICCHIA" userId="cb9b82e9-d681-4fbd-94e0-dca89213e694" providerId="ADAL" clId="{ECC296A0-5B09-42BE-8914-9A97CBE11E9B}" dt="2025-12-07T11:20:05.363" v="1368" actId="478"/>
          <ac:picMkLst>
            <pc:docMk/>
            <pc:sldMk cId="2541158878" sldId="271"/>
            <ac:picMk id="46" creationId="{A9EBD548-2802-240B-A6EB-335C26726459}"/>
          </ac:picMkLst>
        </pc:picChg>
      </pc:sldChg>
      <pc:sldChg chg="addSp delSp modSp new mod setBg">
        <pc:chgData name="GIULIA FILICICCHIA" userId="cb9b82e9-d681-4fbd-94e0-dca89213e694" providerId="ADAL" clId="{ECC296A0-5B09-42BE-8914-9A97CBE11E9B}" dt="2025-12-07T11:26:19.962" v="1419" actId="27636"/>
        <pc:sldMkLst>
          <pc:docMk/>
          <pc:sldMk cId="190419596" sldId="272"/>
        </pc:sldMkLst>
        <pc:spChg chg="mod ord">
          <ac:chgData name="GIULIA FILICICCHIA" userId="cb9b82e9-d681-4fbd-94e0-dca89213e694" providerId="ADAL" clId="{ECC296A0-5B09-42BE-8914-9A97CBE11E9B}" dt="2025-12-07T11:26:09.258" v="1416" actId="242"/>
          <ac:spMkLst>
            <pc:docMk/>
            <pc:sldMk cId="190419596" sldId="272"/>
            <ac:spMk id="2" creationId="{9D73445A-EF6D-860D-B339-892CF21E8D8D}"/>
          </ac:spMkLst>
        </pc:spChg>
        <pc:spChg chg="mod ord">
          <ac:chgData name="GIULIA FILICICCHIA" userId="cb9b82e9-d681-4fbd-94e0-dca89213e694" providerId="ADAL" clId="{ECC296A0-5B09-42BE-8914-9A97CBE11E9B}" dt="2025-12-07T11:26:19.962" v="1419" actId="27636"/>
          <ac:spMkLst>
            <pc:docMk/>
            <pc:sldMk cId="190419596" sldId="272"/>
            <ac:spMk id="3" creationId="{1F15B267-E634-0AC5-888F-FED8052DB74C}"/>
          </ac:spMkLst>
        </pc:spChg>
        <pc:spChg chg="add del mod">
          <ac:chgData name="GIULIA FILICICCHIA" userId="cb9b82e9-d681-4fbd-94e0-dca89213e694" providerId="ADAL" clId="{ECC296A0-5B09-42BE-8914-9A97CBE11E9B}" dt="2025-12-07T11:25:12.300" v="1408" actId="478"/>
          <ac:spMkLst>
            <pc:docMk/>
            <pc:sldMk cId="190419596" sldId="272"/>
            <ac:spMk id="6" creationId="{BA07E9C1-675C-39B7-41F6-E6BE2B532D66}"/>
          </ac:spMkLst>
        </pc:spChg>
        <pc:spChg chg="add del">
          <ac:chgData name="GIULIA FILICICCHIA" userId="cb9b82e9-d681-4fbd-94e0-dca89213e694" providerId="ADAL" clId="{ECC296A0-5B09-42BE-8914-9A97CBE11E9B}" dt="2025-12-07T11:25:33.063" v="1410" actId="26606"/>
          <ac:spMkLst>
            <pc:docMk/>
            <pc:sldMk cId="190419596" sldId="272"/>
            <ac:spMk id="10" creationId="{D7A453D2-15D8-4403-815F-291FA16340D9}"/>
          </ac:spMkLst>
        </pc:spChg>
        <pc:spChg chg="add del">
          <ac:chgData name="GIULIA FILICICCHIA" userId="cb9b82e9-d681-4fbd-94e0-dca89213e694" providerId="ADAL" clId="{ECC296A0-5B09-42BE-8914-9A97CBE11E9B}" dt="2025-12-07T11:25:33.063" v="1410" actId="26606"/>
          <ac:spMkLst>
            <pc:docMk/>
            <pc:sldMk cId="190419596" sldId="272"/>
            <ac:spMk id="12" creationId="{8161EA6B-09CA-445B-AB0D-8DF76FA92DEF}"/>
          </ac:spMkLst>
        </pc:spChg>
        <pc:spChg chg="add del">
          <ac:chgData name="GIULIA FILICICCHIA" userId="cb9b82e9-d681-4fbd-94e0-dca89213e694" providerId="ADAL" clId="{ECC296A0-5B09-42BE-8914-9A97CBE11E9B}" dt="2025-12-07T11:25:33.063" v="1410" actId="26606"/>
          <ac:spMkLst>
            <pc:docMk/>
            <pc:sldMk cId="190419596" sldId="272"/>
            <ac:spMk id="22" creationId="{B8114C98-A349-4111-A123-E8EAB86ABE30}"/>
          </ac:spMkLst>
        </pc:spChg>
        <pc:spChg chg="add del">
          <ac:chgData name="GIULIA FILICICCHIA" userId="cb9b82e9-d681-4fbd-94e0-dca89213e694" providerId="ADAL" clId="{ECC296A0-5B09-42BE-8914-9A97CBE11E9B}" dt="2025-12-07T11:25:33.063" v="1410" actId="26606"/>
          <ac:spMkLst>
            <pc:docMk/>
            <pc:sldMk cId="190419596" sldId="272"/>
            <ac:spMk id="36" creationId="{E2D3D3F2-ABBB-4453-B1C5-1BEBF7E4DD56}"/>
          </ac:spMkLst>
        </pc:spChg>
        <pc:spChg chg="add del">
          <ac:chgData name="GIULIA FILICICCHIA" userId="cb9b82e9-d681-4fbd-94e0-dca89213e694" providerId="ADAL" clId="{ECC296A0-5B09-42BE-8914-9A97CBE11E9B}" dt="2025-12-07T11:25:51.099" v="1413" actId="26606"/>
          <ac:spMkLst>
            <pc:docMk/>
            <pc:sldMk cId="190419596" sldId="272"/>
            <ac:spMk id="44" creationId="{305265DC-CF6B-4AE8-B3F3-2A7A16374D31}"/>
          </ac:spMkLst>
        </pc:spChg>
        <pc:spChg chg="add">
          <ac:chgData name="GIULIA FILICICCHIA" userId="cb9b82e9-d681-4fbd-94e0-dca89213e694" providerId="ADAL" clId="{ECC296A0-5B09-42BE-8914-9A97CBE11E9B}" dt="2025-12-07T11:25:51.099" v="1413" actId="26606"/>
          <ac:spMkLst>
            <pc:docMk/>
            <pc:sldMk cId="190419596" sldId="272"/>
            <ac:spMk id="52" creationId="{305265DC-CF6B-4AE8-B3F3-2A7A16374D31}"/>
          </ac:spMkLst>
        </pc:spChg>
        <pc:grpChg chg="add del">
          <ac:chgData name="GIULIA FILICICCHIA" userId="cb9b82e9-d681-4fbd-94e0-dca89213e694" providerId="ADAL" clId="{ECC296A0-5B09-42BE-8914-9A97CBE11E9B}" dt="2025-12-07T11:25:33.063" v="1410" actId="26606"/>
          <ac:grpSpMkLst>
            <pc:docMk/>
            <pc:sldMk cId="190419596" sldId="272"/>
            <ac:grpSpMk id="24" creationId="{670FB431-AE18-414D-92F4-1D12D1991152}"/>
          </ac:grpSpMkLst>
        </pc:grpChg>
        <pc:grpChg chg="add del">
          <ac:chgData name="GIULIA FILICICCHIA" userId="cb9b82e9-d681-4fbd-94e0-dca89213e694" providerId="ADAL" clId="{ECC296A0-5B09-42BE-8914-9A97CBE11E9B}" dt="2025-12-07T11:25:33.063" v="1410" actId="26606"/>
          <ac:grpSpMkLst>
            <pc:docMk/>
            <pc:sldMk cId="190419596" sldId="272"/>
            <ac:grpSpMk id="30" creationId="{AF19A774-30A5-488B-9BAF-629C6440294E}"/>
          </ac:grpSpMkLst>
        </pc:grpChg>
        <pc:grpChg chg="add del">
          <ac:chgData name="GIULIA FILICICCHIA" userId="cb9b82e9-d681-4fbd-94e0-dca89213e694" providerId="ADAL" clId="{ECC296A0-5B09-42BE-8914-9A97CBE11E9B}" dt="2025-12-07T11:25:33.063" v="1410" actId="26606"/>
          <ac:grpSpMkLst>
            <pc:docMk/>
            <pc:sldMk cId="190419596" sldId="272"/>
            <ac:grpSpMk id="38" creationId="{8214E4A5-A0D2-42C4-8D14-D2A7E495F041}"/>
          </ac:grpSpMkLst>
        </pc:grpChg>
        <pc:grpChg chg="add del">
          <ac:chgData name="GIULIA FILICICCHIA" userId="cb9b82e9-d681-4fbd-94e0-dca89213e694" providerId="ADAL" clId="{ECC296A0-5B09-42BE-8914-9A97CBE11E9B}" dt="2025-12-07T11:25:51.099" v="1413" actId="26606"/>
          <ac:grpSpMkLst>
            <pc:docMk/>
            <pc:sldMk cId="190419596" sldId="272"/>
            <ac:grpSpMk id="45" creationId="{37EA779C-87BF-454F-919D-A3DA98FD8A79}"/>
          </ac:grpSpMkLst>
        </pc:grpChg>
        <pc:grpChg chg="add">
          <ac:chgData name="GIULIA FILICICCHIA" userId="cb9b82e9-d681-4fbd-94e0-dca89213e694" providerId="ADAL" clId="{ECC296A0-5B09-42BE-8914-9A97CBE11E9B}" dt="2025-12-07T11:25:51.099" v="1413" actId="26606"/>
          <ac:grpSpMkLst>
            <pc:docMk/>
            <pc:sldMk cId="190419596" sldId="272"/>
            <ac:grpSpMk id="54" creationId="{37EA779C-87BF-454F-919D-A3DA98FD8A79}"/>
          </ac:grpSpMkLst>
        </pc:grpChg>
        <pc:picChg chg="add del mod ord">
          <ac:chgData name="GIULIA FILICICCHIA" userId="cb9b82e9-d681-4fbd-94e0-dca89213e694" providerId="ADAL" clId="{ECC296A0-5B09-42BE-8914-9A97CBE11E9B}" dt="2025-12-07T11:25:40.139" v="1412" actId="478"/>
          <ac:picMkLst>
            <pc:docMk/>
            <pc:sldMk cId="190419596" sldId="272"/>
            <ac:picMk id="5" creationId="{F83BC41C-73DD-8583-2551-D546D48D67D6}"/>
          </ac:picMkLst>
        </pc:picChg>
        <pc:picChg chg="add">
          <ac:chgData name="GIULIA FILICICCHIA" userId="cb9b82e9-d681-4fbd-94e0-dca89213e694" providerId="ADAL" clId="{ECC296A0-5B09-42BE-8914-9A97CBE11E9B}" dt="2025-12-07T11:25:51.099" v="1413" actId="26606"/>
          <ac:picMkLst>
            <pc:docMk/>
            <pc:sldMk cId="190419596" sldId="272"/>
            <ac:picMk id="48" creationId="{5682FAB9-08F9-45D1-9B79-0C88A63A521F}"/>
          </ac:picMkLst>
        </pc:picChg>
      </pc:sldChg>
      <pc:sldChg chg="addSp delSp modSp new mod setBg">
        <pc:chgData name="GIULIA FILICICCHIA" userId="cb9b82e9-d681-4fbd-94e0-dca89213e694" providerId="ADAL" clId="{ECC296A0-5B09-42BE-8914-9A97CBE11E9B}" dt="2025-12-07T15:02:27.322" v="1534" actId="1076"/>
        <pc:sldMkLst>
          <pc:docMk/>
          <pc:sldMk cId="534403575" sldId="273"/>
        </pc:sldMkLst>
        <pc:spChg chg="mod">
          <ac:chgData name="GIULIA FILICICCHIA" userId="cb9b82e9-d681-4fbd-94e0-dca89213e694" providerId="ADAL" clId="{ECC296A0-5B09-42BE-8914-9A97CBE11E9B}" dt="2025-12-07T15:02:27.322" v="1534" actId="1076"/>
          <ac:spMkLst>
            <pc:docMk/>
            <pc:sldMk cId="534403575" sldId="273"/>
            <ac:spMk id="2" creationId="{2E199178-BFAD-B3DE-D4E5-C92746270BEA}"/>
          </ac:spMkLst>
        </pc:spChg>
        <pc:spChg chg="del mod">
          <ac:chgData name="GIULIA FILICICCHIA" userId="cb9b82e9-d681-4fbd-94e0-dca89213e694" providerId="ADAL" clId="{ECC296A0-5B09-42BE-8914-9A97CBE11E9B}" dt="2025-12-07T15:02:04.667" v="1531" actId="26606"/>
          <ac:spMkLst>
            <pc:docMk/>
            <pc:sldMk cId="534403575" sldId="273"/>
            <ac:spMk id="3" creationId="{AF9867FB-8716-D284-F074-5502A2C1A2BE}"/>
          </ac:spMkLst>
        </pc:spChg>
        <pc:spChg chg="add">
          <ac:chgData name="GIULIA FILICICCHIA" userId="cb9b82e9-d681-4fbd-94e0-dca89213e694" providerId="ADAL" clId="{ECC296A0-5B09-42BE-8914-9A97CBE11E9B}" dt="2025-12-07T15:02:04.667" v="1531" actId="26606"/>
          <ac:spMkLst>
            <pc:docMk/>
            <pc:sldMk cId="534403575" sldId="273"/>
            <ac:spMk id="9" creationId="{0C541B88-1AE9-40C3-AFD5-967787C1979F}"/>
          </ac:spMkLst>
        </pc:spChg>
        <pc:spChg chg="add">
          <ac:chgData name="GIULIA FILICICCHIA" userId="cb9b82e9-d681-4fbd-94e0-dca89213e694" providerId="ADAL" clId="{ECC296A0-5B09-42BE-8914-9A97CBE11E9B}" dt="2025-12-07T15:02:04.667" v="1531" actId="26606"/>
          <ac:spMkLst>
            <pc:docMk/>
            <pc:sldMk cId="534403575" sldId="273"/>
            <ac:spMk id="11" creationId="{E5F17139-31EE-46AC-B04F-DBBD852DD6CB}"/>
          </ac:spMkLst>
        </pc:spChg>
        <pc:spChg chg="add">
          <ac:chgData name="GIULIA FILICICCHIA" userId="cb9b82e9-d681-4fbd-94e0-dca89213e694" providerId="ADAL" clId="{ECC296A0-5B09-42BE-8914-9A97CBE11E9B}" dt="2025-12-07T15:02:04.667" v="1531" actId="26606"/>
          <ac:spMkLst>
            <pc:docMk/>
            <pc:sldMk cId="534403575" sldId="273"/>
            <ac:spMk id="17" creationId="{89D16701-DA76-4F72-BB63-E2C3FFBDFE0F}"/>
          </ac:spMkLst>
        </pc:spChg>
        <pc:spChg chg="add">
          <ac:chgData name="GIULIA FILICICCHIA" userId="cb9b82e9-d681-4fbd-94e0-dca89213e694" providerId="ADAL" clId="{ECC296A0-5B09-42BE-8914-9A97CBE11E9B}" dt="2025-12-07T15:02:04.667" v="1531" actId="26606"/>
          <ac:spMkLst>
            <pc:docMk/>
            <pc:sldMk cId="534403575" sldId="273"/>
            <ac:spMk id="19" creationId="{1CC28BE1-9DC6-43FE-9582-39F091098D77}"/>
          </ac:spMkLst>
        </pc:spChg>
        <pc:grpChg chg="add">
          <ac:chgData name="GIULIA FILICICCHIA" userId="cb9b82e9-d681-4fbd-94e0-dca89213e694" providerId="ADAL" clId="{ECC296A0-5B09-42BE-8914-9A97CBE11E9B}" dt="2025-12-07T15:02:04.667" v="1531" actId="26606"/>
          <ac:grpSpMkLst>
            <pc:docMk/>
            <pc:sldMk cId="534403575" sldId="273"/>
            <ac:grpSpMk id="13" creationId="{7CF625D3-71A3-4F30-A096-8EF334E959D0}"/>
          </ac:grpSpMkLst>
        </pc:grpChg>
        <pc:grpChg chg="add">
          <ac:chgData name="GIULIA FILICICCHIA" userId="cb9b82e9-d681-4fbd-94e0-dca89213e694" providerId="ADAL" clId="{ECC296A0-5B09-42BE-8914-9A97CBE11E9B}" dt="2025-12-07T15:02:04.667" v="1531" actId="26606"/>
          <ac:grpSpMkLst>
            <pc:docMk/>
            <pc:sldMk cId="534403575" sldId="273"/>
            <ac:grpSpMk id="21" creationId="{AF9AF3F3-CE0C-4125-BDD7-346487FA0B40}"/>
          </ac:grpSpMkLst>
        </pc:grpChg>
        <pc:graphicFrameChg chg="add">
          <ac:chgData name="GIULIA FILICICCHIA" userId="cb9b82e9-d681-4fbd-94e0-dca89213e694" providerId="ADAL" clId="{ECC296A0-5B09-42BE-8914-9A97CBE11E9B}" dt="2025-12-07T15:02:04.667" v="1531" actId="26606"/>
          <ac:graphicFrameMkLst>
            <pc:docMk/>
            <pc:sldMk cId="534403575" sldId="273"/>
            <ac:graphicFrameMk id="5" creationId="{332A182A-E0DB-1A01-C2BF-5D73F1BDD8D6}"/>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6D5EA1-92A0-4C04-85F7-02B0A140CCD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C77409D-2A45-4747-80F5-4F09D17D165A}">
      <dgm:prSet/>
      <dgm:spPr/>
      <dgm:t>
        <a:bodyPr/>
        <a:lstStyle/>
        <a:p>
          <a:r>
            <a:rPr lang="en-US"/>
            <a:t>As a player, I want to launch the game and access the main menu, so that I can choose to start, continue, or configure my game.</a:t>
          </a:r>
        </a:p>
      </dgm:t>
    </dgm:pt>
    <dgm:pt modelId="{84874FA6-4B72-4F28-821B-1B0AEB01210F}" type="parTrans" cxnId="{D7C55F6B-D9DE-42DE-8647-4F200CAAAF11}">
      <dgm:prSet/>
      <dgm:spPr/>
      <dgm:t>
        <a:bodyPr/>
        <a:lstStyle/>
        <a:p>
          <a:endParaRPr lang="en-US"/>
        </a:p>
      </dgm:t>
    </dgm:pt>
    <dgm:pt modelId="{6F59D428-A053-4877-A579-3999D53F9383}" type="sibTrans" cxnId="{D7C55F6B-D9DE-42DE-8647-4F200CAAAF11}">
      <dgm:prSet/>
      <dgm:spPr/>
      <dgm:t>
        <a:bodyPr/>
        <a:lstStyle/>
        <a:p>
          <a:endParaRPr lang="en-US"/>
        </a:p>
      </dgm:t>
    </dgm:pt>
    <dgm:pt modelId="{1C5448A4-01BE-4DA0-8921-7DAB86F14B62}">
      <dgm:prSet/>
      <dgm:spPr/>
      <dgm:t>
        <a:bodyPr/>
        <a:lstStyle/>
        <a:p>
          <a:r>
            <a:rPr lang="en-US"/>
            <a:t>Acceptance criteria: the game launches and the main menu is showed.</a:t>
          </a:r>
        </a:p>
      </dgm:t>
    </dgm:pt>
    <dgm:pt modelId="{ACB1A1F1-CB3D-4B92-B436-390BE660AEA9}" type="parTrans" cxnId="{836F3560-3CCF-4C70-A779-665C8AFD5D70}">
      <dgm:prSet/>
      <dgm:spPr/>
      <dgm:t>
        <a:bodyPr/>
        <a:lstStyle/>
        <a:p>
          <a:endParaRPr lang="en-US"/>
        </a:p>
      </dgm:t>
    </dgm:pt>
    <dgm:pt modelId="{969F6EAE-D01A-429E-ACE7-A207A8EA9503}" type="sibTrans" cxnId="{836F3560-3CCF-4C70-A779-665C8AFD5D70}">
      <dgm:prSet/>
      <dgm:spPr/>
      <dgm:t>
        <a:bodyPr/>
        <a:lstStyle/>
        <a:p>
          <a:endParaRPr lang="en-US"/>
        </a:p>
      </dgm:t>
    </dgm:pt>
    <dgm:pt modelId="{065D15A9-D6A6-4C6B-82EC-6B9572E12772}">
      <dgm:prSet/>
      <dgm:spPr/>
      <dgm:t>
        <a:bodyPr/>
        <a:lstStyle/>
        <a:p>
          <a:r>
            <a:rPr lang="en-US"/>
            <a:t>Pattern: Singleton</a:t>
          </a:r>
        </a:p>
      </dgm:t>
    </dgm:pt>
    <dgm:pt modelId="{9A8DF52F-B4F4-4E4A-9A5F-06D323C91966}" type="parTrans" cxnId="{5DC5F5AD-1C4E-4565-8547-2F59A97FDBCB}">
      <dgm:prSet/>
      <dgm:spPr/>
      <dgm:t>
        <a:bodyPr/>
        <a:lstStyle/>
        <a:p>
          <a:endParaRPr lang="en-US"/>
        </a:p>
      </dgm:t>
    </dgm:pt>
    <dgm:pt modelId="{E64E4DC4-712F-430B-AFE3-A3AB2B15D6D8}" type="sibTrans" cxnId="{5DC5F5AD-1C4E-4565-8547-2F59A97FDBCB}">
      <dgm:prSet/>
      <dgm:spPr/>
      <dgm:t>
        <a:bodyPr/>
        <a:lstStyle/>
        <a:p>
          <a:endParaRPr lang="en-US"/>
        </a:p>
      </dgm:t>
    </dgm:pt>
    <dgm:pt modelId="{88657575-595B-481C-9CC8-6862E9E5FB86}" type="pres">
      <dgm:prSet presAssocID="{946D5EA1-92A0-4C04-85F7-02B0A140CCDA}" presName="root" presStyleCnt="0">
        <dgm:presLayoutVars>
          <dgm:dir/>
          <dgm:resizeHandles val="exact"/>
        </dgm:presLayoutVars>
      </dgm:prSet>
      <dgm:spPr/>
    </dgm:pt>
    <dgm:pt modelId="{4BA2CD32-1C44-4773-81A7-C0D4E61A5AB7}" type="pres">
      <dgm:prSet presAssocID="{9C77409D-2A45-4747-80F5-4F09D17D165A}" presName="compNode" presStyleCnt="0"/>
      <dgm:spPr/>
    </dgm:pt>
    <dgm:pt modelId="{6FDB1E62-1B90-4700-89FA-10C01D129410}" type="pres">
      <dgm:prSet presAssocID="{9C77409D-2A45-4747-80F5-4F09D17D165A}" presName="bgRect" presStyleLbl="bgShp" presStyleIdx="0" presStyleCnt="3"/>
      <dgm:spPr/>
    </dgm:pt>
    <dgm:pt modelId="{A6AC1CE1-F139-45AE-9F5D-FDEBBDE6CBBE}" type="pres">
      <dgm:prSet presAssocID="{9C77409D-2A45-4747-80F5-4F09D17D165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bro di giochi"/>
        </a:ext>
      </dgm:extLst>
    </dgm:pt>
    <dgm:pt modelId="{DDDAE86C-A01C-4A66-9E51-49C9C02DECED}" type="pres">
      <dgm:prSet presAssocID="{9C77409D-2A45-4747-80F5-4F09D17D165A}" presName="spaceRect" presStyleCnt="0"/>
      <dgm:spPr/>
    </dgm:pt>
    <dgm:pt modelId="{99B845FB-01CC-4EB6-92E4-8480887060B0}" type="pres">
      <dgm:prSet presAssocID="{9C77409D-2A45-4747-80F5-4F09D17D165A}" presName="parTx" presStyleLbl="revTx" presStyleIdx="0" presStyleCnt="3">
        <dgm:presLayoutVars>
          <dgm:chMax val="0"/>
          <dgm:chPref val="0"/>
        </dgm:presLayoutVars>
      </dgm:prSet>
      <dgm:spPr/>
    </dgm:pt>
    <dgm:pt modelId="{F6CD65D6-94E3-4B7C-ADDB-6B1CC9B32BAF}" type="pres">
      <dgm:prSet presAssocID="{6F59D428-A053-4877-A579-3999D53F9383}" presName="sibTrans" presStyleCnt="0"/>
      <dgm:spPr/>
    </dgm:pt>
    <dgm:pt modelId="{63B75DB3-5E78-47C9-A211-A507B8AB567C}" type="pres">
      <dgm:prSet presAssocID="{1C5448A4-01BE-4DA0-8921-7DAB86F14B62}" presName="compNode" presStyleCnt="0"/>
      <dgm:spPr/>
    </dgm:pt>
    <dgm:pt modelId="{0C439C05-E3DA-4022-BC99-642E8E3EE121}" type="pres">
      <dgm:prSet presAssocID="{1C5448A4-01BE-4DA0-8921-7DAB86F14B62}" presName="bgRect" presStyleLbl="bgShp" presStyleIdx="1" presStyleCnt="3"/>
      <dgm:spPr/>
    </dgm:pt>
    <dgm:pt modelId="{E0B68A32-64BA-4C70-A040-1835F6AF5808}" type="pres">
      <dgm:prSet presAssocID="{1C5448A4-01BE-4DA0-8921-7DAB86F14B6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do"/>
        </a:ext>
      </dgm:extLst>
    </dgm:pt>
    <dgm:pt modelId="{C628E848-6154-4057-BAE6-5FEC041E8992}" type="pres">
      <dgm:prSet presAssocID="{1C5448A4-01BE-4DA0-8921-7DAB86F14B62}" presName="spaceRect" presStyleCnt="0"/>
      <dgm:spPr/>
    </dgm:pt>
    <dgm:pt modelId="{65DD3097-3472-41AD-A195-4BC459963CDF}" type="pres">
      <dgm:prSet presAssocID="{1C5448A4-01BE-4DA0-8921-7DAB86F14B62}" presName="parTx" presStyleLbl="revTx" presStyleIdx="1" presStyleCnt="3">
        <dgm:presLayoutVars>
          <dgm:chMax val="0"/>
          <dgm:chPref val="0"/>
        </dgm:presLayoutVars>
      </dgm:prSet>
      <dgm:spPr/>
    </dgm:pt>
    <dgm:pt modelId="{0B4A8BDD-AFFD-43A1-BF7A-1227EB35EB97}" type="pres">
      <dgm:prSet presAssocID="{969F6EAE-D01A-429E-ACE7-A207A8EA9503}" presName="sibTrans" presStyleCnt="0"/>
      <dgm:spPr/>
    </dgm:pt>
    <dgm:pt modelId="{7CC717E7-44A6-4168-A3B6-BB0D56CC22DC}" type="pres">
      <dgm:prSet presAssocID="{065D15A9-D6A6-4C6B-82EC-6B9572E12772}" presName="compNode" presStyleCnt="0"/>
      <dgm:spPr/>
    </dgm:pt>
    <dgm:pt modelId="{1F1F13AC-1B21-4549-9290-145AE0D49428}" type="pres">
      <dgm:prSet presAssocID="{065D15A9-D6A6-4C6B-82EC-6B9572E12772}" presName="bgRect" presStyleLbl="bgShp" presStyleIdx="2" presStyleCnt="3"/>
      <dgm:spPr/>
    </dgm:pt>
    <dgm:pt modelId="{39CC5301-C3D4-4693-AF87-8D01706211DC}" type="pres">
      <dgm:prSet presAssocID="{065D15A9-D6A6-4C6B-82EC-6B9572E1277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agramma di flusso"/>
        </a:ext>
      </dgm:extLst>
    </dgm:pt>
    <dgm:pt modelId="{FCC832A1-11EA-46F6-8D8D-C7E1DF2E62EB}" type="pres">
      <dgm:prSet presAssocID="{065D15A9-D6A6-4C6B-82EC-6B9572E12772}" presName="spaceRect" presStyleCnt="0"/>
      <dgm:spPr/>
    </dgm:pt>
    <dgm:pt modelId="{4B812115-F87A-435D-8B0E-36F24BA800BA}" type="pres">
      <dgm:prSet presAssocID="{065D15A9-D6A6-4C6B-82EC-6B9572E12772}" presName="parTx" presStyleLbl="revTx" presStyleIdx="2" presStyleCnt="3">
        <dgm:presLayoutVars>
          <dgm:chMax val="0"/>
          <dgm:chPref val="0"/>
        </dgm:presLayoutVars>
      </dgm:prSet>
      <dgm:spPr/>
    </dgm:pt>
  </dgm:ptLst>
  <dgm:cxnLst>
    <dgm:cxn modelId="{515BD707-D914-4920-80D0-6E07A9423560}" type="presOf" srcId="{9C77409D-2A45-4747-80F5-4F09D17D165A}" destId="{99B845FB-01CC-4EB6-92E4-8480887060B0}" srcOrd="0" destOrd="0" presId="urn:microsoft.com/office/officeart/2018/2/layout/IconVerticalSolidList"/>
    <dgm:cxn modelId="{5D5AD11F-98AC-4C1B-B3CD-9EAE840812FA}" type="presOf" srcId="{946D5EA1-92A0-4C04-85F7-02B0A140CCDA}" destId="{88657575-595B-481C-9CC8-6862E9E5FB86}" srcOrd="0" destOrd="0" presId="urn:microsoft.com/office/officeart/2018/2/layout/IconVerticalSolidList"/>
    <dgm:cxn modelId="{1E5DC838-ADFF-41B1-9B27-22BF0AB57265}" type="presOf" srcId="{065D15A9-D6A6-4C6B-82EC-6B9572E12772}" destId="{4B812115-F87A-435D-8B0E-36F24BA800BA}" srcOrd="0" destOrd="0" presId="urn:microsoft.com/office/officeart/2018/2/layout/IconVerticalSolidList"/>
    <dgm:cxn modelId="{836F3560-3CCF-4C70-A779-665C8AFD5D70}" srcId="{946D5EA1-92A0-4C04-85F7-02B0A140CCDA}" destId="{1C5448A4-01BE-4DA0-8921-7DAB86F14B62}" srcOrd="1" destOrd="0" parTransId="{ACB1A1F1-CB3D-4B92-B436-390BE660AEA9}" sibTransId="{969F6EAE-D01A-429E-ACE7-A207A8EA9503}"/>
    <dgm:cxn modelId="{D7C55F6B-D9DE-42DE-8647-4F200CAAAF11}" srcId="{946D5EA1-92A0-4C04-85F7-02B0A140CCDA}" destId="{9C77409D-2A45-4747-80F5-4F09D17D165A}" srcOrd="0" destOrd="0" parTransId="{84874FA6-4B72-4F28-821B-1B0AEB01210F}" sibTransId="{6F59D428-A053-4877-A579-3999D53F9383}"/>
    <dgm:cxn modelId="{5DC5F5AD-1C4E-4565-8547-2F59A97FDBCB}" srcId="{946D5EA1-92A0-4C04-85F7-02B0A140CCDA}" destId="{065D15A9-D6A6-4C6B-82EC-6B9572E12772}" srcOrd="2" destOrd="0" parTransId="{9A8DF52F-B4F4-4E4A-9A5F-06D323C91966}" sibTransId="{E64E4DC4-712F-430B-AFE3-A3AB2B15D6D8}"/>
    <dgm:cxn modelId="{10AE43BD-BA60-4485-9149-6BE690A3A98C}" type="presOf" srcId="{1C5448A4-01BE-4DA0-8921-7DAB86F14B62}" destId="{65DD3097-3472-41AD-A195-4BC459963CDF}" srcOrd="0" destOrd="0" presId="urn:microsoft.com/office/officeart/2018/2/layout/IconVerticalSolidList"/>
    <dgm:cxn modelId="{3B83AFCF-82B2-48B8-A534-81950152DB4B}" type="presParOf" srcId="{88657575-595B-481C-9CC8-6862E9E5FB86}" destId="{4BA2CD32-1C44-4773-81A7-C0D4E61A5AB7}" srcOrd="0" destOrd="0" presId="urn:microsoft.com/office/officeart/2018/2/layout/IconVerticalSolidList"/>
    <dgm:cxn modelId="{4BA0D3D2-EB85-4F64-9126-B35F0E8AB721}" type="presParOf" srcId="{4BA2CD32-1C44-4773-81A7-C0D4E61A5AB7}" destId="{6FDB1E62-1B90-4700-89FA-10C01D129410}" srcOrd="0" destOrd="0" presId="urn:microsoft.com/office/officeart/2018/2/layout/IconVerticalSolidList"/>
    <dgm:cxn modelId="{FA45A2D8-7003-4C68-AF16-C0B9E01ED5C5}" type="presParOf" srcId="{4BA2CD32-1C44-4773-81A7-C0D4E61A5AB7}" destId="{A6AC1CE1-F139-45AE-9F5D-FDEBBDE6CBBE}" srcOrd="1" destOrd="0" presId="urn:microsoft.com/office/officeart/2018/2/layout/IconVerticalSolidList"/>
    <dgm:cxn modelId="{326042B0-B973-49CC-A917-6512BA9840EA}" type="presParOf" srcId="{4BA2CD32-1C44-4773-81A7-C0D4E61A5AB7}" destId="{DDDAE86C-A01C-4A66-9E51-49C9C02DECED}" srcOrd="2" destOrd="0" presId="urn:microsoft.com/office/officeart/2018/2/layout/IconVerticalSolidList"/>
    <dgm:cxn modelId="{7DF0276B-B6B2-4B10-9C5E-87449705FB17}" type="presParOf" srcId="{4BA2CD32-1C44-4773-81A7-C0D4E61A5AB7}" destId="{99B845FB-01CC-4EB6-92E4-8480887060B0}" srcOrd="3" destOrd="0" presId="urn:microsoft.com/office/officeart/2018/2/layout/IconVerticalSolidList"/>
    <dgm:cxn modelId="{870061DF-71AD-41B4-9FFF-635691245C53}" type="presParOf" srcId="{88657575-595B-481C-9CC8-6862E9E5FB86}" destId="{F6CD65D6-94E3-4B7C-ADDB-6B1CC9B32BAF}" srcOrd="1" destOrd="0" presId="urn:microsoft.com/office/officeart/2018/2/layout/IconVerticalSolidList"/>
    <dgm:cxn modelId="{96B977D3-5E39-4A49-A1BB-1F7553B1A1DF}" type="presParOf" srcId="{88657575-595B-481C-9CC8-6862E9E5FB86}" destId="{63B75DB3-5E78-47C9-A211-A507B8AB567C}" srcOrd="2" destOrd="0" presId="urn:microsoft.com/office/officeart/2018/2/layout/IconVerticalSolidList"/>
    <dgm:cxn modelId="{6198DD59-FF70-4B5E-9B4A-6CFCC1EBACE1}" type="presParOf" srcId="{63B75DB3-5E78-47C9-A211-A507B8AB567C}" destId="{0C439C05-E3DA-4022-BC99-642E8E3EE121}" srcOrd="0" destOrd="0" presId="urn:microsoft.com/office/officeart/2018/2/layout/IconVerticalSolidList"/>
    <dgm:cxn modelId="{EB123D3A-6618-4E73-BB25-192836A76396}" type="presParOf" srcId="{63B75DB3-5E78-47C9-A211-A507B8AB567C}" destId="{E0B68A32-64BA-4C70-A040-1835F6AF5808}" srcOrd="1" destOrd="0" presId="urn:microsoft.com/office/officeart/2018/2/layout/IconVerticalSolidList"/>
    <dgm:cxn modelId="{B247FB85-45D2-4742-8D87-156E80EDD098}" type="presParOf" srcId="{63B75DB3-5E78-47C9-A211-A507B8AB567C}" destId="{C628E848-6154-4057-BAE6-5FEC041E8992}" srcOrd="2" destOrd="0" presId="urn:microsoft.com/office/officeart/2018/2/layout/IconVerticalSolidList"/>
    <dgm:cxn modelId="{74474198-1A92-4E86-B07F-32C68A229709}" type="presParOf" srcId="{63B75DB3-5E78-47C9-A211-A507B8AB567C}" destId="{65DD3097-3472-41AD-A195-4BC459963CDF}" srcOrd="3" destOrd="0" presId="urn:microsoft.com/office/officeart/2018/2/layout/IconVerticalSolidList"/>
    <dgm:cxn modelId="{E3B85250-3719-4CA3-A949-D2363F7D8BE7}" type="presParOf" srcId="{88657575-595B-481C-9CC8-6862E9E5FB86}" destId="{0B4A8BDD-AFFD-43A1-BF7A-1227EB35EB97}" srcOrd="3" destOrd="0" presId="urn:microsoft.com/office/officeart/2018/2/layout/IconVerticalSolidList"/>
    <dgm:cxn modelId="{16304F74-B7D6-4D61-AD6F-DC1BB4832E77}" type="presParOf" srcId="{88657575-595B-481C-9CC8-6862E9E5FB86}" destId="{7CC717E7-44A6-4168-A3B6-BB0D56CC22DC}" srcOrd="4" destOrd="0" presId="urn:microsoft.com/office/officeart/2018/2/layout/IconVerticalSolidList"/>
    <dgm:cxn modelId="{B12F8891-F090-4917-BE69-C2B8D16A0401}" type="presParOf" srcId="{7CC717E7-44A6-4168-A3B6-BB0D56CC22DC}" destId="{1F1F13AC-1B21-4549-9290-145AE0D49428}" srcOrd="0" destOrd="0" presId="urn:microsoft.com/office/officeart/2018/2/layout/IconVerticalSolidList"/>
    <dgm:cxn modelId="{EE75F0EA-C8DD-48D2-80DB-03CFFFE4BA2F}" type="presParOf" srcId="{7CC717E7-44A6-4168-A3B6-BB0D56CC22DC}" destId="{39CC5301-C3D4-4693-AF87-8D01706211DC}" srcOrd="1" destOrd="0" presId="urn:microsoft.com/office/officeart/2018/2/layout/IconVerticalSolidList"/>
    <dgm:cxn modelId="{3D0820FB-F112-48A9-B3F5-A32F3FAD9EE8}" type="presParOf" srcId="{7CC717E7-44A6-4168-A3B6-BB0D56CC22DC}" destId="{FCC832A1-11EA-46F6-8D8D-C7E1DF2E62EB}" srcOrd="2" destOrd="0" presId="urn:microsoft.com/office/officeart/2018/2/layout/IconVerticalSolidList"/>
    <dgm:cxn modelId="{0F5F405F-3CA1-476F-A9EA-A3F5FC724061}" type="presParOf" srcId="{7CC717E7-44A6-4168-A3B6-BB0D56CC22DC}" destId="{4B812115-F87A-435D-8B0E-36F24BA800B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90456B-5567-4451-89C5-28E54F75B212}"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21723C4-A1FE-4474-B0E2-4A710F2AFF9C}">
      <dgm:prSet/>
      <dgm:spPr/>
      <dgm:t>
        <a:bodyPr/>
        <a:lstStyle/>
        <a:p>
          <a:pPr>
            <a:defRPr cap="all"/>
          </a:pPr>
          <a:r>
            <a:rPr lang="en-US"/>
            <a:t>As a player, I want to start a new game, so that I can play</a:t>
          </a:r>
        </a:p>
      </dgm:t>
    </dgm:pt>
    <dgm:pt modelId="{55C62C27-B8DF-40C1-A4D9-341FB8A1D546}" type="parTrans" cxnId="{2B06C0EA-5DAD-46FF-8DE4-19FD045D039C}">
      <dgm:prSet/>
      <dgm:spPr/>
      <dgm:t>
        <a:bodyPr/>
        <a:lstStyle/>
        <a:p>
          <a:endParaRPr lang="en-US"/>
        </a:p>
      </dgm:t>
    </dgm:pt>
    <dgm:pt modelId="{6280223A-C949-4DD1-AB7F-1EBA34D493B2}" type="sibTrans" cxnId="{2B06C0EA-5DAD-46FF-8DE4-19FD045D039C}">
      <dgm:prSet/>
      <dgm:spPr/>
      <dgm:t>
        <a:bodyPr/>
        <a:lstStyle/>
        <a:p>
          <a:endParaRPr lang="en-US"/>
        </a:p>
      </dgm:t>
    </dgm:pt>
    <dgm:pt modelId="{CCA945C6-112E-4B01-B960-AD52987CA83E}">
      <dgm:prSet/>
      <dgm:spPr/>
      <dgm:t>
        <a:bodyPr/>
        <a:lstStyle/>
        <a:p>
          <a:pPr>
            <a:defRPr cap="all"/>
          </a:pPr>
          <a:r>
            <a:rPr lang="en-US"/>
            <a:t>acceptance criteria: the game starts from the beginning</a:t>
          </a:r>
        </a:p>
      </dgm:t>
    </dgm:pt>
    <dgm:pt modelId="{1EEE39DF-20D4-4EE8-8CCE-61080555730A}" type="parTrans" cxnId="{36ACF0BA-E47E-4F9F-9F76-B257294C574F}">
      <dgm:prSet/>
      <dgm:spPr/>
      <dgm:t>
        <a:bodyPr/>
        <a:lstStyle/>
        <a:p>
          <a:endParaRPr lang="en-US"/>
        </a:p>
      </dgm:t>
    </dgm:pt>
    <dgm:pt modelId="{7E3CFBF9-A114-415B-8E67-D868B685A910}" type="sibTrans" cxnId="{36ACF0BA-E47E-4F9F-9F76-B257294C574F}">
      <dgm:prSet/>
      <dgm:spPr/>
      <dgm:t>
        <a:bodyPr/>
        <a:lstStyle/>
        <a:p>
          <a:endParaRPr lang="en-US"/>
        </a:p>
      </dgm:t>
    </dgm:pt>
    <dgm:pt modelId="{B78E3C81-7C14-4879-B50A-9BD8EA4C4D32}">
      <dgm:prSet/>
      <dgm:spPr/>
      <dgm:t>
        <a:bodyPr/>
        <a:lstStyle/>
        <a:p>
          <a:pPr>
            <a:defRPr cap="all"/>
          </a:pPr>
          <a:r>
            <a:rPr lang="en-US"/>
            <a:t>Pattern: Factory</a:t>
          </a:r>
        </a:p>
      </dgm:t>
    </dgm:pt>
    <dgm:pt modelId="{434CE34D-AB4D-4EEA-ACC7-94F860C5B804}" type="parTrans" cxnId="{5FB9A59F-3BEF-4710-AED5-AD29028C683B}">
      <dgm:prSet/>
      <dgm:spPr/>
      <dgm:t>
        <a:bodyPr/>
        <a:lstStyle/>
        <a:p>
          <a:endParaRPr lang="en-US"/>
        </a:p>
      </dgm:t>
    </dgm:pt>
    <dgm:pt modelId="{2708C895-D059-4CBE-ADDC-8B6D71E54E82}" type="sibTrans" cxnId="{5FB9A59F-3BEF-4710-AED5-AD29028C683B}">
      <dgm:prSet/>
      <dgm:spPr/>
      <dgm:t>
        <a:bodyPr/>
        <a:lstStyle/>
        <a:p>
          <a:endParaRPr lang="en-US"/>
        </a:p>
      </dgm:t>
    </dgm:pt>
    <dgm:pt modelId="{DD771F0B-4186-46CE-98B5-1B03C499B17E}" type="pres">
      <dgm:prSet presAssocID="{B390456B-5567-4451-89C5-28E54F75B212}" presName="root" presStyleCnt="0">
        <dgm:presLayoutVars>
          <dgm:dir/>
          <dgm:resizeHandles val="exact"/>
        </dgm:presLayoutVars>
      </dgm:prSet>
      <dgm:spPr/>
    </dgm:pt>
    <dgm:pt modelId="{87A3769B-EAA4-42A8-BCD4-970472913D1F}" type="pres">
      <dgm:prSet presAssocID="{F21723C4-A1FE-4474-B0E2-4A710F2AFF9C}" presName="compNode" presStyleCnt="0"/>
      <dgm:spPr/>
    </dgm:pt>
    <dgm:pt modelId="{48CC5DE0-44F3-4E94-819A-748039762D47}" type="pres">
      <dgm:prSet presAssocID="{F21723C4-A1FE-4474-B0E2-4A710F2AFF9C}" presName="iconBgRect" presStyleLbl="bgShp" presStyleIdx="0" presStyleCnt="3"/>
      <dgm:spPr>
        <a:prstGeom prst="round2DiagRect">
          <a:avLst>
            <a:gd name="adj1" fmla="val 29727"/>
            <a:gd name="adj2" fmla="val 0"/>
          </a:avLst>
        </a:prstGeom>
      </dgm:spPr>
    </dgm:pt>
    <dgm:pt modelId="{B3375A17-FA0A-4C0C-95A1-C8FCEA4F9B5C}" type="pres">
      <dgm:prSet presAssocID="{F21723C4-A1FE-4474-B0E2-4A710F2AFF9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tennis"/>
        </a:ext>
      </dgm:extLst>
    </dgm:pt>
    <dgm:pt modelId="{F5C871FC-64FF-4CCC-B40E-75B650981D00}" type="pres">
      <dgm:prSet presAssocID="{F21723C4-A1FE-4474-B0E2-4A710F2AFF9C}" presName="spaceRect" presStyleCnt="0"/>
      <dgm:spPr/>
    </dgm:pt>
    <dgm:pt modelId="{90273D12-DA4D-48EE-AA96-FC673DE14FCD}" type="pres">
      <dgm:prSet presAssocID="{F21723C4-A1FE-4474-B0E2-4A710F2AFF9C}" presName="textRect" presStyleLbl="revTx" presStyleIdx="0" presStyleCnt="3">
        <dgm:presLayoutVars>
          <dgm:chMax val="1"/>
          <dgm:chPref val="1"/>
        </dgm:presLayoutVars>
      </dgm:prSet>
      <dgm:spPr/>
    </dgm:pt>
    <dgm:pt modelId="{9D074873-AD6F-4AED-A659-042E368569DB}" type="pres">
      <dgm:prSet presAssocID="{6280223A-C949-4DD1-AB7F-1EBA34D493B2}" presName="sibTrans" presStyleCnt="0"/>
      <dgm:spPr/>
    </dgm:pt>
    <dgm:pt modelId="{8D663FA8-A62A-4EB2-B9D1-A0CD157B0D02}" type="pres">
      <dgm:prSet presAssocID="{CCA945C6-112E-4B01-B960-AD52987CA83E}" presName="compNode" presStyleCnt="0"/>
      <dgm:spPr/>
    </dgm:pt>
    <dgm:pt modelId="{498A7310-C499-4F51-8C8E-928F42E7A51C}" type="pres">
      <dgm:prSet presAssocID="{CCA945C6-112E-4B01-B960-AD52987CA83E}" presName="iconBgRect" presStyleLbl="bgShp" presStyleIdx="1" presStyleCnt="3"/>
      <dgm:spPr>
        <a:prstGeom prst="round2DiagRect">
          <a:avLst>
            <a:gd name="adj1" fmla="val 29727"/>
            <a:gd name="adj2" fmla="val 0"/>
          </a:avLst>
        </a:prstGeom>
      </dgm:spPr>
    </dgm:pt>
    <dgm:pt modelId="{B127026A-7497-49FE-859F-B6CC4D1326A9}" type="pres">
      <dgm:prSet presAssocID="{CCA945C6-112E-4B01-B960-AD52987CA83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do"/>
        </a:ext>
      </dgm:extLst>
    </dgm:pt>
    <dgm:pt modelId="{C0A97888-902B-4CEF-9716-13B0A1FF39E6}" type="pres">
      <dgm:prSet presAssocID="{CCA945C6-112E-4B01-B960-AD52987CA83E}" presName="spaceRect" presStyleCnt="0"/>
      <dgm:spPr/>
    </dgm:pt>
    <dgm:pt modelId="{1CC9715B-2119-4D4F-A0DD-6A42F1EA64CA}" type="pres">
      <dgm:prSet presAssocID="{CCA945C6-112E-4B01-B960-AD52987CA83E}" presName="textRect" presStyleLbl="revTx" presStyleIdx="1" presStyleCnt="3">
        <dgm:presLayoutVars>
          <dgm:chMax val="1"/>
          <dgm:chPref val="1"/>
        </dgm:presLayoutVars>
      </dgm:prSet>
      <dgm:spPr/>
    </dgm:pt>
    <dgm:pt modelId="{449533C4-29D4-4608-BBBE-78DE488206EA}" type="pres">
      <dgm:prSet presAssocID="{7E3CFBF9-A114-415B-8E67-D868B685A910}" presName="sibTrans" presStyleCnt="0"/>
      <dgm:spPr/>
    </dgm:pt>
    <dgm:pt modelId="{607DE68E-DC60-44D9-945D-0D1101E1CC60}" type="pres">
      <dgm:prSet presAssocID="{B78E3C81-7C14-4879-B50A-9BD8EA4C4D32}" presName="compNode" presStyleCnt="0"/>
      <dgm:spPr/>
    </dgm:pt>
    <dgm:pt modelId="{AA94CC57-79D2-43F1-ACCE-203953CAC621}" type="pres">
      <dgm:prSet presAssocID="{B78E3C81-7C14-4879-B50A-9BD8EA4C4D32}" presName="iconBgRect" presStyleLbl="bgShp" presStyleIdx="2" presStyleCnt="3"/>
      <dgm:spPr>
        <a:prstGeom prst="round2DiagRect">
          <a:avLst>
            <a:gd name="adj1" fmla="val 29727"/>
            <a:gd name="adj2" fmla="val 0"/>
          </a:avLst>
        </a:prstGeom>
      </dgm:spPr>
    </dgm:pt>
    <dgm:pt modelId="{B5818566-68BC-40AF-A3F5-800E516E37DB}" type="pres">
      <dgm:prSet presAssocID="{B78E3C81-7C14-4879-B50A-9BD8EA4C4D3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abbrica"/>
        </a:ext>
      </dgm:extLst>
    </dgm:pt>
    <dgm:pt modelId="{5306BF49-5648-4B14-8D64-7A0FDB8867CE}" type="pres">
      <dgm:prSet presAssocID="{B78E3C81-7C14-4879-B50A-9BD8EA4C4D32}" presName="spaceRect" presStyleCnt="0"/>
      <dgm:spPr/>
    </dgm:pt>
    <dgm:pt modelId="{3491299E-0389-4D77-8636-4B9131AA2F74}" type="pres">
      <dgm:prSet presAssocID="{B78E3C81-7C14-4879-B50A-9BD8EA4C4D32}" presName="textRect" presStyleLbl="revTx" presStyleIdx="2" presStyleCnt="3">
        <dgm:presLayoutVars>
          <dgm:chMax val="1"/>
          <dgm:chPref val="1"/>
        </dgm:presLayoutVars>
      </dgm:prSet>
      <dgm:spPr/>
    </dgm:pt>
  </dgm:ptLst>
  <dgm:cxnLst>
    <dgm:cxn modelId="{1405F71C-1D68-4F6C-9817-D82D23419F9C}" type="presOf" srcId="{F21723C4-A1FE-4474-B0E2-4A710F2AFF9C}" destId="{90273D12-DA4D-48EE-AA96-FC673DE14FCD}" srcOrd="0" destOrd="0" presId="urn:microsoft.com/office/officeart/2018/5/layout/IconLeafLabelList"/>
    <dgm:cxn modelId="{D3CE5122-E107-41EB-9EBE-E6C9110136E0}" type="presOf" srcId="{CCA945C6-112E-4B01-B960-AD52987CA83E}" destId="{1CC9715B-2119-4D4F-A0DD-6A42F1EA64CA}" srcOrd="0" destOrd="0" presId="urn:microsoft.com/office/officeart/2018/5/layout/IconLeafLabelList"/>
    <dgm:cxn modelId="{A364644D-37DB-416E-847C-190E229EA72E}" type="presOf" srcId="{B78E3C81-7C14-4879-B50A-9BD8EA4C4D32}" destId="{3491299E-0389-4D77-8636-4B9131AA2F74}" srcOrd="0" destOrd="0" presId="urn:microsoft.com/office/officeart/2018/5/layout/IconLeafLabelList"/>
    <dgm:cxn modelId="{7460F69A-0A32-46CB-98FC-77790B87B2B5}" type="presOf" srcId="{B390456B-5567-4451-89C5-28E54F75B212}" destId="{DD771F0B-4186-46CE-98B5-1B03C499B17E}" srcOrd="0" destOrd="0" presId="urn:microsoft.com/office/officeart/2018/5/layout/IconLeafLabelList"/>
    <dgm:cxn modelId="{5FB9A59F-3BEF-4710-AED5-AD29028C683B}" srcId="{B390456B-5567-4451-89C5-28E54F75B212}" destId="{B78E3C81-7C14-4879-B50A-9BD8EA4C4D32}" srcOrd="2" destOrd="0" parTransId="{434CE34D-AB4D-4EEA-ACC7-94F860C5B804}" sibTransId="{2708C895-D059-4CBE-ADDC-8B6D71E54E82}"/>
    <dgm:cxn modelId="{36ACF0BA-E47E-4F9F-9F76-B257294C574F}" srcId="{B390456B-5567-4451-89C5-28E54F75B212}" destId="{CCA945C6-112E-4B01-B960-AD52987CA83E}" srcOrd="1" destOrd="0" parTransId="{1EEE39DF-20D4-4EE8-8CCE-61080555730A}" sibTransId="{7E3CFBF9-A114-415B-8E67-D868B685A910}"/>
    <dgm:cxn modelId="{2B06C0EA-5DAD-46FF-8DE4-19FD045D039C}" srcId="{B390456B-5567-4451-89C5-28E54F75B212}" destId="{F21723C4-A1FE-4474-B0E2-4A710F2AFF9C}" srcOrd="0" destOrd="0" parTransId="{55C62C27-B8DF-40C1-A4D9-341FB8A1D546}" sibTransId="{6280223A-C949-4DD1-AB7F-1EBA34D493B2}"/>
    <dgm:cxn modelId="{8F1F287E-60C2-48F6-BB70-B2E46873456F}" type="presParOf" srcId="{DD771F0B-4186-46CE-98B5-1B03C499B17E}" destId="{87A3769B-EAA4-42A8-BCD4-970472913D1F}" srcOrd="0" destOrd="0" presId="urn:microsoft.com/office/officeart/2018/5/layout/IconLeafLabelList"/>
    <dgm:cxn modelId="{0A0990CC-F3C8-4F76-896E-345BA4301542}" type="presParOf" srcId="{87A3769B-EAA4-42A8-BCD4-970472913D1F}" destId="{48CC5DE0-44F3-4E94-819A-748039762D47}" srcOrd="0" destOrd="0" presId="urn:microsoft.com/office/officeart/2018/5/layout/IconLeafLabelList"/>
    <dgm:cxn modelId="{1F47D3BB-67D2-43B5-B56C-C18810F63427}" type="presParOf" srcId="{87A3769B-EAA4-42A8-BCD4-970472913D1F}" destId="{B3375A17-FA0A-4C0C-95A1-C8FCEA4F9B5C}" srcOrd="1" destOrd="0" presId="urn:microsoft.com/office/officeart/2018/5/layout/IconLeafLabelList"/>
    <dgm:cxn modelId="{7355DA07-2D2E-4883-B0B0-386D1EDE1C24}" type="presParOf" srcId="{87A3769B-EAA4-42A8-BCD4-970472913D1F}" destId="{F5C871FC-64FF-4CCC-B40E-75B650981D00}" srcOrd="2" destOrd="0" presId="urn:microsoft.com/office/officeart/2018/5/layout/IconLeafLabelList"/>
    <dgm:cxn modelId="{F7329E24-96D6-49B4-8E6F-913488037BEE}" type="presParOf" srcId="{87A3769B-EAA4-42A8-BCD4-970472913D1F}" destId="{90273D12-DA4D-48EE-AA96-FC673DE14FCD}" srcOrd="3" destOrd="0" presId="urn:microsoft.com/office/officeart/2018/5/layout/IconLeafLabelList"/>
    <dgm:cxn modelId="{D0F8BDC5-E945-4357-8565-C75BC94B2B1F}" type="presParOf" srcId="{DD771F0B-4186-46CE-98B5-1B03C499B17E}" destId="{9D074873-AD6F-4AED-A659-042E368569DB}" srcOrd="1" destOrd="0" presId="urn:microsoft.com/office/officeart/2018/5/layout/IconLeafLabelList"/>
    <dgm:cxn modelId="{6F445844-DD19-444D-B53F-13585A3C120E}" type="presParOf" srcId="{DD771F0B-4186-46CE-98B5-1B03C499B17E}" destId="{8D663FA8-A62A-4EB2-B9D1-A0CD157B0D02}" srcOrd="2" destOrd="0" presId="urn:microsoft.com/office/officeart/2018/5/layout/IconLeafLabelList"/>
    <dgm:cxn modelId="{9A6DC440-9C44-4A6F-989E-B218EA989209}" type="presParOf" srcId="{8D663FA8-A62A-4EB2-B9D1-A0CD157B0D02}" destId="{498A7310-C499-4F51-8C8E-928F42E7A51C}" srcOrd="0" destOrd="0" presId="urn:microsoft.com/office/officeart/2018/5/layout/IconLeafLabelList"/>
    <dgm:cxn modelId="{178566E4-9D25-42ED-982D-DDDA53A58FE2}" type="presParOf" srcId="{8D663FA8-A62A-4EB2-B9D1-A0CD157B0D02}" destId="{B127026A-7497-49FE-859F-B6CC4D1326A9}" srcOrd="1" destOrd="0" presId="urn:microsoft.com/office/officeart/2018/5/layout/IconLeafLabelList"/>
    <dgm:cxn modelId="{A543EA96-8FD8-4DDE-BCAF-0651C3FDF561}" type="presParOf" srcId="{8D663FA8-A62A-4EB2-B9D1-A0CD157B0D02}" destId="{C0A97888-902B-4CEF-9716-13B0A1FF39E6}" srcOrd="2" destOrd="0" presId="urn:microsoft.com/office/officeart/2018/5/layout/IconLeafLabelList"/>
    <dgm:cxn modelId="{D4988450-4D5D-4ACA-9A9D-C128BB8A19D7}" type="presParOf" srcId="{8D663FA8-A62A-4EB2-B9D1-A0CD157B0D02}" destId="{1CC9715B-2119-4D4F-A0DD-6A42F1EA64CA}" srcOrd="3" destOrd="0" presId="urn:microsoft.com/office/officeart/2018/5/layout/IconLeafLabelList"/>
    <dgm:cxn modelId="{AFDD0ACF-D6A5-4021-ABDD-C542B97A34CD}" type="presParOf" srcId="{DD771F0B-4186-46CE-98B5-1B03C499B17E}" destId="{449533C4-29D4-4608-BBBE-78DE488206EA}" srcOrd="3" destOrd="0" presId="urn:microsoft.com/office/officeart/2018/5/layout/IconLeafLabelList"/>
    <dgm:cxn modelId="{677B55C4-8439-4902-A267-36739C327615}" type="presParOf" srcId="{DD771F0B-4186-46CE-98B5-1B03C499B17E}" destId="{607DE68E-DC60-44D9-945D-0D1101E1CC60}" srcOrd="4" destOrd="0" presId="urn:microsoft.com/office/officeart/2018/5/layout/IconLeafLabelList"/>
    <dgm:cxn modelId="{FDB36CB3-2E93-47D4-99B1-077EBE3D02E8}" type="presParOf" srcId="{607DE68E-DC60-44D9-945D-0D1101E1CC60}" destId="{AA94CC57-79D2-43F1-ACCE-203953CAC621}" srcOrd="0" destOrd="0" presId="urn:microsoft.com/office/officeart/2018/5/layout/IconLeafLabelList"/>
    <dgm:cxn modelId="{6E0253D1-22F5-4C59-8F65-0FFE8C3971F2}" type="presParOf" srcId="{607DE68E-DC60-44D9-945D-0D1101E1CC60}" destId="{B5818566-68BC-40AF-A3F5-800E516E37DB}" srcOrd="1" destOrd="0" presId="urn:microsoft.com/office/officeart/2018/5/layout/IconLeafLabelList"/>
    <dgm:cxn modelId="{B3A37514-9A35-479E-BD7C-A05C794E6875}" type="presParOf" srcId="{607DE68E-DC60-44D9-945D-0D1101E1CC60}" destId="{5306BF49-5648-4B14-8D64-7A0FDB8867CE}" srcOrd="2" destOrd="0" presId="urn:microsoft.com/office/officeart/2018/5/layout/IconLeafLabelList"/>
    <dgm:cxn modelId="{44ED31D9-A590-4B6B-BB2E-DFB686EF985E}" type="presParOf" srcId="{607DE68E-DC60-44D9-945D-0D1101E1CC60}" destId="{3491299E-0389-4D77-8636-4B9131AA2F74}"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4B54A43-37B4-46A6-951B-0C059D77D7C4}"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85531343-6193-4C20-9497-E12CC5675A3F}">
      <dgm:prSet/>
      <dgm:spPr/>
      <dgm:t>
        <a:bodyPr/>
        <a:lstStyle/>
        <a:p>
          <a:pPr>
            <a:lnSpc>
              <a:spcPct val="100000"/>
            </a:lnSpc>
            <a:defRPr cap="all"/>
          </a:pPr>
          <a:r>
            <a:rPr lang="en-US"/>
            <a:t>As a player, I want to fight the enemies so that I can go on with the plot</a:t>
          </a:r>
        </a:p>
      </dgm:t>
    </dgm:pt>
    <dgm:pt modelId="{83B1B59D-2B65-4110-9434-AB6F4E389302}" type="parTrans" cxnId="{18707F8B-C668-41C7-871B-5BC01839C349}">
      <dgm:prSet/>
      <dgm:spPr/>
      <dgm:t>
        <a:bodyPr/>
        <a:lstStyle/>
        <a:p>
          <a:endParaRPr lang="en-US"/>
        </a:p>
      </dgm:t>
    </dgm:pt>
    <dgm:pt modelId="{CBE0380A-07A7-44FD-BC86-F89CD7219D41}" type="sibTrans" cxnId="{18707F8B-C668-41C7-871B-5BC01839C349}">
      <dgm:prSet/>
      <dgm:spPr/>
      <dgm:t>
        <a:bodyPr/>
        <a:lstStyle/>
        <a:p>
          <a:endParaRPr lang="en-US"/>
        </a:p>
      </dgm:t>
    </dgm:pt>
    <dgm:pt modelId="{1EDBD013-5DE6-40BC-911F-817D569F4CC3}">
      <dgm:prSet/>
      <dgm:spPr/>
      <dgm:t>
        <a:bodyPr/>
        <a:lstStyle/>
        <a:p>
          <a:pPr>
            <a:lnSpc>
              <a:spcPct val="100000"/>
            </a:lnSpc>
            <a:defRPr cap="all"/>
          </a:pPr>
          <a:r>
            <a:rPr lang="en-US"/>
            <a:t>acceptance criteria: the game allows the player to choose an attack or use an item</a:t>
          </a:r>
        </a:p>
      </dgm:t>
    </dgm:pt>
    <dgm:pt modelId="{CF252FF0-0884-4AB2-A24D-34490155591B}" type="parTrans" cxnId="{AF668873-BAC7-469A-82A8-7D0031167F12}">
      <dgm:prSet/>
      <dgm:spPr/>
      <dgm:t>
        <a:bodyPr/>
        <a:lstStyle/>
        <a:p>
          <a:endParaRPr lang="en-US"/>
        </a:p>
      </dgm:t>
    </dgm:pt>
    <dgm:pt modelId="{EA566D96-41C8-4B14-BBB1-23FADF192B7D}" type="sibTrans" cxnId="{AF668873-BAC7-469A-82A8-7D0031167F12}">
      <dgm:prSet/>
      <dgm:spPr/>
      <dgm:t>
        <a:bodyPr/>
        <a:lstStyle/>
        <a:p>
          <a:endParaRPr lang="en-US"/>
        </a:p>
      </dgm:t>
    </dgm:pt>
    <dgm:pt modelId="{2BF6A14B-F370-4851-8B76-07AEEA7BECF4}">
      <dgm:prSet/>
      <dgm:spPr/>
      <dgm:t>
        <a:bodyPr/>
        <a:lstStyle/>
        <a:p>
          <a:pPr>
            <a:lnSpc>
              <a:spcPct val="100000"/>
            </a:lnSpc>
            <a:defRPr cap="all"/>
          </a:pPr>
          <a:r>
            <a:rPr lang="en-US"/>
            <a:t>Pattern: </a:t>
          </a:r>
          <a:r>
            <a:rPr lang="en-US" b="1"/>
            <a:t>Strategy + Observer</a:t>
          </a:r>
          <a:endParaRPr lang="en-US"/>
        </a:p>
      </dgm:t>
    </dgm:pt>
    <dgm:pt modelId="{66C40DAC-C002-4EF3-944F-B16DE8DFB4F5}" type="parTrans" cxnId="{7BB6FA00-3CF3-4717-AD4C-060373733B00}">
      <dgm:prSet/>
      <dgm:spPr/>
      <dgm:t>
        <a:bodyPr/>
        <a:lstStyle/>
        <a:p>
          <a:endParaRPr lang="en-US"/>
        </a:p>
      </dgm:t>
    </dgm:pt>
    <dgm:pt modelId="{13111E74-58E8-41C5-ADA2-8A7D223BD0A9}" type="sibTrans" cxnId="{7BB6FA00-3CF3-4717-AD4C-060373733B00}">
      <dgm:prSet/>
      <dgm:spPr/>
      <dgm:t>
        <a:bodyPr/>
        <a:lstStyle/>
        <a:p>
          <a:endParaRPr lang="en-US"/>
        </a:p>
      </dgm:t>
    </dgm:pt>
    <dgm:pt modelId="{6065341E-FF18-4530-ABC1-7755867523C3}" type="pres">
      <dgm:prSet presAssocID="{14B54A43-37B4-46A6-951B-0C059D77D7C4}" presName="root" presStyleCnt="0">
        <dgm:presLayoutVars>
          <dgm:dir/>
          <dgm:resizeHandles val="exact"/>
        </dgm:presLayoutVars>
      </dgm:prSet>
      <dgm:spPr/>
    </dgm:pt>
    <dgm:pt modelId="{2273F9F2-891F-464F-8CE8-B8C31D5A6C85}" type="pres">
      <dgm:prSet presAssocID="{85531343-6193-4C20-9497-E12CC5675A3F}" presName="compNode" presStyleCnt="0"/>
      <dgm:spPr/>
    </dgm:pt>
    <dgm:pt modelId="{5F85631A-DA3E-445E-B38C-DDBB283F6060}" type="pres">
      <dgm:prSet presAssocID="{85531343-6193-4C20-9497-E12CC5675A3F}" presName="iconBgRect" presStyleLbl="bgShp" presStyleIdx="0" presStyleCnt="3"/>
      <dgm:spPr/>
    </dgm:pt>
    <dgm:pt modelId="{79BCD683-510A-4201-97CC-4A75303B2EB6}" type="pres">
      <dgm:prSet presAssocID="{85531343-6193-4C20-9497-E12CC5675A3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eone"/>
        </a:ext>
      </dgm:extLst>
    </dgm:pt>
    <dgm:pt modelId="{45308989-C148-429D-B219-0ED361AE60F8}" type="pres">
      <dgm:prSet presAssocID="{85531343-6193-4C20-9497-E12CC5675A3F}" presName="spaceRect" presStyleCnt="0"/>
      <dgm:spPr/>
    </dgm:pt>
    <dgm:pt modelId="{45D431CB-344E-4F35-B5B8-E0D9A3882219}" type="pres">
      <dgm:prSet presAssocID="{85531343-6193-4C20-9497-E12CC5675A3F}" presName="textRect" presStyleLbl="revTx" presStyleIdx="0" presStyleCnt="3">
        <dgm:presLayoutVars>
          <dgm:chMax val="1"/>
          <dgm:chPref val="1"/>
        </dgm:presLayoutVars>
      </dgm:prSet>
      <dgm:spPr/>
    </dgm:pt>
    <dgm:pt modelId="{3E55E57A-0F8D-4BD9-A617-B59E5297C21D}" type="pres">
      <dgm:prSet presAssocID="{CBE0380A-07A7-44FD-BC86-F89CD7219D41}" presName="sibTrans" presStyleCnt="0"/>
      <dgm:spPr/>
    </dgm:pt>
    <dgm:pt modelId="{8F26A107-21EF-4436-9E17-B8C55DD3C661}" type="pres">
      <dgm:prSet presAssocID="{1EDBD013-5DE6-40BC-911F-817D569F4CC3}" presName="compNode" presStyleCnt="0"/>
      <dgm:spPr/>
    </dgm:pt>
    <dgm:pt modelId="{0B14F369-5414-49FC-9AF0-392D381764B2}" type="pres">
      <dgm:prSet presAssocID="{1EDBD013-5DE6-40BC-911F-817D569F4CC3}" presName="iconBgRect" presStyleLbl="bgShp" presStyleIdx="1" presStyleCnt="3"/>
      <dgm:spPr/>
    </dgm:pt>
    <dgm:pt modelId="{70A5BD62-0BEA-48C6-AC6F-9982F9636446}" type="pres">
      <dgm:prSet presAssocID="{1EDBD013-5DE6-40BC-911F-817D569F4CC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ing Cards"/>
        </a:ext>
      </dgm:extLst>
    </dgm:pt>
    <dgm:pt modelId="{FFCF1A44-A04B-496E-951E-D7CA8816BEFB}" type="pres">
      <dgm:prSet presAssocID="{1EDBD013-5DE6-40BC-911F-817D569F4CC3}" presName="spaceRect" presStyleCnt="0"/>
      <dgm:spPr/>
    </dgm:pt>
    <dgm:pt modelId="{39EFD421-35F3-41F8-A317-F047E8259D85}" type="pres">
      <dgm:prSet presAssocID="{1EDBD013-5DE6-40BC-911F-817D569F4CC3}" presName="textRect" presStyleLbl="revTx" presStyleIdx="1" presStyleCnt="3">
        <dgm:presLayoutVars>
          <dgm:chMax val="1"/>
          <dgm:chPref val="1"/>
        </dgm:presLayoutVars>
      </dgm:prSet>
      <dgm:spPr/>
    </dgm:pt>
    <dgm:pt modelId="{0F4A795B-1BB8-4B0F-BDFD-40E49A1B9479}" type="pres">
      <dgm:prSet presAssocID="{EA566D96-41C8-4B14-BBB1-23FADF192B7D}" presName="sibTrans" presStyleCnt="0"/>
      <dgm:spPr/>
    </dgm:pt>
    <dgm:pt modelId="{511F28FB-FA89-4D1D-A3EB-1CF45D44ECE4}" type="pres">
      <dgm:prSet presAssocID="{2BF6A14B-F370-4851-8B76-07AEEA7BECF4}" presName="compNode" presStyleCnt="0"/>
      <dgm:spPr/>
    </dgm:pt>
    <dgm:pt modelId="{8EC44CBD-47A4-4FB0-ADB7-D84E9B7FD5F0}" type="pres">
      <dgm:prSet presAssocID="{2BF6A14B-F370-4851-8B76-07AEEA7BECF4}" presName="iconBgRect" presStyleLbl="bgShp" presStyleIdx="2" presStyleCnt="3"/>
      <dgm:spPr/>
    </dgm:pt>
    <dgm:pt modelId="{C2265A3D-7DF8-4C53-A661-DB2075A65632}" type="pres">
      <dgm:prSet presAssocID="{2BF6A14B-F370-4851-8B76-07AEEA7BECF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DF0326E9-00E2-4C35-B010-126BA2442F7C}" type="pres">
      <dgm:prSet presAssocID="{2BF6A14B-F370-4851-8B76-07AEEA7BECF4}" presName="spaceRect" presStyleCnt="0"/>
      <dgm:spPr/>
    </dgm:pt>
    <dgm:pt modelId="{9B1209AF-D467-4BFD-A501-051EA5A310AF}" type="pres">
      <dgm:prSet presAssocID="{2BF6A14B-F370-4851-8B76-07AEEA7BECF4}" presName="textRect" presStyleLbl="revTx" presStyleIdx="2" presStyleCnt="3">
        <dgm:presLayoutVars>
          <dgm:chMax val="1"/>
          <dgm:chPref val="1"/>
        </dgm:presLayoutVars>
      </dgm:prSet>
      <dgm:spPr/>
    </dgm:pt>
  </dgm:ptLst>
  <dgm:cxnLst>
    <dgm:cxn modelId="{7BB6FA00-3CF3-4717-AD4C-060373733B00}" srcId="{14B54A43-37B4-46A6-951B-0C059D77D7C4}" destId="{2BF6A14B-F370-4851-8B76-07AEEA7BECF4}" srcOrd="2" destOrd="0" parTransId="{66C40DAC-C002-4EF3-944F-B16DE8DFB4F5}" sibTransId="{13111E74-58E8-41C5-ADA2-8A7D223BD0A9}"/>
    <dgm:cxn modelId="{97C7881A-67C2-4DD4-B092-26B23A93EDF3}" type="presOf" srcId="{85531343-6193-4C20-9497-E12CC5675A3F}" destId="{45D431CB-344E-4F35-B5B8-E0D9A3882219}" srcOrd="0" destOrd="0" presId="urn:microsoft.com/office/officeart/2018/5/layout/IconCircleLabelList"/>
    <dgm:cxn modelId="{AF668873-BAC7-469A-82A8-7D0031167F12}" srcId="{14B54A43-37B4-46A6-951B-0C059D77D7C4}" destId="{1EDBD013-5DE6-40BC-911F-817D569F4CC3}" srcOrd="1" destOrd="0" parTransId="{CF252FF0-0884-4AB2-A24D-34490155591B}" sibTransId="{EA566D96-41C8-4B14-BBB1-23FADF192B7D}"/>
    <dgm:cxn modelId="{18707F8B-C668-41C7-871B-5BC01839C349}" srcId="{14B54A43-37B4-46A6-951B-0C059D77D7C4}" destId="{85531343-6193-4C20-9497-E12CC5675A3F}" srcOrd="0" destOrd="0" parTransId="{83B1B59D-2B65-4110-9434-AB6F4E389302}" sibTransId="{CBE0380A-07A7-44FD-BC86-F89CD7219D41}"/>
    <dgm:cxn modelId="{78055797-09DC-4F17-8290-C185CB145B25}" type="presOf" srcId="{14B54A43-37B4-46A6-951B-0C059D77D7C4}" destId="{6065341E-FF18-4530-ABC1-7755867523C3}" srcOrd="0" destOrd="0" presId="urn:microsoft.com/office/officeart/2018/5/layout/IconCircleLabelList"/>
    <dgm:cxn modelId="{A1D976C3-E8D4-4A04-8491-E4E26277D9DF}" type="presOf" srcId="{1EDBD013-5DE6-40BC-911F-817D569F4CC3}" destId="{39EFD421-35F3-41F8-A317-F047E8259D85}" srcOrd="0" destOrd="0" presId="urn:microsoft.com/office/officeart/2018/5/layout/IconCircleLabelList"/>
    <dgm:cxn modelId="{F0F71FFB-C6E8-4C01-8EC5-0DB9B5CC482F}" type="presOf" srcId="{2BF6A14B-F370-4851-8B76-07AEEA7BECF4}" destId="{9B1209AF-D467-4BFD-A501-051EA5A310AF}" srcOrd="0" destOrd="0" presId="urn:microsoft.com/office/officeart/2018/5/layout/IconCircleLabelList"/>
    <dgm:cxn modelId="{FBD69A86-F7E4-4F15-B67C-65B1713EB332}" type="presParOf" srcId="{6065341E-FF18-4530-ABC1-7755867523C3}" destId="{2273F9F2-891F-464F-8CE8-B8C31D5A6C85}" srcOrd="0" destOrd="0" presId="urn:microsoft.com/office/officeart/2018/5/layout/IconCircleLabelList"/>
    <dgm:cxn modelId="{085BAF81-770C-45B2-92DB-3D40AA8F36F1}" type="presParOf" srcId="{2273F9F2-891F-464F-8CE8-B8C31D5A6C85}" destId="{5F85631A-DA3E-445E-B38C-DDBB283F6060}" srcOrd="0" destOrd="0" presId="urn:microsoft.com/office/officeart/2018/5/layout/IconCircleLabelList"/>
    <dgm:cxn modelId="{EDA30C5E-D819-477E-A4AF-9259D709FBDF}" type="presParOf" srcId="{2273F9F2-891F-464F-8CE8-B8C31D5A6C85}" destId="{79BCD683-510A-4201-97CC-4A75303B2EB6}" srcOrd="1" destOrd="0" presId="urn:microsoft.com/office/officeart/2018/5/layout/IconCircleLabelList"/>
    <dgm:cxn modelId="{D3ACAEB8-FD27-45C0-A582-836B58C5EE59}" type="presParOf" srcId="{2273F9F2-891F-464F-8CE8-B8C31D5A6C85}" destId="{45308989-C148-429D-B219-0ED361AE60F8}" srcOrd="2" destOrd="0" presId="urn:microsoft.com/office/officeart/2018/5/layout/IconCircleLabelList"/>
    <dgm:cxn modelId="{D2160DA6-3673-4E6E-A1F4-970BFEDBF685}" type="presParOf" srcId="{2273F9F2-891F-464F-8CE8-B8C31D5A6C85}" destId="{45D431CB-344E-4F35-B5B8-E0D9A3882219}" srcOrd="3" destOrd="0" presId="urn:microsoft.com/office/officeart/2018/5/layout/IconCircleLabelList"/>
    <dgm:cxn modelId="{C423FF16-738C-4422-92E5-F046AA1D3223}" type="presParOf" srcId="{6065341E-FF18-4530-ABC1-7755867523C3}" destId="{3E55E57A-0F8D-4BD9-A617-B59E5297C21D}" srcOrd="1" destOrd="0" presId="urn:microsoft.com/office/officeart/2018/5/layout/IconCircleLabelList"/>
    <dgm:cxn modelId="{EC7F8A24-0ACD-4E32-81DC-9752FE35AEB9}" type="presParOf" srcId="{6065341E-FF18-4530-ABC1-7755867523C3}" destId="{8F26A107-21EF-4436-9E17-B8C55DD3C661}" srcOrd="2" destOrd="0" presId="urn:microsoft.com/office/officeart/2018/5/layout/IconCircleLabelList"/>
    <dgm:cxn modelId="{5B00D751-7437-4D0F-91BB-E957A1B9711D}" type="presParOf" srcId="{8F26A107-21EF-4436-9E17-B8C55DD3C661}" destId="{0B14F369-5414-49FC-9AF0-392D381764B2}" srcOrd="0" destOrd="0" presId="urn:microsoft.com/office/officeart/2018/5/layout/IconCircleLabelList"/>
    <dgm:cxn modelId="{55A2D4EE-5194-41A8-840C-BA978035612F}" type="presParOf" srcId="{8F26A107-21EF-4436-9E17-B8C55DD3C661}" destId="{70A5BD62-0BEA-48C6-AC6F-9982F9636446}" srcOrd="1" destOrd="0" presId="urn:microsoft.com/office/officeart/2018/5/layout/IconCircleLabelList"/>
    <dgm:cxn modelId="{CC63F136-B4B8-4E17-83A6-6416B6350BE9}" type="presParOf" srcId="{8F26A107-21EF-4436-9E17-B8C55DD3C661}" destId="{FFCF1A44-A04B-496E-951E-D7CA8816BEFB}" srcOrd="2" destOrd="0" presId="urn:microsoft.com/office/officeart/2018/5/layout/IconCircleLabelList"/>
    <dgm:cxn modelId="{DC48720C-7D2C-4E6A-A068-C9DBDE06A8DE}" type="presParOf" srcId="{8F26A107-21EF-4436-9E17-B8C55DD3C661}" destId="{39EFD421-35F3-41F8-A317-F047E8259D85}" srcOrd="3" destOrd="0" presId="urn:microsoft.com/office/officeart/2018/5/layout/IconCircleLabelList"/>
    <dgm:cxn modelId="{EE4BE2B8-991E-4C84-A55A-71EA8384E21D}" type="presParOf" srcId="{6065341E-FF18-4530-ABC1-7755867523C3}" destId="{0F4A795B-1BB8-4B0F-BDFD-40E49A1B9479}" srcOrd="3" destOrd="0" presId="urn:microsoft.com/office/officeart/2018/5/layout/IconCircleLabelList"/>
    <dgm:cxn modelId="{8422B92A-1500-42BD-98B1-E7140D03D002}" type="presParOf" srcId="{6065341E-FF18-4530-ABC1-7755867523C3}" destId="{511F28FB-FA89-4D1D-A3EB-1CF45D44ECE4}" srcOrd="4" destOrd="0" presId="urn:microsoft.com/office/officeart/2018/5/layout/IconCircleLabelList"/>
    <dgm:cxn modelId="{16635E0D-6C7C-47E6-8C3B-3D92B6F3C99D}" type="presParOf" srcId="{511F28FB-FA89-4D1D-A3EB-1CF45D44ECE4}" destId="{8EC44CBD-47A4-4FB0-ADB7-D84E9B7FD5F0}" srcOrd="0" destOrd="0" presId="urn:microsoft.com/office/officeart/2018/5/layout/IconCircleLabelList"/>
    <dgm:cxn modelId="{A846E0F2-542C-45E2-8880-2E5D0371BC75}" type="presParOf" srcId="{511F28FB-FA89-4D1D-A3EB-1CF45D44ECE4}" destId="{C2265A3D-7DF8-4C53-A661-DB2075A65632}" srcOrd="1" destOrd="0" presId="urn:microsoft.com/office/officeart/2018/5/layout/IconCircleLabelList"/>
    <dgm:cxn modelId="{42E46AC5-F79F-4BDB-8D60-C11A79E947B0}" type="presParOf" srcId="{511F28FB-FA89-4D1D-A3EB-1CF45D44ECE4}" destId="{DF0326E9-00E2-4C35-B010-126BA2442F7C}" srcOrd="2" destOrd="0" presId="urn:microsoft.com/office/officeart/2018/5/layout/IconCircleLabelList"/>
    <dgm:cxn modelId="{A9BB1C06-0A5A-4E87-8241-50C5CC951F91}" type="presParOf" srcId="{511F28FB-FA89-4D1D-A3EB-1CF45D44ECE4}" destId="{9B1209AF-D467-4BFD-A501-051EA5A310A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141496C-6070-4B39-B1BA-CCC2914012F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A75A9A0-974A-4C31-BD95-718EB9CE8633}">
      <dgm:prSet/>
      <dgm:spPr/>
      <dgm:t>
        <a:bodyPr/>
        <a:lstStyle/>
        <a:p>
          <a:r>
            <a:rPr lang="en-US" dirty="0"/>
            <a:t>As a player, I want the system to calculate damage, effects and healing so that I can see the results of each turn.</a:t>
          </a:r>
        </a:p>
      </dgm:t>
    </dgm:pt>
    <dgm:pt modelId="{A30DF443-37AA-4D82-90E0-9DF5F3007E16}" type="parTrans" cxnId="{A896547F-B531-41AB-81C5-5C8568CF7E8A}">
      <dgm:prSet/>
      <dgm:spPr/>
      <dgm:t>
        <a:bodyPr/>
        <a:lstStyle/>
        <a:p>
          <a:endParaRPr lang="en-US"/>
        </a:p>
      </dgm:t>
    </dgm:pt>
    <dgm:pt modelId="{D474F973-54A7-4DFB-AD0F-5BD12ECCA418}" type="sibTrans" cxnId="{A896547F-B531-41AB-81C5-5C8568CF7E8A}">
      <dgm:prSet/>
      <dgm:spPr/>
      <dgm:t>
        <a:bodyPr/>
        <a:lstStyle/>
        <a:p>
          <a:endParaRPr lang="en-US"/>
        </a:p>
      </dgm:t>
    </dgm:pt>
    <dgm:pt modelId="{861AF182-76F5-41E6-9858-CADA63344D6B}">
      <dgm:prSet/>
      <dgm:spPr/>
      <dgm:t>
        <a:bodyPr/>
        <a:lstStyle/>
        <a:p>
          <a:r>
            <a:rPr lang="en-US" dirty="0"/>
            <a:t>acceptance criteria: the game calculates correctly the new combat state and the game properly shows the new combat state.</a:t>
          </a:r>
        </a:p>
      </dgm:t>
    </dgm:pt>
    <dgm:pt modelId="{02DDF6C7-4947-4882-BC95-723AE54C19A5}" type="parTrans" cxnId="{84F42311-8B10-4168-8F7C-F722DDE267B6}">
      <dgm:prSet/>
      <dgm:spPr/>
      <dgm:t>
        <a:bodyPr/>
        <a:lstStyle/>
        <a:p>
          <a:endParaRPr lang="en-US"/>
        </a:p>
      </dgm:t>
    </dgm:pt>
    <dgm:pt modelId="{2A1BCF91-0FCE-41FB-B7DC-F32D35B6AC13}" type="sibTrans" cxnId="{84F42311-8B10-4168-8F7C-F722DDE267B6}">
      <dgm:prSet/>
      <dgm:spPr/>
      <dgm:t>
        <a:bodyPr/>
        <a:lstStyle/>
        <a:p>
          <a:endParaRPr lang="en-US"/>
        </a:p>
      </dgm:t>
    </dgm:pt>
    <dgm:pt modelId="{04C5CFC9-B786-413B-85F4-B0FFE3CBBFF8}">
      <dgm:prSet/>
      <dgm:spPr/>
      <dgm:t>
        <a:bodyPr/>
        <a:lstStyle/>
        <a:p>
          <a:r>
            <a:rPr lang="en-US" dirty="0"/>
            <a:t>Pattern </a:t>
          </a:r>
          <a:r>
            <a:rPr lang="en-US" dirty="0" err="1"/>
            <a:t>usati</a:t>
          </a:r>
          <a:r>
            <a:rPr lang="en-US" dirty="0"/>
            <a:t>: Strategy + Observer</a:t>
          </a:r>
        </a:p>
      </dgm:t>
    </dgm:pt>
    <dgm:pt modelId="{48B22093-FA1A-4141-A147-4320BA2A98A9}" type="parTrans" cxnId="{F675894A-F67F-4832-A2A5-0913CABC0D60}">
      <dgm:prSet/>
      <dgm:spPr/>
      <dgm:t>
        <a:bodyPr/>
        <a:lstStyle/>
        <a:p>
          <a:endParaRPr lang="en-US"/>
        </a:p>
      </dgm:t>
    </dgm:pt>
    <dgm:pt modelId="{ACC293A6-6D0C-443E-A418-356F348CEF4E}" type="sibTrans" cxnId="{F675894A-F67F-4832-A2A5-0913CABC0D60}">
      <dgm:prSet/>
      <dgm:spPr/>
      <dgm:t>
        <a:bodyPr/>
        <a:lstStyle/>
        <a:p>
          <a:endParaRPr lang="en-US"/>
        </a:p>
      </dgm:t>
    </dgm:pt>
    <dgm:pt modelId="{47437ED0-910B-438B-BAC2-AF76386BA279}" type="pres">
      <dgm:prSet presAssocID="{C141496C-6070-4B39-B1BA-CCC2914012FD}" presName="root" presStyleCnt="0">
        <dgm:presLayoutVars>
          <dgm:dir/>
          <dgm:resizeHandles val="exact"/>
        </dgm:presLayoutVars>
      </dgm:prSet>
      <dgm:spPr/>
    </dgm:pt>
    <dgm:pt modelId="{5FA481EE-C2CA-41A6-A7BF-B0938234527C}" type="pres">
      <dgm:prSet presAssocID="{BA75A9A0-974A-4C31-BD95-718EB9CE8633}" presName="compNode" presStyleCnt="0"/>
      <dgm:spPr/>
    </dgm:pt>
    <dgm:pt modelId="{C7081AF7-A197-41A7-B19C-436F0D878782}" type="pres">
      <dgm:prSet presAssocID="{BA75A9A0-974A-4C31-BD95-718EB9CE8633}" presName="bgRect" presStyleLbl="bgShp" presStyleIdx="0" presStyleCnt="3"/>
      <dgm:spPr/>
    </dgm:pt>
    <dgm:pt modelId="{284568B2-C461-40B2-9EA7-C0F2FAFA5D5E}" type="pres">
      <dgm:prSet presAssocID="{BA75A9A0-974A-4C31-BD95-718EB9CE863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sso"/>
        </a:ext>
      </dgm:extLst>
    </dgm:pt>
    <dgm:pt modelId="{A34E99B0-62E4-41EB-B094-F5AD339A1873}" type="pres">
      <dgm:prSet presAssocID="{BA75A9A0-974A-4C31-BD95-718EB9CE8633}" presName="spaceRect" presStyleCnt="0"/>
      <dgm:spPr/>
    </dgm:pt>
    <dgm:pt modelId="{17149514-D71D-4926-B777-F1967F3188FD}" type="pres">
      <dgm:prSet presAssocID="{BA75A9A0-974A-4C31-BD95-718EB9CE8633}" presName="parTx" presStyleLbl="revTx" presStyleIdx="0" presStyleCnt="3">
        <dgm:presLayoutVars>
          <dgm:chMax val="0"/>
          <dgm:chPref val="0"/>
        </dgm:presLayoutVars>
      </dgm:prSet>
      <dgm:spPr/>
    </dgm:pt>
    <dgm:pt modelId="{7EC19184-6AF0-46B1-88C6-1ACD368B44A2}" type="pres">
      <dgm:prSet presAssocID="{D474F973-54A7-4DFB-AD0F-5BD12ECCA418}" presName="sibTrans" presStyleCnt="0"/>
      <dgm:spPr/>
    </dgm:pt>
    <dgm:pt modelId="{913F3BF0-D927-4850-B972-B818DAB72659}" type="pres">
      <dgm:prSet presAssocID="{861AF182-76F5-41E6-9858-CADA63344D6B}" presName="compNode" presStyleCnt="0"/>
      <dgm:spPr/>
    </dgm:pt>
    <dgm:pt modelId="{CE2F0C63-82EE-4C0D-8EF5-DE3C704A19E7}" type="pres">
      <dgm:prSet presAssocID="{861AF182-76F5-41E6-9858-CADA63344D6B}" presName="bgRect" presStyleLbl="bgShp" presStyleIdx="1" presStyleCnt="3"/>
      <dgm:spPr/>
    </dgm:pt>
    <dgm:pt modelId="{90CF5238-7E8B-4038-9ACF-C3CFBCA66B21}" type="pres">
      <dgm:prSet presAssocID="{861AF182-76F5-41E6-9858-CADA63344D6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ss Pieces"/>
        </a:ext>
      </dgm:extLst>
    </dgm:pt>
    <dgm:pt modelId="{9CA4F184-76A6-4A4C-8C5A-5C4FC9EA6A78}" type="pres">
      <dgm:prSet presAssocID="{861AF182-76F5-41E6-9858-CADA63344D6B}" presName="spaceRect" presStyleCnt="0"/>
      <dgm:spPr/>
    </dgm:pt>
    <dgm:pt modelId="{3D79A2C3-9C32-4CBB-8FC1-3D1BE7FE750F}" type="pres">
      <dgm:prSet presAssocID="{861AF182-76F5-41E6-9858-CADA63344D6B}" presName="parTx" presStyleLbl="revTx" presStyleIdx="1" presStyleCnt="3">
        <dgm:presLayoutVars>
          <dgm:chMax val="0"/>
          <dgm:chPref val="0"/>
        </dgm:presLayoutVars>
      </dgm:prSet>
      <dgm:spPr/>
    </dgm:pt>
    <dgm:pt modelId="{A64A1C6C-2281-49A3-B104-B5D9AB0E7374}" type="pres">
      <dgm:prSet presAssocID="{2A1BCF91-0FCE-41FB-B7DC-F32D35B6AC13}" presName="sibTrans" presStyleCnt="0"/>
      <dgm:spPr/>
    </dgm:pt>
    <dgm:pt modelId="{632160B2-27B7-4D2C-AD4D-8F8147A09AB4}" type="pres">
      <dgm:prSet presAssocID="{04C5CFC9-B786-413B-85F4-B0FFE3CBBFF8}" presName="compNode" presStyleCnt="0"/>
      <dgm:spPr/>
    </dgm:pt>
    <dgm:pt modelId="{67FD8F6C-A64C-4C0E-8E97-1895CE3E8C3E}" type="pres">
      <dgm:prSet presAssocID="{04C5CFC9-B786-413B-85F4-B0FFE3CBBFF8}" presName="bgRect" presStyleLbl="bgShp" presStyleIdx="2" presStyleCnt="3"/>
      <dgm:spPr/>
    </dgm:pt>
    <dgm:pt modelId="{18E24EC2-2B34-477E-BE00-3A882924C755}" type="pres">
      <dgm:prSet presAssocID="{04C5CFC9-B786-413B-85F4-B0FFE3CBBFF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bella"/>
        </a:ext>
      </dgm:extLst>
    </dgm:pt>
    <dgm:pt modelId="{B1B20DD0-973F-4BE7-9C75-B90399A50DD0}" type="pres">
      <dgm:prSet presAssocID="{04C5CFC9-B786-413B-85F4-B0FFE3CBBFF8}" presName="spaceRect" presStyleCnt="0"/>
      <dgm:spPr/>
    </dgm:pt>
    <dgm:pt modelId="{8A5B3CEA-E3CF-4F86-B4DF-B3280E1D36C4}" type="pres">
      <dgm:prSet presAssocID="{04C5CFC9-B786-413B-85F4-B0FFE3CBBFF8}" presName="parTx" presStyleLbl="revTx" presStyleIdx="2" presStyleCnt="3">
        <dgm:presLayoutVars>
          <dgm:chMax val="0"/>
          <dgm:chPref val="0"/>
        </dgm:presLayoutVars>
      </dgm:prSet>
      <dgm:spPr/>
    </dgm:pt>
  </dgm:ptLst>
  <dgm:cxnLst>
    <dgm:cxn modelId="{84F42311-8B10-4168-8F7C-F722DDE267B6}" srcId="{C141496C-6070-4B39-B1BA-CCC2914012FD}" destId="{861AF182-76F5-41E6-9858-CADA63344D6B}" srcOrd="1" destOrd="0" parTransId="{02DDF6C7-4947-4882-BC95-723AE54C19A5}" sibTransId="{2A1BCF91-0FCE-41FB-B7DC-F32D35B6AC13}"/>
    <dgm:cxn modelId="{B1061525-8961-4E18-ABA1-D064DD4DE0A6}" type="presOf" srcId="{BA75A9A0-974A-4C31-BD95-718EB9CE8633}" destId="{17149514-D71D-4926-B777-F1967F3188FD}" srcOrd="0" destOrd="0" presId="urn:microsoft.com/office/officeart/2018/2/layout/IconVerticalSolidList"/>
    <dgm:cxn modelId="{F675894A-F67F-4832-A2A5-0913CABC0D60}" srcId="{C141496C-6070-4B39-B1BA-CCC2914012FD}" destId="{04C5CFC9-B786-413B-85F4-B0FFE3CBBFF8}" srcOrd="2" destOrd="0" parTransId="{48B22093-FA1A-4141-A147-4320BA2A98A9}" sibTransId="{ACC293A6-6D0C-443E-A418-356F348CEF4E}"/>
    <dgm:cxn modelId="{4294A16C-2B76-4268-8DB1-89C816458566}" type="presOf" srcId="{861AF182-76F5-41E6-9858-CADA63344D6B}" destId="{3D79A2C3-9C32-4CBB-8FC1-3D1BE7FE750F}" srcOrd="0" destOrd="0" presId="urn:microsoft.com/office/officeart/2018/2/layout/IconVerticalSolidList"/>
    <dgm:cxn modelId="{0F314D72-C53C-47C6-A8DB-609FDB0F0FD2}" type="presOf" srcId="{04C5CFC9-B786-413B-85F4-B0FFE3CBBFF8}" destId="{8A5B3CEA-E3CF-4F86-B4DF-B3280E1D36C4}" srcOrd="0" destOrd="0" presId="urn:microsoft.com/office/officeart/2018/2/layout/IconVerticalSolidList"/>
    <dgm:cxn modelId="{A896547F-B531-41AB-81C5-5C8568CF7E8A}" srcId="{C141496C-6070-4B39-B1BA-CCC2914012FD}" destId="{BA75A9A0-974A-4C31-BD95-718EB9CE8633}" srcOrd="0" destOrd="0" parTransId="{A30DF443-37AA-4D82-90E0-9DF5F3007E16}" sibTransId="{D474F973-54A7-4DFB-AD0F-5BD12ECCA418}"/>
    <dgm:cxn modelId="{6CEED9FE-1371-48F5-8B31-A18136B21146}" type="presOf" srcId="{C141496C-6070-4B39-B1BA-CCC2914012FD}" destId="{47437ED0-910B-438B-BAC2-AF76386BA279}" srcOrd="0" destOrd="0" presId="urn:microsoft.com/office/officeart/2018/2/layout/IconVerticalSolidList"/>
    <dgm:cxn modelId="{9940B3B3-BED2-433B-AD10-253B271F1032}" type="presParOf" srcId="{47437ED0-910B-438B-BAC2-AF76386BA279}" destId="{5FA481EE-C2CA-41A6-A7BF-B0938234527C}" srcOrd="0" destOrd="0" presId="urn:microsoft.com/office/officeart/2018/2/layout/IconVerticalSolidList"/>
    <dgm:cxn modelId="{89437571-6016-4207-BFCE-79825EFFD594}" type="presParOf" srcId="{5FA481EE-C2CA-41A6-A7BF-B0938234527C}" destId="{C7081AF7-A197-41A7-B19C-436F0D878782}" srcOrd="0" destOrd="0" presId="urn:microsoft.com/office/officeart/2018/2/layout/IconVerticalSolidList"/>
    <dgm:cxn modelId="{A7BE9402-5276-4755-9094-326493BFB472}" type="presParOf" srcId="{5FA481EE-C2CA-41A6-A7BF-B0938234527C}" destId="{284568B2-C461-40B2-9EA7-C0F2FAFA5D5E}" srcOrd="1" destOrd="0" presId="urn:microsoft.com/office/officeart/2018/2/layout/IconVerticalSolidList"/>
    <dgm:cxn modelId="{0CD32575-CD1A-47BE-A60F-F8938650CAA9}" type="presParOf" srcId="{5FA481EE-C2CA-41A6-A7BF-B0938234527C}" destId="{A34E99B0-62E4-41EB-B094-F5AD339A1873}" srcOrd="2" destOrd="0" presId="urn:microsoft.com/office/officeart/2018/2/layout/IconVerticalSolidList"/>
    <dgm:cxn modelId="{AAF31CBF-3C49-4BC2-8460-31230B4A7935}" type="presParOf" srcId="{5FA481EE-C2CA-41A6-A7BF-B0938234527C}" destId="{17149514-D71D-4926-B777-F1967F3188FD}" srcOrd="3" destOrd="0" presId="urn:microsoft.com/office/officeart/2018/2/layout/IconVerticalSolidList"/>
    <dgm:cxn modelId="{FB2E8623-5E5E-4A9A-975D-FB9FFFB89C40}" type="presParOf" srcId="{47437ED0-910B-438B-BAC2-AF76386BA279}" destId="{7EC19184-6AF0-46B1-88C6-1ACD368B44A2}" srcOrd="1" destOrd="0" presId="urn:microsoft.com/office/officeart/2018/2/layout/IconVerticalSolidList"/>
    <dgm:cxn modelId="{A6EC39D5-4EAF-41D4-BA32-02EF14B71D4E}" type="presParOf" srcId="{47437ED0-910B-438B-BAC2-AF76386BA279}" destId="{913F3BF0-D927-4850-B972-B818DAB72659}" srcOrd="2" destOrd="0" presId="urn:microsoft.com/office/officeart/2018/2/layout/IconVerticalSolidList"/>
    <dgm:cxn modelId="{A107F79A-21E5-4AEB-B5EA-1427420D9982}" type="presParOf" srcId="{913F3BF0-D927-4850-B972-B818DAB72659}" destId="{CE2F0C63-82EE-4C0D-8EF5-DE3C704A19E7}" srcOrd="0" destOrd="0" presId="urn:microsoft.com/office/officeart/2018/2/layout/IconVerticalSolidList"/>
    <dgm:cxn modelId="{6141AA57-7ED7-426C-ABCA-06FDCD85C799}" type="presParOf" srcId="{913F3BF0-D927-4850-B972-B818DAB72659}" destId="{90CF5238-7E8B-4038-9ACF-C3CFBCA66B21}" srcOrd="1" destOrd="0" presId="urn:microsoft.com/office/officeart/2018/2/layout/IconVerticalSolidList"/>
    <dgm:cxn modelId="{3CEC8B03-CF8F-4037-8DCB-0A9A4441F7E2}" type="presParOf" srcId="{913F3BF0-D927-4850-B972-B818DAB72659}" destId="{9CA4F184-76A6-4A4C-8C5A-5C4FC9EA6A78}" srcOrd="2" destOrd="0" presId="urn:microsoft.com/office/officeart/2018/2/layout/IconVerticalSolidList"/>
    <dgm:cxn modelId="{32485AC0-0F32-41CC-9418-A10D50E47FE2}" type="presParOf" srcId="{913F3BF0-D927-4850-B972-B818DAB72659}" destId="{3D79A2C3-9C32-4CBB-8FC1-3D1BE7FE750F}" srcOrd="3" destOrd="0" presId="urn:microsoft.com/office/officeart/2018/2/layout/IconVerticalSolidList"/>
    <dgm:cxn modelId="{F5AF9E1A-428C-4596-B0A5-FA426D8A55D3}" type="presParOf" srcId="{47437ED0-910B-438B-BAC2-AF76386BA279}" destId="{A64A1C6C-2281-49A3-B104-B5D9AB0E7374}" srcOrd="3" destOrd="0" presId="urn:microsoft.com/office/officeart/2018/2/layout/IconVerticalSolidList"/>
    <dgm:cxn modelId="{E8FCBF01-ABEC-4086-B6D9-FD1D53AF2A19}" type="presParOf" srcId="{47437ED0-910B-438B-BAC2-AF76386BA279}" destId="{632160B2-27B7-4D2C-AD4D-8F8147A09AB4}" srcOrd="4" destOrd="0" presId="urn:microsoft.com/office/officeart/2018/2/layout/IconVerticalSolidList"/>
    <dgm:cxn modelId="{3CF2D168-77AB-44E7-9081-E739C3DBD46B}" type="presParOf" srcId="{632160B2-27B7-4D2C-AD4D-8F8147A09AB4}" destId="{67FD8F6C-A64C-4C0E-8E97-1895CE3E8C3E}" srcOrd="0" destOrd="0" presId="urn:microsoft.com/office/officeart/2018/2/layout/IconVerticalSolidList"/>
    <dgm:cxn modelId="{D0D9019F-EA65-433A-B871-F815B6923A1B}" type="presParOf" srcId="{632160B2-27B7-4D2C-AD4D-8F8147A09AB4}" destId="{18E24EC2-2B34-477E-BE00-3A882924C755}" srcOrd="1" destOrd="0" presId="urn:microsoft.com/office/officeart/2018/2/layout/IconVerticalSolidList"/>
    <dgm:cxn modelId="{C91BD52E-6EB4-4C6E-B912-2ECCAA155E57}" type="presParOf" srcId="{632160B2-27B7-4D2C-AD4D-8F8147A09AB4}" destId="{B1B20DD0-973F-4BE7-9C75-B90399A50DD0}" srcOrd="2" destOrd="0" presId="urn:microsoft.com/office/officeart/2018/2/layout/IconVerticalSolidList"/>
    <dgm:cxn modelId="{9A2DBA13-DB14-4192-9690-45CE27A5A709}" type="presParOf" srcId="{632160B2-27B7-4D2C-AD4D-8F8147A09AB4}" destId="{8A5B3CEA-E3CF-4F86-B4DF-B3280E1D36C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DBFF63F-7C84-4505-A021-EE3B28DAFE1D}"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FF761DA-D7FA-4DAB-A02B-303ABEA4E993}">
      <dgm:prSet/>
      <dgm:spPr/>
      <dgm:t>
        <a:bodyPr/>
        <a:lstStyle/>
        <a:p>
          <a:pPr>
            <a:defRPr cap="all"/>
          </a:pPr>
          <a:r>
            <a:rPr lang="en-US"/>
            <a:t>As a player, I want battles to proceed in alternating turns until one side is defeated so that the fight resolves fairly.</a:t>
          </a:r>
        </a:p>
      </dgm:t>
    </dgm:pt>
    <dgm:pt modelId="{6CE26B85-45F0-481C-8797-81A58325CE54}" type="parTrans" cxnId="{501EED65-0BCB-48CC-803F-DAB81A13B95F}">
      <dgm:prSet/>
      <dgm:spPr/>
      <dgm:t>
        <a:bodyPr/>
        <a:lstStyle/>
        <a:p>
          <a:endParaRPr lang="en-US"/>
        </a:p>
      </dgm:t>
    </dgm:pt>
    <dgm:pt modelId="{87AF4ED9-619F-4B6E-B3BA-5F395E82425F}" type="sibTrans" cxnId="{501EED65-0BCB-48CC-803F-DAB81A13B95F}">
      <dgm:prSet/>
      <dgm:spPr/>
      <dgm:t>
        <a:bodyPr/>
        <a:lstStyle/>
        <a:p>
          <a:endParaRPr lang="en-US"/>
        </a:p>
      </dgm:t>
    </dgm:pt>
    <dgm:pt modelId="{18EDF589-D623-4A72-91F5-6B0990C1761F}">
      <dgm:prSet/>
      <dgm:spPr/>
      <dgm:t>
        <a:bodyPr/>
        <a:lstStyle/>
        <a:p>
          <a:pPr>
            <a:defRPr cap="all"/>
          </a:pPr>
          <a:r>
            <a:rPr lang="en-US" b="1"/>
            <a:t>acceptance criteria</a:t>
          </a:r>
          <a:r>
            <a:rPr lang="en-US"/>
            <a:t>: turns alternate between player and enemy and rewards (XP, items) are assigned after victory.</a:t>
          </a:r>
        </a:p>
      </dgm:t>
    </dgm:pt>
    <dgm:pt modelId="{581C4259-2449-4D83-BFF9-8A0085FE4DC7}" type="parTrans" cxnId="{4ED85095-F6A0-4E52-8C6E-49773C0D9DAC}">
      <dgm:prSet/>
      <dgm:spPr/>
      <dgm:t>
        <a:bodyPr/>
        <a:lstStyle/>
        <a:p>
          <a:endParaRPr lang="en-US"/>
        </a:p>
      </dgm:t>
    </dgm:pt>
    <dgm:pt modelId="{715F5281-5C72-415E-8334-16E43BB5CB69}" type="sibTrans" cxnId="{4ED85095-F6A0-4E52-8C6E-49773C0D9DAC}">
      <dgm:prSet/>
      <dgm:spPr/>
      <dgm:t>
        <a:bodyPr/>
        <a:lstStyle/>
        <a:p>
          <a:endParaRPr lang="en-US"/>
        </a:p>
      </dgm:t>
    </dgm:pt>
    <dgm:pt modelId="{AFD65DAA-4C10-4284-B7C8-C2AF6C1EA407}">
      <dgm:prSet/>
      <dgm:spPr/>
      <dgm:t>
        <a:bodyPr/>
        <a:lstStyle/>
        <a:p>
          <a:pPr>
            <a:defRPr cap="all"/>
          </a:pPr>
          <a:r>
            <a:rPr lang="en-US"/>
            <a:t>Pattern usati: </a:t>
          </a:r>
          <a:r>
            <a:rPr lang="en-US" b="1"/>
            <a:t>Strategy + Iterator</a:t>
          </a:r>
          <a:endParaRPr lang="en-US"/>
        </a:p>
      </dgm:t>
    </dgm:pt>
    <dgm:pt modelId="{F575EC41-5476-423C-BB56-569B07BAD25B}" type="parTrans" cxnId="{72F71E15-00B5-48A3-ACE6-A59B899BD4DF}">
      <dgm:prSet/>
      <dgm:spPr/>
      <dgm:t>
        <a:bodyPr/>
        <a:lstStyle/>
        <a:p>
          <a:endParaRPr lang="en-US"/>
        </a:p>
      </dgm:t>
    </dgm:pt>
    <dgm:pt modelId="{E0FE6F64-0A79-4092-83AD-B3EAA1DCE116}" type="sibTrans" cxnId="{72F71E15-00B5-48A3-ACE6-A59B899BD4DF}">
      <dgm:prSet/>
      <dgm:spPr/>
      <dgm:t>
        <a:bodyPr/>
        <a:lstStyle/>
        <a:p>
          <a:endParaRPr lang="en-US"/>
        </a:p>
      </dgm:t>
    </dgm:pt>
    <dgm:pt modelId="{00043120-665A-4C73-88C9-D90EA087CD51}" type="pres">
      <dgm:prSet presAssocID="{ADBFF63F-7C84-4505-A021-EE3B28DAFE1D}" presName="root" presStyleCnt="0">
        <dgm:presLayoutVars>
          <dgm:dir/>
          <dgm:resizeHandles val="exact"/>
        </dgm:presLayoutVars>
      </dgm:prSet>
      <dgm:spPr/>
    </dgm:pt>
    <dgm:pt modelId="{401919E9-1657-418F-BE16-D4872DA694D7}" type="pres">
      <dgm:prSet presAssocID="{FFF761DA-D7FA-4DAB-A02B-303ABEA4E993}" presName="compNode" presStyleCnt="0"/>
      <dgm:spPr/>
    </dgm:pt>
    <dgm:pt modelId="{356E476B-9AC3-46EC-B987-EFA0994028D9}" type="pres">
      <dgm:prSet presAssocID="{FFF761DA-D7FA-4DAB-A02B-303ABEA4E993}" presName="iconBgRect" presStyleLbl="bgShp" presStyleIdx="0" presStyleCnt="3"/>
      <dgm:spPr/>
    </dgm:pt>
    <dgm:pt modelId="{85B16EA9-1E62-4A54-96D1-CB16CCEA359A}" type="pres">
      <dgm:prSet presAssocID="{FFF761DA-D7FA-4DAB-A02B-303ABEA4E99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ss Pieces"/>
        </a:ext>
      </dgm:extLst>
    </dgm:pt>
    <dgm:pt modelId="{ADD262D8-83FE-4F2D-8D7A-C08DFEB6601D}" type="pres">
      <dgm:prSet presAssocID="{FFF761DA-D7FA-4DAB-A02B-303ABEA4E993}" presName="spaceRect" presStyleCnt="0"/>
      <dgm:spPr/>
    </dgm:pt>
    <dgm:pt modelId="{26AC2F51-398E-436E-AEB4-5C72E0700AF9}" type="pres">
      <dgm:prSet presAssocID="{FFF761DA-D7FA-4DAB-A02B-303ABEA4E993}" presName="textRect" presStyleLbl="revTx" presStyleIdx="0" presStyleCnt="3">
        <dgm:presLayoutVars>
          <dgm:chMax val="1"/>
          <dgm:chPref val="1"/>
        </dgm:presLayoutVars>
      </dgm:prSet>
      <dgm:spPr/>
    </dgm:pt>
    <dgm:pt modelId="{02B6E251-369D-4601-95A5-876858EAA42D}" type="pres">
      <dgm:prSet presAssocID="{87AF4ED9-619F-4B6E-B3BA-5F395E82425F}" presName="sibTrans" presStyleCnt="0"/>
      <dgm:spPr/>
    </dgm:pt>
    <dgm:pt modelId="{8A022261-897A-434D-8856-21EAE11711E6}" type="pres">
      <dgm:prSet presAssocID="{18EDF589-D623-4A72-91F5-6B0990C1761F}" presName="compNode" presStyleCnt="0"/>
      <dgm:spPr/>
    </dgm:pt>
    <dgm:pt modelId="{B551DDE2-36F6-4E52-A995-5C2E2B3AF5A1}" type="pres">
      <dgm:prSet presAssocID="{18EDF589-D623-4A72-91F5-6B0990C1761F}" presName="iconBgRect" presStyleLbl="bgShp" presStyleIdx="1" presStyleCnt="3"/>
      <dgm:spPr/>
    </dgm:pt>
    <dgm:pt modelId="{1567FC72-C6CF-477E-82FB-9B3E2650AF9B}" type="pres">
      <dgm:prSet presAssocID="{18EDF589-D623-4A72-91F5-6B0990C1761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Envelope"/>
        </a:ext>
      </dgm:extLst>
    </dgm:pt>
    <dgm:pt modelId="{E0132E2F-3119-4D50-AAFC-E11E4B641DB6}" type="pres">
      <dgm:prSet presAssocID="{18EDF589-D623-4A72-91F5-6B0990C1761F}" presName="spaceRect" presStyleCnt="0"/>
      <dgm:spPr/>
    </dgm:pt>
    <dgm:pt modelId="{A6775DB0-C2D6-4E79-8BCC-C8414B2A544C}" type="pres">
      <dgm:prSet presAssocID="{18EDF589-D623-4A72-91F5-6B0990C1761F}" presName="textRect" presStyleLbl="revTx" presStyleIdx="1" presStyleCnt="3">
        <dgm:presLayoutVars>
          <dgm:chMax val="1"/>
          <dgm:chPref val="1"/>
        </dgm:presLayoutVars>
      </dgm:prSet>
      <dgm:spPr/>
    </dgm:pt>
    <dgm:pt modelId="{DA3CCE07-364D-4A63-8E29-4D71E96F0F5B}" type="pres">
      <dgm:prSet presAssocID="{715F5281-5C72-415E-8334-16E43BB5CB69}" presName="sibTrans" presStyleCnt="0"/>
      <dgm:spPr/>
    </dgm:pt>
    <dgm:pt modelId="{7DFA4E4A-E9C1-423B-9176-2711BF55C5BD}" type="pres">
      <dgm:prSet presAssocID="{AFD65DAA-4C10-4284-B7C8-C2AF6C1EA407}" presName="compNode" presStyleCnt="0"/>
      <dgm:spPr/>
    </dgm:pt>
    <dgm:pt modelId="{88D1FFE0-7DA1-4FB1-AD09-865603B879B2}" type="pres">
      <dgm:prSet presAssocID="{AFD65DAA-4C10-4284-B7C8-C2AF6C1EA407}" presName="iconBgRect" presStyleLbl="bgShp" presStyleIdx="2" presStyleCnt="3"/>
      <dgm:spPr/>
    </dgm:pt>
    <dgm:pt modelId="{5C3FD701-3B18-48BD-AD3E-5486877E2E86}" type="pres">
      <dgm:prSet presAssocID="{AFD65DAA-4C10-4284-B7C8-C2AF6C1EA40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rarchia"/>
        </a:ext>
      </dgm:extLst>
    </dgm:pt>
    <dgm:pt modelId="{13F3A759-99CC-4456-BF2E-C818B11E9C6E}" type="pres">
      <dgm:prSet presAssocID="{AFD65DAA-4C10-4284-B7C8-C2AF6C1EA407}" presName="spaceRect" presStyleCnt="0"/>
      <dgm:spPr/>
    </dgm:pt>
    <dgm:pt modelId="{4A1964A0-7A7F-42EA-A6FA-9449DA636E48}" type="pres">
      <dgm:prSet presAssocID="{AFD65DAA-4C10-4284-B7C8-C2AF6C1EA407}" presName="textRect" presStyleLbl="revTx" presStyleIdx="2" presStyleCnt="3">
        <dgm:presLayoutVars>
          <dgm:chMax val="1"/>
          <dgm:chPref val="1"/>
        </dgm:presLayoutVars>
      </dgm:prSet>
      <dgm:spPr/>
    </dgm:pt>
  </dgm:ptLst>
  <dgm:cxnLst>
    <dgm:cxn modelId="{72F71E15-00B5-48A3-ACE6-A59B899BD4DF}" srcId="{ADBFF63F-7C84-4505-A021-EE3B28DAFE1D}" destId="{AFD65DAA-4C10-4284-B7C8-C2AF6C1EA407}" srcOrd="2" destOrd="0" parTransId="{F575EC41-5476-423C-BB56-569B07BAD25B}" sibTransId="{E0FE6F64-0A79-4092-83AD-B3EAA1DCE116}"/>
    <dgm:cxn modelId="{B74E812C-EE00-4E3D-B068-8DCBCF75F1E4}" type="presOf" srcId="{AFD65DAA-4C10-4284-B7C8-C2AF6C1EA407}" destId="{4A1964A0-7A7F-42EA-A6FA-9449DA636E48}" srcOrd="0" destOrd="0" presId="urn:microsoft.com/office/officeart/2018/5/layout/IconCircleLabelList"/>
    <dgm:cxn modelId="{9B88665D-EEA1-4B3B-95F1-F4E103DFCBCA}" type="presOf" srcId="{ADBFF63F-7C84-4505-A021-EE3B28DAFE1D}" destId="{00043120-665A-4C73-88C9-D90EA087CD51}" srcOrd="0" destOrd="0" presId="urn:microsoft.com/office/officeart/2018/5/layout/IconCircleLabelList"/>
    <dgm:cxn modelId="{501EED65-0BCB-48CC-803F-DAB81A13B95F}" srcId="{ADBFF63F-7C84-4505-A021-EE3B28DAFE1D}" destId="{FFF761DA-D7FA-4DAB-A02B-303ABEA4E993}" srcOrd="0" destOrd="0" parTransId="{6CE26B85-45F0-481C-8797-81A58325CE54}" sibTransId="{87AF4ED9-619F-4B6E-B3BA-5F395E82425F}"/>
    <dgm:cxn modelId="{4AAAF780-FF27-4065-9435-2EF688987D36}" type="presOf" srcId="{18EDF589-D623-4A72-91F5-6B0990C1761F}" destId="{A6775DB0-C2D6-4E79-8BCC-C8414B2A544C}" srcOrd="0" destOrd="0" presId="urn:microsoft.com/office/officeart/2018/5/layout/IconCircleLabelList"/>
    <dgm:cxn modelId="{4ED85095-F6A0-4E52-8C6E-49773C0D9DAC}" srcId="{ADBFF63F-7C84-4505-A021-EE3B28DAFE1D}" destId="{18EDF589-D623-4A72-91F5-6B0990C1761F}" srcOrd="1" destOrd="0" parTransId="{581C4259-2449-4D83-BFF9-8A0085FE4DC7}" sibTransId="{715F5281-5C72-415E-8334-16E43BB5CB69}"/>
    <dgm:cxn modelId="{104B749E-DB62-41AF-BF8A-A8506CD7F843}" type="presOf" srcId="{FFF761DA-D7FA-4DAB-A02B-303ABEA4E993}" destId="{26AC2F51-398E-436E-AEB4-5C72E0700AF9}" srcOrd="0" destOrd="0" presId="urn:microsoft.com/office/officeart/2018/5/layout/IconCircleLabelList"/>
    <dgm:cxn modelId="{9EF89006-57CE-4FF8-90C3-FA1DAC7109A7}" type="presParOf" srcId="{00043120-665A-4C73-88C9-D90EA087CD51}" destId="{401919E9-1657-418F-BE16-D4872DA694D7}" srcOrd="0" destOrd="0" presId="urn:microsoft.com/office/officeart/2018/5/layout/IconCircleLabelList"/>
    <dgm:cxn modelId="{9B94D062-B970-4882-87EB-B25A2F6B60D6}" type="presParOf" srcId="{401919E9-1657-418F-BE16-D4872DA694D7}" destId="{356E476B-9AC3-46EC-B987-EFA0994028D9}" srcOrd="0" destOrd="0" presId="urn:microsoft.com/office/officeart/2018/5/layout/IconCircleLabelList"/>
    <dgm:cxn modelId="{AC253198-7E6D-41DC-B453-52EF480EA07C}" type="presParOf" srcId="{401919E9-1657-418F-BE16-D4872DA694D7}" destId="{85B16EA9-1E62-4A54-96D1-CB16CCEA359A}" srcOrd="1" destOrd="0" presId="urn:microsoft.com/office/officeart/2018/5/layout/IconCircleLabelList"/>
    <dgm:cxn modelId="{4D8EE7BA-95ED-4601-A0B6-9779FA173FA5}" type="presParOf" srcId="{401919E9-1657-418F-BE16-D4872DA694D7}" destId="{ADD262D8-83FE-4F2D-8D7A-C08DFEB6601D}" srcOrd="2" destOrd="0" presId="urn:microsoft.com/office/officeart/2018/5/layout/IconCircleLabelList"/>
    <dgm:cxn modelId="{172E1B4E-B2EB-4009-BE00-8C5FBD8B6B7E}" type="presParOf" srcId="{401919E9-1657-418F-BE16-D4872DA694D7}" destId="{26AC2F51-398E-436E-AEB4-5C72E0700AF9}" srcOrd="3" destOrd="0" presId="urn:microsoft.com/office/officeart/2018/5/layout/IconCircleLabelList"/>
    <dgm:cxn modelId="{107DC8BE-A4E0-4690-A769-CF8282E63CB0}" type="presParOf" srcId="{00043120-665A-4C73-88C9-D90EA087CD51}" destId="{02B6E251-369D-4601-95A5-876858EAA42D}" srcOrd="1" destOrd="0" presId="urn:microsoft.com/office/officeart/2018/5/layout/IconCircleLabelList"/>
    <dgm:cxn modelId="{44BEFCC1-1A02-4C6E-8586-5C948B7C7565}" type="presParOf" srcId="{00043120-665A-4C73-88C9-D90EA087CD51}" destId="{8A022261-897A-434D-8856-21EAE11711E6}" srcOrd="2" destOrd="0" presId="urn:microsoft.com/office/officeart/2018/5/layout/IconCircleLabelList"/>
    <dgm:cxn modelId="{B48A5276-83A2-4626-BFA4-F219C76D8590}" type="presParOf" srcId="{8A022261-897A-434D-8856-21EAE11711E6}" destId="{B551DDE2-36F6-4E52-A995-5C2E2B3AF5A1}" srcOrd="0" destOrd="0" presId="urn:microsoft.com/office/officeart/2018/5/layout/IconCircleLabelList"/>
    <dgm:cxn modelId="{B8B7B4FC-FC77-40DA-942B-913A083CA5D9}" type="presParOf" srcId="{8A022261-897A-434D-8856-21EAE11711E6}" destId="{1567FC72-C6CF-477E-82FB-9B3E2650AF9B}" srcOrd="1" destOrd="0" presId="urn:microsoft.com/office/officeart/2018/5/layout/IconCircleLabelList"/>
    <dgm:cxn modelId="{61186CE3-6DAE-4D01-AA67-FA7D2BF5DD28}" type="presParOf" srcId="{8A022261-897A-434D-8856-21EAE11711E6}" destId="{E0132E2F-3119-4D50-AAFC-E11E4B641DB6}" srcOrd="2" destOrd="0" presId="urn:microsoft.com/office/officeart/2018/5/layout/IconCircleLabelList"/>
    <dgm:cxn modelId="{DD59D6D1-5D16-4E9C-A558-66BD2F95A2A6}" type="presParOf" srcId="{8A022261-897A-434D-8856-21EAE11711E6}" destId="{A6775DB0-C2D6-4E79-8BCC-C8414B2A544C}" srcOrd="3" destOrd="0" presId="urn:microsoft.com/office/officeart/2018/5/layout/IconCircleLabelList"/>
    <dgm:cxn modelId="{9C67553E-3B31-4989-86A4-94FDE76FE28E}" type="presParOf" srcId="{00043120-665A-4C73-88C9-D90EA087CD51}" destId="{DA3CCE07-364D-4A63-8E29-4D71E96F0F5B}" srcOrd="3" destOrd="0" presId="urn:microsoft.com/office/officeart/2018/5/layout/IconCircleLabelList"/>
    <dgm:cxn modelId="{9C707AB2-0F98-4DD3-9C58-6DB07C84D19B}" type="presParOf" srcId="{00043120-665A-4C73-88C9-D90EA087CD51}" destId="{7DFA4E4A-E9C1-423B-9176-2711BF55C5BD}" srcOrd="4" destOrd="0" presId="urn:microsoft.com/office/officeart/2018/5/layout/IconCircleLabelList"/>
    <dgm:cxn modelId="{D4C0CA69-50C4-4A71-8B1C-0967CBABD985}" type="presParOf" srcId="{7DFA4E4A-E9C1-423B-9176-2711BF55C5BD}" destId="{88D1FFE0-7DA1-4FB1-AD09-865603B879B2}" srcOrd="0" destOrd="0" presId="urn:microsoft.com/office/officeart/2018/5/layout/IconCircleLabelList"/>
    <dgm:cxn modelId="{A3878CDD-4626-4A50-BD64-298692EE7443}" type="presParOf" srcId="{7DFA4E4A-E9C1-423B-9176-2711BF55C5BD}" destId="{5C3FD701-3B18-48BD-AD3E-5486877E2E86}" srcOrd="1" destOrd="0" presId="urn:microsoft.com/office/officeart/2018/5/layout/IconCircleLabelList"/>
    <dgm:cxn modelId="{8E327F22-8A81-469F-A2A2-2F002B17ABA4}" type="presParOf" srcId="{7DFA4E4A-E9C1-423B-9176-2711BF55C5BD}" destId="{13F3A759-99CC-4456-BF2E-C818B11E9C6E}" srcOrd="2" destOrd="0" presId="urn:microsoft.com/office/officeart/2018/5/layout/IconCircleLabelList"/>
    <dgm:cxn modelId="{89CAB0CC-F87C-41EA-B1F9-CFF80D227526}" type="presParOf" srcId="{7DFA4E4A-E9C1-423B-9176-2711BF55C5BD}" destId="{4A1964A0-7A7F-42EA-A6FA-9449DA636E4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DB1E62-1B90-4700-89FA-10C01D129410}">
      <dsp:nvSpPr>
        <dsp:cNvPr id="0" name=""/>
        <dsp:cNvSpPr/>
      </dsp:nvSpPr>
      <dsp:spPr>
        <a:xfrm>
          <a:off x="0" y="717"/>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AC1CE1-F139-45AE-9F5D-FDEBBDE6CBBE}">
      <dsp:nvSpPr>
        <dsp:cNvPr id="0" name=""/>
        <dsp:cNvSpPr/>
      </dsp:nvSpPr>
      <dsp:spPr>
        <a:xfrm>
          <a:off x="507973" y="378548"/>
          <a:ext cx="923587" cy="9235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B845FB-01CC-4EB6-92E4-8480887060B0}">
      <dsp:nvSpPr>
        <dsp:cNvPr id="0" name=""/>
        <dsp:cNvSpPr/>
      </dsp:nvSpPr>
      <dsp:spPr>
        <a:xfrm>
          <a:off x="1939533" y="717"/>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933450">
            <a:lnSpc>
              <a:spcPct val="90000"/>
            </a:lnSpc>
            <a:spcBef>
              <a:spcPct val="0"/>
            </a:spcBef>
            <a:spcAft>
              <a:spcPct val="35000"/>
            </a:spcAft>
            <a:buNone/>
          </a:pPr>
          <a:r>
            <a:rPr lang="en-US" sz="2100" kern="1200"/>
            <a:t>As a player, I want to launch the game and access the main menu, so that I can choose to start, continue, or configure my game.</a:t>
          </a:r>
        </a:p>
      </dsp:txBody>
      <dsp:txXfrm>
        <a:off x="1939533" y="717"/>
        <a:ext cx="4362067" cy="1679249"/>
      </dsp:txXfrm>
    </dsp:sp>
    <dsp:sp modelId="{0C439C05-E3DA-4022-BC99-642E8E3EE121}">
      <dsp:nvSpPr>
        <dsp:cNvPr id="0" name=""/>
        <dsp:cNvSpPr/>
      </dsp:nvSpPr>
      <dsp:spPr>
        <a:xfrm>
          <a:off x="0" y="2099779"/>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B68A32-64BA-4C70-A040-1835F6AF5808}">
      <dsp:nvSpPr>
        <dsp:cNvPr id="0" name=""/>
        <dsp:cNvSpPr/>
      </dsp:nvSpPr>
      <dsp:spPr>
        <a:xfrm>
          <a:off x="507973" y="2477610"/>
          <a:ext cx="923587" cy="9235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DD3097-3472-41AD-A195-4BC459963CDF}">
      <dsp:nvSpPr>
        <dsp:cNvPr id="0" name=""/>
        <dsp:cNvSpPr/>
      </dsp:nvSpPr>
      <dsp:spPr>
        <a:xfrm>
          <a:off x="1939533" y="2099779"/>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933450">
            <a:lnSpc>
              <a:spcPct val="90000"/>
            </a:lnSpc>
            <a:spcBef>
              <a:spcPct val="0"/>
            </a:spcBef>
            <a:spcAft>
              <a:spcPct val="35000"/>
            </a:spcAft>
            <a:buNone/>
          </a:pPr>
          <a:r>
            <a:rPr lang="en-US" sz="2100" kern="1200"/>
            <a:t>Acceptance criteria: the game launches and the main menu is showed.</a:t>
          </a:r>
        </a:p>
      </dsp:txBody>
      <dsp:txXfrm>
        <a:off x="1939533" y="2099779"/>
        <a:ext cx="4362067" cy="1679249"/>
      </dsp:txXfrm>
    </dsp:sp>
    <dsp:sp modelId="{1F1F13AC-1B21-4549-9290-145AE0D49428}">
      <dsp:nvSpPr>
        <dsp:cNvPr id="0" name=""/>
        <dsp:cNvSpPr/>
      </dsp:nvSpPr>
      <dsp:spPr>
        <a:xfrm>
          <a:off x="0" y="4198841"/>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CC5301-C3D4-4693-AF87-8D01706211DC}">
      <dsp:nvSpPr>
        <dsp:cNvPr id="0" name=""/>
        <dsp:cNvSpPr/>
      </dsp:nvSpPr>
      <dsp:spPr>
        <a:xfrm>
          <a:off x="507973" y="4576672"/>
          <a:ext cx="923587" cy="9235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812115-F87A-435D-8B0E-36F24BA800BA}">
      <dsp:nvSpPr>
        <dsp:cNvPr id="0" name=""/>
        <dsp:cNvSpPr/>
      </dsp:nvSpPr>
      <dsp:spPr>
        <a:xfrm>
          <a:off x="1939533" y="4198841"/>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933450">
            <a:lnSpc>
              <a:spcPct val="90000"/>
            </a:lnSpc>
            <a:spcBef>
              <a:spcPct val="0"/>
            </a:spcBef>
            <a:spcAft>
              <a:spcPct val="35000"/>
            </a:spcAft>
            <a:buNone/>
          </a:pPr>
          <a:r>
            <a:rPr lang="en-US" sz="2100" kern="1200"/>
            <a:t>Pattern: Singleton</a:t>
          </a:r>
        </a:p>
      </dsp:txBody>
      <dsp:txXfrm>
        <a:off x="1939533" y="4198841"/>
        <a:ext cx="4362067" cy="16792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C5DE0-44F3-4E94-819A-748039762D47}">
      <dsp:nvSpPr>
        <dsp:cNvPr id="0" name=""/>
        <dsp:cNvSpPr/>
      </dsp:nvSpPr>
      <dsp:spPr>
        <a:xfrm>
          <a:off x="647429" y="230579"/>
          <a:ext cx="1818562" cy="181856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375A17-FA0A-4C0C-95A1-C8FCEA4F9B5C}">
      <dsp:nvSpPr>
        <dsp:cNvPr id="0" name=""/>
        <dsp:cNvSpPr/>
      </dsp:nvSpPr>
      <dsp:spPr>
        <a:xfrm>
          <a:off x="1034992" y="618142"/>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273D12-DA4D-48EE-AA96-FC673DE14FCD}">
      <dsp:nvSpPr>
        <dsp:cNvPr id="0" name=""/>
        <dsp:cNvSpPr/>
      </dsp:nvSpPr>
      <dsp:spPr>
        <a:xfrm>
          <a:off x="66086" y="261558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As a player, I want to start a new game, so that I can play</a:t>
          </a:r>
        </a:p>
      </dsp:txBody>
      <dsp:txXfrm>
        <a:off x="66086" y="2615580"/>
        <a:ext cx="2981250" cy="720000"/>
      </dsp:txXfrm>
    </dsp:sp>
    <dsp:sp modelId="{498A7310-C499-4F51-8C8E-928F42E7A51C}">
      <dsp:nvSpPr>
        <dsp:cNvPr id="0" name=""/>
        <dsp:cNvSpPr/>
      </dsp:nvSpPr>
      <dsp:spPr>
        <a:xfrm>
          <a:off x="4150398" y="230579"/>
          <a:ext cx="1818562" cy="181856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27026A-7497-49FE-859F-B6CC4D1326A9}">
      <dsp:nvSpPr>
        <dsp:cNvPr id="0" name=""/>
        <dsp:cNvSpPr/>
      </dsp:nvSpPr>
      <dsp:spPr>
        <a:xfrm>
          <a:off x="4537961" y="618142"/>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C9715B-2119-4D4F-A0DD-6A42F1EA64CA}">
      <dsp:nvSpPr>
        <dsp:cNvPr id="0" name=""/>
        <dsp:cNvSpPr/>
      </dsp:nvSpPr>
      <dsp:spPr>
        <a:xfrm>
          <a:off x="3569054" y="261558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acceptance criteria: the game starts from the beginning</a:t>
          </a:r>
        </a:p>
      </dsp:txBody>
      <dsp:txXfrm>
        <a:off x="3569054" y="2615580"/>
        <a:ext cx="2981250" cy="720000"/>
      </dsp:txXfrm>
    </dsp:sp>
    <dsp:sp modelId="{AA94CC57-79D2-43F1-ACCE-203953CAC621}">
      <dsp:nvSpPr>
        <dsp:cNvPr id="0" name=""/>
        <dsp:cNvSpPr/>
      </dsp:nvSpPr>
      <dsp:spPr>
        <a:xfrm>
          <a:off x="7653367" y="230579"/>
          <a:ext cx="1818562" cy="181856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818566-68BC-40AF-A3F5-800E516E37DB}">
      <dsp:nvSpPr>
        <dsp:cNvPr id="0" name=""/>
        <dsp:cNvSpPr/>
      </dsp:nvSpPr>
      <dsp:spPr>
        <a:xfrm>
          <a:off x="8040930" y="618142"/>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91299E-0389-4D77-8636-4B9131AA2F74}">
      <dsp:nvSpPr>
        <dsp:cNvPr id="0" name=""/>
        <dsp:cNvSpPr/>
      </dsp:nvSpPr>
      <dsp:spPr>
        <a:xfrm>
          <a:off x="7072023" y="261558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Pattern: Factory</a:t>
          </a:r>
        </a:p>
      </dsp:txBody>
      <dsp:txXfrm>
        <a:off x="7072023" y="2615580"/>
        <a:ext cx="29812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85631A-DA3E-445E-B38C-DDBB283F6060}">
      <dsp:nvSpPr>
        <dsp:cNvPr id="0" name=""/>
        <dsp:cNvSpPr/>
      </dsp:nvSpPr>
      <dsp:spPr>
        <a:xfrm>
          <a:off x="718664" y="453902"/>
          <a:ext cx="1955812" cy="1955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BCD683-510A-4201-97CC-4A75303B2EB6}">
      <dsp:nvSpPr>
        <dsp:cNvPr id="0" name=""/>
        <dsp:cNvSpPr/>
      </dsp:nvSpPr>
      <dsp:spPr>
        <a:xfrm>
          <a:off x="1135476" y="870714"/>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D431CB-344E-4F35-B5B8-E0D9A3882219}">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As a player, I want to fight the enemies so that I can go on with the plot</a:t>
          </a:r>
        </a:p>
      </dsp:txBody>
      <dsp:txXfrm>
        <a:off x="93445" y="3018902"/>
        <a:ext cx="3206250" cy="720000"/>
      </dsp:txXfrm>
    </dsp:sp>
    <dsp:sp modelId="{0B14F369-5414-49FC-9AF0-392D381764B2}">
      <dsp:nvSpPr>
        <dsp:cNvPr id="0" name=""/>
        <dsp:cNvSpPr/>
      </dsp:nvSpPr>
      <dsp:spPr>
        <a:xfrm>
          <a:off x="4486008" y="453902"/>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A5BD62-0BEA-48C6-AC6F-9982F9636446}">
      <dsp:nvSpPr>
        <dsp:cNvPr id="0" name=""/>
        <dsp:cNvSpPr/>
      </dsp:nvSpPr>
      <dsp:spPr>
        <a:xfrm>
          <a:off x="4902820" y="870714"/>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EFD421-35F3-41F8-A317-F047E8259D85}">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acceptance criteria: the game allows the player to choose an attack or use an item</a:t>
          </a:r>
        </a:p>
      </dsp:txBody>
      <dsp:txXfrm>
        <a:off x="3860789" y="3018902"/>
        <a:ext cx="3206250" cy="720000"/>
      </dsp:txXfrm>
    </dsp:sp>
    <dsp:sp modelId="{8EC44CBD-47A4-4FB0-ADB7-D84E9B7FD5F0}">
      <dsp:nvSpPr>
        <dsp:cNvPr id="0" name=""/>
        <dsp:cNvSpPr/>
      </dsp:nvSpPr>
      <dsp:spPr>
        <a:xfrm>
          <a:off x="8253352" y="453902"/>
          <a:ext cx="1955812" cy="1955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265A3D-7DF8-4C53-A661-DB2075A65632}">
      <dsp:nvSpPr>
        <dsp:cNvPr id="0" name=""/>
        <dsp:cNvSpPr/>
      </dsp:nvSpPr>
      <dsp:spPr>
        <a:xfrm>
          <a:off x="8670164" y="870714"/>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1209AF-D467-4BFD-A501-051EA5A310AF}">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Pattern: </a:t>
          </a:r>
          <a:r>
            <a:rPr lang="en-US" sz="1500" b="1" kern="1200"/>
            <a:t>Strategy + Observer</a:t>
          </a:r>
          <a:endParaRPr lang="en-US" sz="1500" kern="1200"/>
        </a:p>
      </dsp:txBody>
      <dsp:txXfrm>
        <a:off x="7628133" y="3018902"/>
        <a:ext cx="32062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081AF7-A197-41A7-B19C-436F0D878782}">
      <dsp:nvSpPr>
        <dsp:cNvPr id="0" name=""/>
        <dsp:cNvSpPr/>
      </dsp:nvSpPr>
      <dsp:spPr>
        <a:xfrm>
          <a:off x="0" y="640"/>
          <a:ext cx="6589260" cy="14979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4568B2-C461-40B2-9EA7-C0F2FAFA5D5E}">
      <dsp:nvSpPr>
        <dsp:cNvPr id="0" name=""/>
        <dsp:cNvSpPr/>
      </dsp:nvSpPr>
      <dsp:spPr>
        <a:xfrm>
          <a:off x="453120" y="337671"/>
          <a:ext cx="823854" cy="8238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149514-D71D-4926-B777-F1967F3188FD}">
      <dsp:nvSpPr>
        <dsp:cNvPr id="0" name=""/>
        <dsp:cNvSpPr/>
      </dsp:nvSpPr>
      <dsp:spPr>
        <a:xfrm>
          <a:off x="1730095" y="640"/>
          <a:ext cx="4859164" cy="1497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30" tIns="158530" rIns="158530" bIns="158530" numCol="1" spcCol="1270" anchor="ctr" anchorCtr="0">
          <a:noAutofit/>
        </a:bodyPr>
        <a:lstStyle/>
        <a:p>
          <a:pPr marL="0" lvl="0" indent="0" algn="l" defTabSz="933450">
            <a:lnSpc>
              <a:spcPct val="90000"/>
            </a:lnSpc>
            <a:spcBef>
              <a:spcPct val="0"/>
            </a:spcBef>
            <a:spcAft>
              <a:spcPct val="35000"/>
            </a:spcAft>
            <a:buNone/>
          </a:pPr>
          <a:r>
            <a:rPr lang="en-US" sz="2100" kern="1200" dirty="0"/>
            <a:t>As a player, I want the system to calculate damage, effects and healing so that I can see the results of each turn.</a:t>
          </a:r>
        </a:p>
      </dsp:txBody>
      <dsp:txXfrm>
        <a:off x="1730095" y="640"/>
        <a:ext cx="4859164" cy="1497917"/>
      </dsp:txXfrm>
    </dsp:sp>
    <dsp:sp modelId="{CE2F0C63-82EE-4C0D-8EF5-DE3C704A19E7}">
      <dsp:nvSpPr>
        <dsp:cNvPr id="0" name=""/>
        <dsp:cNvSpPr/>
      </dsp:nvSpPr>
      <dsp:spPr>
        <a:xfrm>
          <a:off x="0" y="1873037"/>
          <a:ext cx="6589260" cy="14979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CF5238-7E8B-4038-9ACF-C3CFBCA66B21}">
      <dsp:nvSpPr>
        <dsp:cNvPr id="0" name=""/>
        <dsp:cNvSpPr/>
      </dsp:nvSpPr>
      <dsp:spPr>
        <a:xfrm>
          <a:off x="453120" y="2210069"/>
          <a:ext cx="823854" cy="8238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79A2C3-9C32-4CBB-8FC1-3D1BE7FE750F}">
      <dsp:nvSpPr>
        <dsp:cNvPr id="0" name=""/>
        <dsp:cNvSpPr/>
      </dsp:nvSpPr>
      <dsp:spPr>
        <a:xfrm>
          <a:off x="1730095" y="1873037"/>
          <a:ext cx="4859164" cy="1497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30" tIns="158530" rIns="158530" bIns="158530" numCol="1" spcCol="1270" anchor="ctr" anchorCtr="0">
          <a:noAutofit/>
        </a:bodyPr>
        <a:lstStyle/>
        <a:p>
          <a:pPr marL="0" lvl="0" indent="0" algn="l" defTabSz="933450">
            <a:lnSpc>
              <a:spcPct val="90000"/>
            </a:lnSpc>
            <a:spcBef>
              <a:spcPct val="0"/>
            </a:spcBef>
            <a:spcAft>
              <a:spcPct val="35000"/>
            </a:spcAft>
            <a:buNone/>
          </a:pPr>
          <a:r>
            <a:rPr lang="en-US" sz="2100" kern="1200" dirty="0"/>
            <a:t>acceptance criteria: the game calculates correctly the new combat state and the game properly shows the new combat state.</a:t>
          </a:r>
        </a:p>
      </dsp:txBody>
      <dsp:txXfrm>
        <a:off x="1730095" y="1873037"/>
        <a:ext cx="4859164" cy="1497917"/>
      </dsp:txXfrm>
    </dsp:sp>
    <dsp:sp modelId="{67FD8F6C-A64C-4C0E-8E97-1895CE3E8C3E}">
      <dsp:nvSpPr>
        <dsp:cNvPr id="0" name=""/>
        <dsp:cNvSpPr/>
      </dsp:nvSpPr>
      <dsp:spPr>
        <a:xfrm>
          <a:off x="0" y="3745434"/>
          <a:ext cx="6589260" cy="14979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E24EC2-2B34-477E-BE00-3A882924C755}">
      <dsp:nvSpPr>
        <dsp:cNvPr id="0" name=""/>
        <dsp:cNvSpPr/>
      </dsp:nvSpPr>
      <dsp:spPr>
        <a:xfrm>
          <a:off x="453120" y="4082466"/>
          <a:ext cx="823854" cy="8238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5B3CEA-E3CF-4F86-B4DF-B3280E1D36C4}">
      <dsp:nvSpPr>
        <dsp:cNvPr id="0" name=""/>
        <dsp:cNvSpPr/>
      </dsp:nvSpPr>
      <dsp:spPr>
        <a:xfrm>
          <a:off x="1730095" y="3745434"/>
          <a:ext cx="4859164" cy="1497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30" tIns="158530" rIns="158530" bIns="158530" numCol="1" spcCol="1270" anchor="ctr" anchorCtr="0">
          <a:noAutofit/>
        </a:bodyPr>
        <a:lstStyle/>
        <a:p>
          <a:pPr marL="0" lvl="0" indent="0" algn="l" defTabSz="933450">
            <a:lnSpc>
              <a:spcPct val="90000"/>
            </a:lnSpc>
            <a:spcBef>
              <a:spcPct val="0"/>
            </a:spcBef>
            <a:spcAft>
              <a:spcPct val="35000"/>
            </a:spcAft>
            <a:buNone/>
          </a:pPr>
          <a:r>
            <a:rPr lang="en-US" sz="2100" kern="1200" dirty="0"/>
            <a:t>Pattern </a:t>
          </a:r>
          <a:r>
            <a:rPr lang="en-US" sz="2100" kern="1200" dirty="0" err="1"/>
            <a:t>usati</a:t>
          </a:r>
          <a:r>
            <a:rPr lang="en-US" sz="2100" kern="1200" dirty="0"/>
            <a:t>: Strategy + Observer</a:t>
          </a:r>
        </a:p>
      </dsp:txBody>
      <dsp:txXfrm>
        <a:off x="1730095" y="3745434"/>
        <a:ext cx="4859164" cy="14979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6E476B-9AC3-46EC-B987-EFA0994028D9}">
      <dsp:nvSpPr>
        <dsp:cNvPr id="0" name=""/>
        <dsp:cNvSpPr/>
      </dsp:nvSpPr>
      <dsp:spPr>
        <a:xfrm>
          <a:off x="647429" y="230579"/>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B16EA9-1E62-4A54-96D1-CB16CCEA359A}">
      <dsp:nvSpPr>
        <dsp:cNvPr id="0" name=""/>
        <dsp:cNvSpPr/>
      </dsp:nvSpPr>
      <dsp:spPr>
        <a:xfrm>
          <a:off x="1034992" y="618142"/>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AC2F51-398E-436E-AEB4-5C72E0700AF9}">
      <dsp:nvSpPr>
        <dsp:cNvPr id="0" name=""/>
        <dsp:cNvSpPr/>
      </dsp:nvSpPr>
      <dsp:spPr>
        <a:xfrm>
          <a:off x="66086" y="261558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As a player, I want battles to proceed in alternating turns until one side is defeated so that the fight resolves fairly.</a:t>
          </a:r>
        </a:p>
      </dsp:txBody>
      <dsp:txXfrm>
        <a:off x="66086" y="2615580"/>
        <a:ext cx="2981250" cy="720000"/>
      </dsp:txXfrm>
    </dsp:sp>
    <dsp:sp modelId="{B551DDE2-36F6-4E52-A995-5C2E2B3AF5A1}">
      <dsp:nvSpPr>
        <dsp:cNvPr id="0" name=""/>
        <dsp:cNvSpPr/>
      </dsp:nvSpPr>
      <dsp:spPr>
        <a:xfrm>
          <a:off x="4150398" y="230579"/>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67FC72-C6CF-477E-82FB-9B3E2650AF9B}">
      <dsp:nvSpPr>
        <dsp:cNvPr id="0" name=""/>
        <dsp:cNvSpPr/>
      </dsp:nvSpPr>
      <dsp:spPr>
        <a:xfrm>
          <a:off x="4537961" y="618142"/>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775DB0-C2D6-4E79-8BCC-C8414B2A544C}">
      <dsp:nvSpPr>
        <dsp:cNvPr id="0" name=""/>
        <dsp:cNvSpPr/>
      </dsp:nvSpPr>
      <dsp:spPr>
        <a:xfrm>
          <a:off x="3569054" y="261558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1" kern="1200"/>
            <a:t>acceptance criteria</a:t>
          </a:r>
          <a:r>
            <a:rPr lang="en-US" sz="1200" kern="1200"/>
            <a:t>: turns alternate between player and enemy and rewards (XP, items) are assigned after victory.</a:t>
          </a:r>
        </a:p>
      </dsp:txBody>
      <dsp:txXfrm>
        <a:off x="3569054" y="2615580"/>
        <a:ext cx="2981250" cy="720000"/>
      </dsp:txXfrm>
    </dsp:sp>
    <dsp:sp modelId="{88D1FFE0-7DA1-4FB1-AD09-865603B879B2}">
      <dsp:nvSpPr>
        <dsp:cNvPr id="0" name=""/>
        <dsp:cNvSpPr/>
      </dsp:nvSpPr>
      <dsp:spPr>
        <a:xfrm>
          <a:off x="7653367" y="230579"/>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3FD701-3B18-48BD-AD3E-5486877E2E86}">
      <dsp:nvSpPr>
        <dsp:cNvPr id="0" name=""/>
        <dsp:cNvSpPr/>
      </dsp:nvSpPr>
      <dsp:spPr>
        <a:xfrm>
          <a:off x="8040930" y="618142"/>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1964A0-7A7F-42EA-A6FA-9449DA636E48}">
      <dsp:nvSpPr>
        <dsp:cNvPr id="0" name=""/>
        <dsp:cNvSpPr/>
      </dsp:nvSpPr>
      <dsp:spPr>
        <a:xfrm>
          <a:off x="7072023" y="261558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Pattern usati: </a:t>
          </a:r>
          <a:r>
            <a:rPr lang="en-US" sz="1200" b="1" kern="1200"/>
            <a:t>Strategy + Iterator</a:t>
          </a:r>
          <a:endParaRPr lang="en-US" sz="1200" kern="1200"/>
        </a:p>
      </dsp:txBody>
      <dsp:txXfrm>
        <a:off x="7072023" y="2615580"/>
        <a:ext cx="29812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F4443E-220D-A599-AA5F-9D218DD83A96}"/>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2D4DBD06-4765-F094-5E91-6CDB4CD0BD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4C39751B-B6C9-9F49-46B3-5ED49F77AE5D}"/>
              </a:ext>
            </a:extLst>
          </p:cNvPr>
          <p:cNvSpPr>
            <a:spLocks noGrp="1"/>
          </p:cNvSpPr>
          <p:nvPr>
            <p:ph type="dt" sz="half" idx="10"/>
          </p:nvPr>
        </p:nvSpPr>
        <p:spPr/>
        <p:txBody>
          <a:bodyPr/>
          <a:lstStyle/>
          <a:p>
            <a:fld id="{C1208B56-489F-43F9-8D8B-A6A3E833E09F}" type="datetimeFigureOut">
              <a:rPr lang="it-IT" smtClean="0"/>
              <a:t>07/12/2025</a:t>
            </a:fld>
            <a:endParaRPr lang="it-IT"/>
          </a:p>
        </p:txBody>
      </p:sp>
      <p:sp>
        <p:nvSpPr>
          <p:cNvPr id="5" name="Segnaposto piè di pagina 4">
            <a:extLst>
              <a:ext uri="{FF2B5EF4-FFF2-40B4-BE49-F238E27FC236}">
                <a16:creationId xmlns:a16="http://schemas.microsoft.com/office/drawing/2014/main" id="{5F16CF56-5ABD-94F3-9EF5-E6CA1A237A0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2737841-95A4-6DAD-2AE4-ED2F69551E26}"/>
              </a:ext>
            </a:extLst>
          </p:cNvPr>
          <p:cNvSpPr>
            <a:spLocks noGrp="1"/>
          </p:cNvSpPr>
          <p:nvPr>
            <p:ph type="sldNum" sz="quarter" idx="12"/>
          </p:nvPr>
        </p:nvSpPr>
        <p:spPr/>
        <p:txBody>
          <a:bodyPr/>
          <a:lstStyle/>
          <a:p>
            <a:fld id="{F7539542-E3CB-40F6-9544-8DD4730E03FC}" type="slidenum">
              <a:rPr lang="it-IT" smtClean="0"/>
              <a:t>‹N›</a:t>
            </a:fld>
            <a:endParaRPr lang="it-IT"/>
          </a:p>
        </p:txBody>
      </p:sp>
    </p:spTree>
    <p:extLst>
      <p:ext uri="{BB962C8B-B14F-4D97-AF65-F5344CB8AC3E}">
        <p14:creationId xmlns:p14="http://schemas.microsoft.com/office/powerpoint/2010/main" val="3955284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D5854A-72F6-5DE7-8EEF-E2B3F0A2240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8DC3C2F-839F-1B67-6470-12091246E223}"/>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45B8EA2-E587-430F-C51F-2BD9FC61978F}"/>
              </a:ext>
            </a:extLst>
          </p:cNvPr>
          <p:cNvSpPr>
            <a:spLocks noGrp="1"/>
          </p:cNvSpPr>
          <p:nvPr>
            <p:ph type="dt" sz="half" idx="10"/>
          </p:nvPr>
        </p:nvSpPr>
        <p:spPr/>
        <p:txBody>
          <a:bodyPr/>
          <a:lstStyle/>
          <a:p>
            <a:fld id="{C1208B56-489F-43F9-8D8B-A6A3E833E09F}" type="datetimeFigureOut">
              <a:rPr lang="it-IT" smtClean="0"/>
              <a:t>07/12/2025</a:t>
            </a:fld>
            <a:endParaRPr lang="it-IT"/>
          </a:p>
        </p:txBody>
      </p:sp>
      <p:sp>
        <p:nvSpPr>
          <p:cNvPr id="5" name="Segnaposto piè di pagina 4">
            <a:extLst>
              <a:ext uri="{FF2B5EF4-FFF2-40B4-BE49-F238E27FC236}">
                <a16:creationId xmlns:a16="http://schemas.microsoft.com/office/drawing/2014/main" id="{DE91E6B2-0BA2-D701-D52A-9122E30FB78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B19E895-E73B-C129-B9B7-5079F6B29B6C}"/>
              </a:ext>
            </a:extLst>
          </p:cNvPr>
          <p:cNvSpPr>
            <a:spLocks noGrp="1"/>
          </p:cNvSpPr>
          <p:nvPr>
            <p:ph type="sldNum" sz="quarter" idx="12"/>
          </p:nvPr>
        </p:nvSpPr>
        <p:spPr/>
        <p:txBody>
          <a:bodyPr/>
          <a:lstStyle/>
          <a:p>
            <a:fld id="{F7539542-E3CB-40F6-9544-8DD4730E03FC}" type="slidenum">
              <a:rPr lang="it-IT" smtClean="0"/>
              <a:t>‹N›</a:t>
            </a:fld>
            <a:endParaRPr lang="it-IT"/>
          </a:p>
        </p:txBody>
      </p:sp>
    </p:spTree>
    <p:extLst>
      <p:ext uri="{BB962C8B-B14F-4D97-AF65-F5344CB8AC3E}">
        <p14:creationId xmlns:p14="http://schemas.microsoft.com/office/powerpoint/2010/main" val="2930829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1ED83A6-BBF1-9628-29B6-498706245989}"/>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3E2F1518-1044-9DBF-3D2F-D7C744B3AB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EA9B91BC-9470-2A35-4A64-1AAF0707D7A5}"/>
              </a:ext>
            </a:extLst>
          </p:cNvPr>
          <p:cNvSpPr>
            <a:spLocks noGrp="1"/>
          </p:cNvSpPr>
          <p:nvPr>
            <p:ph type="dt" sz="half" idx="10"/>
          </p:nvPr>
        </p:nvSpPr>
        <p:spPr/>
        <p:txBody>
          <a:bodyPr/>
          <a:lstStyle/>
          <a:p>
            <a:fld id="{C1208B56-489F-43F9-8D8B-A6A3E833E09F}" type="datetimeFigureOut">
              <a:rPr lang="it-IT" smtClean="0"/>
              <a:t>07/12/2025</a:t>
            </a:fld>
            <a:endParaRPr lang="it-IT"/>
          </a:p>
        </p:txBody>
      </p:sp>
      <p:sp>
        <p:nvSpPr>
          <p:cNvPr id="5" name="Segnaposto piè di pagina 4">
            <a:extLst>
              <a:ext uri="{FF2B5EF4-FFF2-40B4-BE49-F238E27FC236}">
                <a16:creationId xmlns:a16="http://schemas.microsoft.com/office/drawing/2014/main" id="{6D22C7C4-BBBC-6271-D394-3915E23A3B2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4A0D6B9-B623-1E89-C848-B69F39C22C58}"/>
              </a:ext>
            </a:extLst>
          </p:cNvPr>
          <p:cNvSpPr>
            <a:spLocks noGrp="1"/>
          </p:cNvSpPr>
          <p:nvPr>
            <p:ph type="sldNum" sz="quarter" idx="12"/>
          </p:nvPr>
        </p:nvSpPr>
        <p:spPr/>
        <p:txBody>
          <a:bodyPr/>
          <a:lstStyle/>
          <a:p>
            <a:fld id="{F7539542-E3CB-40F6-9544-8DD4730E03FC}" type="slidenum">
              <a:rPr lang="it-IT" smtClean="0"/>
              <a:t>‹N›</a:t>
            </a:fld>
            <a:endParaRPr lang="it-IT"/>
          </a:p>
        </p:txBody>
      </p:sp>
    </p:spTree>
    <p:extLst>
      <p:ext uri="{BB962C8B-B14F-4D97-AF65-F5344CB8AC3E}">
        <p14:creationId xmlns:p14="http://schemas.microsoft.com/office/powerpoint/2010/main" val="3829216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9F0BEB-FF09-373F-2DFA-C31412FC7E7C}"/>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9E0933D-09F4-880F-639F-18AACA92A08C}"/>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AB92A691-6BB7-DC00-2BEC-ACF3523AFE49}"/>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711AF020-D43A-FD41-1B97-F72AEE4C2438}"/>
              </a:ext>
            </a:extLst>
          </p:cNvPr>
          <p:cNvSpPr>
            <a:spLocks noGrp="1"/>
          </p:cNvSpPr>
          <p:nvPr>
            <p:ph type="dt" sz="half" idx="10"/>
          </p:nvPr>
        </p:nvSpPr>
        <p:spPr/>
        <p:txBody>
          <a:bodyPr/>
          <a:lstStyle/>
          <a:p>
            <a:fld id="{C1208B56-489F-43F9-8D8B-A6A3E833E09F}" type="datetimeFigureOut">
              <a:rPr lang="it-IT" smtClean="0"/>
              <a:t>07/12/2025</a:t>
            </a:fld>
            <a:endParaRPr lang="it-IT"/>
          </a:p>
        </p:txBody>
      </p:sp>
      <p:sp>
        <p:nvSpPr>
          <p:cNvPr id="6" name="Segnaposto piè di pagina 5">
            <a:extLst>
              <a:ext uri="{FF2B5EF4-FFF2-40B4-BE49-F238E27FC236}">
                <a16:creationId xmlns:a16="http://schemas.microsoft.com/office/drawing/2014/main" id="{A8E0A687-4A7D-30B4-CD76-6410EF29D34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1DB7B42-260D-D4A0-381F-147C5CCBFCF5}"/>
              </a:ext>
            </a:extLst>
          </p:cNvPr>
          <p:cNvSpPr>
            <a:spLocks noGrp="1"/>
          </p:cNvSpPr>
          <p:nvPr>
            <p:ph type="sldNum" sz="quarter" idx="12"/>
          </p:nvPr>
        </p:nvSpPr>
        <p:spPr/>
        <p:txBody>
          <a:bodyPr/>
          <a:lstStyle/>
          <a:p>
            <a:fld id="{F7539542-E3CB-40F6-9544-8DD4730E03FC}" type="slidenum">
              <a:rPr lang="it-IT" smtClean="0"/>
              <a:t>‹N›</a:t>
            </a:fld>
            <a:endParaRPr lang="it-IT"/>
          </a:p>
        </p:txBody>
      </p:sp>
    </p:spTree>
    <p:extLst>
      <p:ext uri="{BB962C8B-B14F-4D97-AF65-F5344CB8AC3E}">
        <p14:creationId xmlns:p14="http://schemas.microsoft.com/office/powerpoint/2010/main" val="91798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1C57D6B-1E58-85AC-9376-68ED8C443FE9}"/>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E77C7D5-F624-3A82-6B55-6A2AB4B18F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A5C3666B-5A5B-AA4F-65B3-691B041D3965}"/>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FFB44A8-064C-91B7-7A38-703F5F822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31F3CAE5-CB03-388E-0059-E3EADB7D2681}"/>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772CAEB7-EF21-412A-CEA7-C94B68478334}"/>
              </a:ext>
            </a:extLst>
          </p:cNvPr>
          <p:cNvSpPr>
            <a:spLocks noGrp="1"/>
          </p:cNvSpPr>
          <p:nvPr>
            <p:ph type="dt" sz="half" idx="10"/>
          </p:nvPr>
        </p:nvSpPr>
        <p:spPr/>
        <p:txBody>
          <a:bodyPr/>
          <a:lstStyle/>
          <a:p>
            <a:fld id="{C1208B56-489F-43F9-8D8B-A6A3E833E09F}" type="datetimeFigureOut">
              <a:rPr lang="it-IT" smtClean="0"/>
              <a:t>07/12/2025</a:t>
            </a:fld>
            <a:endParaRPr lang="it-IT"/>
          </a:p>
        </p:txBody>
      </p:sp>
      <p:sp>
        <p:nvSpPr>
          <p:cNvPr id="8" name="Segnaposto piè di pagina 7">
            <a:extLst>
              <a:ext uri="{FF2B5EF4-FFF2-40B4-BE49-F238E27FC236}">
                <a16:creationId xmlns:a16="http://schemas.microsoft.com/office/drawing/2014/main" id="{A47E29BB-6F80-88B9-85A2-57382F2C9F65}"/>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E3671EAC-7A6A-E7D9-4CFD-9CE3B12A4B1E}"/>
              </a:ext>
            </a:extLst>
          </p:cNvPr>
          <p:cNvSpPr>
            <a:spLocks noGrp="1"/>
          </p:cNvSpPr>
          <p:nvPr>
            <p:ph type="sldNum" sz="quarter" idx="12"/>
          </p:nvPr>
        </p:nvSpPr>
        <p:spPr/>
        <p:txBody>
          <a:bodyPr/>
          <a:lstStyle/>
          <a:p>
            <a:fld id="{F7539542-E3CB-40F6-9544-8DD4730E03FC}" type="slidenum">
              <a:rPr lang="it-IT" smtClean="0"/>
              <a:t>‹N›</a:t>
            </a:fld>
            <a:endParaRPr lang="it-IT"/>
          </a:p>
        </p:txBody>
      </p:sp>
    </p:spTree>
    <p:extLst>
      <p:ext uri="{BB962C8B-B14F-4D97-AF65-F5344CB8AC3E}">
        <p14:creationId xmlns:p14="http://schemas.microsoft.com/office/powerpoint/2010/main" val="1606101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CBF884-FAD2-099C-0FBE-F84A8586DDF2}"/>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DF553C95-FEAE-D1D5-F2A3-8B1935180613}"/>
              </a:ext>
            </a:extLst>
          </p:cNvPr>
          <p:cNvSpPr>
            <a:spLocks noGrp="1"/>
          </p:cNvSpPr>
          <p:nvPr>
            <p:ph type="dt" sz="half" idx="10"/>
          </p:nvPr>
        </p:nvSpPr>
        <p:spPr/>
        <p:txBody>
          <a:bodyPr/>
          <a:lstStyle/>
          <a:p>
            <a:fld id="{C1208B56-489F-43F9-8D8B-A6A3E833E09F}" type="datetimeFigureOut">
              <a:rPr lang="it-IT" smtClean="0"/>
              <a:t>07/12/2025</a:t>
            </a:fld>
            <a:endParaRPr lang="it-IT"/>
          </a:p>
        </p:txBody>
      </p:sp>
      <p:sp>
        <p:nvSpPr>
          <p:cNvPr id="4" name="Segnaposto piè di pagina 3">
            <a:extLst>
              <a:ext uri="{FF2B5EF4-FFF2-40B4-BE49-F238E27FC236}">
                <a16:creationId xmlns:a16="http://schemas.microsoft.com/office/drawing/2014/main" id="{AA2E1517-80C9-5D56-8B68-13F67082050C}"/>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DFD96A23-F2A7-A0A8-FE4C-6FF6D9C56F7A}"/>
              </a:ext>
            </a:extLst>
          </p:cNvPr>
          <p:cNvSpPr>
            <a:spLocks noGrp="1"/>
          </p:cNvSpPr>
          <p:nvPr>
            <p:ph type="sldNum" sz="quarter" idx="12"/>
          </p:nvPr>
        </p:nvSpPr>
        <p:spPr/>
        <p:txBody>
          <a:bodyPr/>
          <a:lstStyle/>
          <a:p>
            <a:fld id="{F7539542-E3CB-40F6-9544-8DD4730E03FC}" type="slidenum">
              <a:rPr lang="it-IT" smtClean="0"/>
              <a:t>‹N›</a:t>
            </a:fld>
            <a:endParaRPr lang="it-IT"/>
          </a:p>
        </p:txBody>
      </p:sp>
    </p:spTree>
    <p:extLst>
      <p:ext uri="{BB962C8B-B14F-4D97-AF65-F5344CB8AC3E}">
        <p14:creationId xmlns:p14="http://schemas.microsoft.com/office/powerpoint/2010/main" val="3332553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8DFAB20-BE6D-74BF-175C-16008AA479CB}"/>
              </a:ext>
            </a:extLst>
          </p:cNvPr>
          <p:cNvSpPr>
            <a:spLocks noGrp="1"/>
          </p:cNvSpPr>
          <p:nvPr>
            <p:ph type="dt" sz="half" idx="10"/>
          </p:nvPr>
        </p:nvSpPr>
        <p:spPr/>
        <p:txBody>
          <a:bodyPr/>
          <a:lstStyle/>
          <a:p>
            <a:fld id="{C1208B56-489F-43F9-8D8B-A6A3E833E09F}" type="datetimeFigureOut">
              <a:rPr lang="it-IT" smtClean="0"/>
              <a:t>07/12/2025</a:t>
            </a:fld>
            <a:endParaRPr lang="it-IT"/>
          </a:p>
        </p:txBody>
      </p:sp>
      <p:sp>
        <p:nvSpPr>
          <p:cNvPr id="3" name="Segnaposto piè di pagina 2">
            <a:extLst>
              <a:ext uri="{FF2B5EF4-FFF2-40B4-BE49-F238E27FC236}">
                <a16:creationId xmlns:a16="http://schemas.microsoft.com/office/drawing/2014/main" id="{E7050A15-51BB-E27F-FCFA-D029E0992024}"/>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27A711AE-42B4-9801-CD03-023BA953563A}"/>
              </a:ext>
            </a:extLst>
          </p:cNvPr>
          <p:cNvSpPr>
            <a:spLocks noGrp="1"/>
          </p:cNvSpPr>
          <p:nvPr>
            <p:ph type="sldNum" sz="quarter" idx="12"/>
          </p:nvPr>
        </p:nvSpPr>
        <p:spPr/>
        <p:txBody>
          <a:bodyPr/>
          <a:lstStyle/>
          <a:p>
            <a:fld id="{F7539542-E3CB-40F6-9544-8DD4730E03FC}" type="slidenum">
              <a:rPr lang="it-IT" smtClean="0"/>
              <a:t>‹N›</a:t>
            </a:fld>
            <a:endParaRPr lang="it-IT"/>
          </a:p>
        </p:txBody>
      </p:sp>
    </p:spTree>
    <p:extLst>
      <p:ext uri="{BB962C8B-B14F-4D97-AF65-F5344CB8AC3E}">
        <p14:creationId xmlns:p14="http://schemas.microsoft.com/office/powerpoint/2010/main" val="4034773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A3399B-75AC-B7E9-A00E-2C9AA871638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704CF1E-9E56-AB71-A60E-48EFA2618E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B4201B46-D47A-4079-D495-7BE8795E55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A6F9CDC-4A40-487F-7ED6-845E586ECAED}"/>
              </a:ext>
            </a:extLst>
          </p:cNvPr>
          <p:cNvSpPr>
            <a:spLocks noGrp="1"/>
          </p:cNvSpPr>
          <p:nvPr>
            <p:ph type="dt" sz="half" idx="10"/>
          </p:nvPr>
        </p:nvSpPr>
        <p:spPr/>
        <p:txBody>
          <a:bodyPr/>
          <a:lstStyle/>
          <a:p>
            <a:fld id="{C1208B56-489F-43F9-8D8B-A6A3E833E09F}" type="datetimeFigureOut">
              <a:rPr lang="it-IT" smtClean="0"/>
              <a:t>07/12/2025</a:t>
            </a:fld>
            <a:endParaRPr lang="it-IT"/>
          </a:p>
        </p:txBody>
      </p:sp>
      <p:sp>
        <p:nvSpPr>
          <p:cNvPr id="6" name="Segnaposto piè di pagina 5">
            <a:extLst>
              <a:ext uri="{FF2B5EF4-FFF2-40B4-BE49-F238E27FC236}">
                <a16:creationId xmlns:a16="http://schemas.microsoft.com/office/drawing/2014/main" id="{E12DFCDE-028E-7371-9284-AE737434B1D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E8A6B90-8D6E-FCE5-C083-871DF4E50108}"/>
              </a:ext>
            </a:extLst>
          </p:cNvPr>
          <p:cNvSpPr>
            <a:spLocks noGrp="1"/>
          </p:cNvSpPr>
          <p:nvPr>
            <p:ph type="sldNum" sz="quarter" idx="12"/>
          </p:nvPr>
        </p:nvSpPr>
        <p:spPr/>
        <p:txBody>
          <a:bodyPr/>
          <a:lstStyle/>
          <a:p>
            <a:fld id="{F7539542-E3CB-40F6-9544-8DD4730E03FC}" type="slidenum">
              <a:rPr lang="it-IT" smtClean="0"/>
              <a:t>‹N›</a:t>
            </a:fld>
            <a:endParaRPr lang="it-IT"/>
          </a:p>
        </p:txBody>
      </p:sp>
    </p:spTree>
    <p:extLst>
      <p:ext uri="{BB962C8B-B14F-4D97-AF65-F5344CB8AC3E}">
        <p14:creationId xmlns:p14="http://schemas.microsoft.com/office/powerpoint/2010/main" val="761773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6239D5-74D5-8673-577D-A40CE77CC723}"/>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81A043B1-9A43-8CC6-5574-20FFEE4BE0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34897AD0-6B88-49A2-19F2-51A4105DCF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78E5F337-18E0-F811-C0B3-260ACA84302A}"/>
              </a:ext>
            </a:extLst>
          </p:cNvPr>
          <p:cNvSpPr>
            <a:spLocks noGrp="1"/>
          </p:cNvSpPr>
          <p:nvPr>
            <p:ph type="dt" sz="half" idx="10"/>
          </p:nvPr>
        </p:nvSpPr>
        <p:spPr/>
        <p:txBody>
          <a:bodyPr/>
          <a:lstStyle/>
          <a:p>
            <a:fld id="{C1208B56-489F-43F9-8D8B-A6A3E833E09F}" type="datetimeFigureOut">
              <a:rPr lang="it-IT" smtClean="0"/>
              <a:t>07/12/2025</a:t>
            </a:fld>
            <a:endParaRPr lang="it-IT"/>
          </a:p>
        </p:txBody>
      </p:sp>
      <p:sp>
        <p:nvSpPr>
          <p:cNvPr id="6" name="Segnaposto piè di pagina 5">
            <a:extLst>
              <a:ext uri="{FF2B5EF4-FFF2-40B4-BE49-F238E27FC236}">
                <a16:creationId xmlns:a16="http://schemas.microsoft.com/office/drawing/2014/main" id="{8D1DD506-93B4-45B0-0D19-9CA73ADB182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2DA9A78B-0F9B-7630-66A2-6D5D2B19AD64}"/>
              </a:ext>
            </a:extLst>
          </p:cNvPr>
          <p:cNvSpPr>
            <a:spLocks noGrp="1"/>
          </p:cNvSpPr>
          <p:nvPr>
            <p:ph type="sldNum" sz="quarter" idx="12"/>
          </p:nvPr>
        </p:nvSpPr>
        <p:spPr/>
        <p:txBody>
          <a:bodyPr/>
          <a:lstStyle/>
          <a:p>
            <a:fld id="{F7539542-E3CB-40F6-9544-8DD4730E03FC}" type="slidenum">
              <a:rPr lang="it-IT" smtClean="0"/>
              <a:t>‹N›</a:t>
            </a:fld>
            <a:endParaRPr lang="it-IT"/>
          </a:p>
        </p:txBody>
      </p:sp>
    </p:spTree>
    <p:extLst>
      <p:ext uri="{BB962C8B-B14F-4D97-AF65-F5344CB8AC3E}">
        <p14:creationId xmlns:p14="http://schemas.microsoft.com/office/powerpoint/2010/main" val="3361948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43113A-AE68-8D12-00DA-1E6FC8CF4AF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E87D6BF-3669-1F81-8465-0D99EA51B518}"/>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C7C97A9-195A-E449-01DE-20761911C71D}"/>
              </a:ext>
            </a:extLst>
          </p:cNvPr>
          <p:cNvSpPr>
            <a:spLocks noGrp="1"/>
          </p:cNvSpPr>
          <p:nvPr>
            <p:ph type="dt" sz="half" idx="10"/>
          </p:nvPr>
        </p:nvSpPr>
        <p:spPr/>
        <p:txBody>
          <a:bodyPr/>
          <a:lstStyle/>
          <a:p>
            <a:fld id="{C1208B56-489F-43F9-8D8B-A6A3E833E09F}" type="datetimeFigureOut">
              <a:rPr lang="it-IT" smtClean="0"/>
              <a:t>07/12/2025</a:t>
            </a:fld>
            <a:endParaRPr lang="it-IT"/>
          </a:p>
        </p:txBody>
      </p:sp>
      <p:sp>
        <p:nvSpPr>
          <p:cNvPr id="5" name="Segnaposto piè di pagina 4">
            <a:extLst>
              <a:ext uri="{FF2B5EF4-FFF2-40B4-BE49-F238E27FC236}">
                <a16:creationId xmlns:a16="http://schemas.microsoft.com/office/drawing/2014/main" id="{0DAC80C5-C2F2-ADDB-BA8F-3B6EF24B008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41CD3ED-170F-52EF-2C4B-04D6706DC926}"/>
              </a:ext>
            </a:extLst>
          </p:cNvPr>
          <p:cNvSpPr>
            <a:spLocks noGrp="1"/>
          </p:cNvSpPr>
          <p:nvPr>
            <p:ph type="sldNum" sz="quarter" idx="12"/>
          </p:nvPr>
        </p:nvSpPr>
        <p:spPr/>
        <p:txBody>
          <a:bodyPr/>
          <a:lstStyle/>
          <a:p>
            <a:fld id="{F7539542-E3CB-40F6-9544-8DD4730E03FC}" type="slidenum">
              <a:rPr lang="it-IT" smtClean="0"/>
              <a:t>‹N›</a:t>
            </a:fld>
            <a:endParaRPr lang="it-IT"/>
          </a:p>
        </p:txBody>
      </p:sp>
    </p:spTree>
    <p:extLst>
      <p:ext uri="{BB962C8B-B14F-4D97-AF65-F5344CB8AC3E}">
        <p14:creationId xmlns:p14="http://schemas.microsoft.com/office/powerpoint/2010/main" val="1752040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A4E58B3F-0897-A3F8-C4B2-E55146013691}"/>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17DCF30-5002-82E2-D6C1-2F5866FF2D02}"/>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AF02F36-C7C8-B482-275C-4274E8D48DC8}"/>
              </a:ext>
            </a:extLst>
          </p:cNvPr>
          <p:cNvSpPr>
            <a:spLocks noGrp="1"/>
          </p:cNvSpPr>
          <p:nvPr>
            <p:ph type="dt" sz="half" idx="10"/>
          </p:nvPr>
        </p:nvSpPr>
        <p:spPr/>
        <p:txBody>
          <a:bodyPr/>
          <a:lstStyle/>
          <a:p>
            <a:fld id="{C1208B56-489F-43F9-8D8B-A6A3E833E09F}" type="datetimeFigureOut">
              <a:rPr lang="it-IT" smtClean="0"/>
              <a:t>07/12/2025</a:t>
            </a:fld>
            <a:endParaRPr lang="it-IT"/>
          </a:p>
        </p:txBody>
      </p:sp>
      <p:sp>
        <p:nvSpPr>
          <p:cNvPr id="5" name="Segnaposto piè di pagina 4">
            <a:extLst>
              <a:ext uri="{FF2B5EF4-FFF2-40B4-BE49-F238E27FC236}">
                <a16:creationId xmlns:a16="http://schemas.microsoft.com/office/drawing/2014/main" id="{BDCED04C-46A9-3C2B-B993-89C8585CCD8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FD7C606-86E0-8A9A-CBEC-1891901FEEB7}"/>
              </a:ext>
            </a:extLst>
          </p:cNvPr>
          <p:cNvSpPr>
            <a:spLocks noGrp="1"/>
          </p:cNvSpPr>
          <p:nvPr>
            <p:ph type="sldNum" sz="quarter" idx="12"/>
          </p:nvPr>
        </p:nvSpPr>
        <p:spPr/>
        <p:txBody>
          <a:bodyPr/>
          <a:lstStyle/>
          <a:p>
            <a:fld id="{F7539542-E3CB-40F6-9544-8DD4730E03FC}" type="slidenum">
              <a:rPr lang="it-IT" smtClean="0"/>
              <a:t>‹N›</a:t>
            </a:fld>
            <a:endParaRPr lang="it-IT"/>
          </a:p>
        </p:txBody>
      </p:sp>
    </p:spTree>
    <p:extLst>
      <p:ext uri="{BB962C8B-B14F-4D97-AF65-F5344CB8AC3E}">
        <p14:creationId xmlns:p14="http://schemas.microsoft.com/office/powerpoint/2010/main" val="373239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D0E691D5-3803-C6AE-4676-BE24D222BF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0B20BE6-6866-2162-D10E-D1D692F9F9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2D609AA-D770-26CB-9637-D398A96299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208B56-489F-43F9-8D8B-A6A3E833E09F}" type="datetimeFigureOut">
              <a:rPr lang="it-IT" smtClean="0"/>
              <a:t>07/12/2025</a:t>
            </a:fld>
            <a:endParaRPr lang="it-IT"/>
          </a:p>
        </p:txBody>
      </p:sp>
      <p:sp>
        <p:nvSpPr>
          <p:cNvPr id="5" name="Segnaposto piè di pagina 4">
            <a:extLst>
              <a:ext uri="{FF2B5EF4-FFF2-40B4-BE49-F238E27FC236}">
                <a16:creationId xmlns:a16="http://schemas.microsoft.com/office/drawing/2014/main" id="{89E2981F-6AF8-2C1B-E388-EF5A579297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0F44CAFC-7C0D-6F3B-420D-1C912F219B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539542-E3CB-40F6-9544-8DD4730E03FC}" type="slidenum">
              <a:rPr lang="it-IT" smtClean="0"/>
              <a:t>‹N›</a:t>
            </a:fld>
            <a:endParaRPr lang="it-IT"/>
          </a:p>
        </p:txBody>
      </p:sp>
    </p:spTree>
    <p:extLst>
      <p:ext uri="{BB962C8B-B14F-4D97-AF65-F5344CB8AC3E}">
        <p14:creationId xmlns:p14="http://schemas.microsoft.com/office/powerpoint/2010/main" val="4145130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unseen64.net/2010/10/27/fantasy-life-ds-unreleased-beta/"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kxptech.com/arquitetura-mvc"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E0D271-B939-4DB1-E37B-BE452D465D8F}"/>
              </a:ext>
            </a:extLst>
          </p:cNvPr>
          <p:cNvSpPr>
            <a:spLocks noGrp="1"/>
          </p:cNvSpPr>
          <p:nvPr>
            <p:ph type="ctrTitle"/>
          </p:nvPr>
        </p:nvSpPr>
        <p:spPr/>
        <p:txBody>
          <a:bodyPr/>
          <a:lstStyle/>
          <a:p>
            <a:r>
              <a:rPr lang="it-IT" dirty="0"/>
              <a:t>TEAM 2</a:t>
            </a:r>
          </a:p>
        </p:txBody>
      </p:sp>
      <p:sp>
        <p:nvSpPr>
          <p:cNvPr id="3" name="Sottotitolo 2">
            <a:extLst>
              <a:ext uri="{FF2B5EF4-FFF2-40B4-BE49-F238E27FC236}">
                <a16:creationId xmlns:a16="http://schemas.microsoft.com/office/drawing/2014/main" id="{E58F2C36-8BDD-1EF6-0BDE-F45396511308}"/>
              </a:ext>
            </a:extLst>
          </p:cNvPr>
          <p:cNvSpPr>
            <a:spLocks noGrp="1"/>
          </p:cNvSpPr>
          <p:nvPr>
            <p:ph type="subTitle" idx="1"/>
          </p:nvPr>
        </p:nvSpPr>
        <p:spPr/>
        <p:txBody>
          <a:bodyPr/>
          <a:lstStyle/>
          <a:p>
            <a:r>
              <a:rPr lang="it-IT" dirty="0"/>
              <a:t>RPG Project</a:t>
            </a:r>
          </a:p>
        </p:txBody>
      </p:sp>
    </p:spTree>
    <p:extLst>
      <p:ext uri="{BB962C8B-B14F-4D97-AF65-F5344CB8AC3E}">
        <p14:creationId xmlns:p14="http://schemas.microsoft.com/office/powerpoint/2010/main" val="3216691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05265DC-CF6B-4AE8-B3F3-2A7A16374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933491F-98E5-24C3-A743-60F6E477D351}"/>
              </a:ext>
            </a:extLst>
          </p:cNvPr>
          <p:cNvSpPr>
            <a:spLocks noGrp="1"/>
          </p:cNvSpPr>
          <p:nvPr>
            <p:ph type="title"/>
          </p:nvPr>
        </p:nvSpPr>
        <p:spPr>
          <a:xfrm>
            <a:off x="838200" y="4100804"/>
            <a:ext cx="4391024" cy="1907884"/>
          </a:xfrm>
        </p:spPr>
        <p:txBody>
          <a:bodyPr anchor="ctr">
            <a:normAutofit/>
          </a:bodyPr>
          <a:lstStyle/>
          <a:p>
            <a:pPr algn="ctr"/>
            <a:r>
              <a:rPr lang="it-IT" sz="4000" dirty="0">
                <a:solidFill>
                  <a:schemeClr val="bg1"/>
                </a:solidFill>
              </a:rPr>
              <a:t>Trama</a:t>
            </a:r>
          </a:p>
        </p:txBody>
      </p:sp>
      <p:pic>
        <p:nvPicPr>
          <p:cNvPr id="7" name="Immagine 6" descr="Immagine che contiene mappa&#10;&#10;Il contenuto generato dall'IA potrebbe non essere corretto.">
            <a:extLst>
              <a:ext uri="{FF2B5EF4-FFF2-40B4-BE49-F238E27FC236}">
                <a16:creationId xmlns:a16="http://schemas.microsoft.com/office/drawing/2014/main" id="{7A57C9AA-6D4D-B0CF-21FD-3BAF39BD544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7699" b="34912"/>
          <a:stretch>
            <a:fillRect/>
          </a:stretch>
        </p:blipFill>
        <p:spPr>
          <a:xfrm>
            <a:off x="20" y="2"/>
            <a:ext cx="12191980" cy="3418853"/>
          </a:xfrm>
          <a:custGeom>
            <a:avLst/>
            <a:gdLst/>
            <a:ahLst/>
            <a:cxnLst/>
            <a:rect l="l" t="t" r="r" b="b"/>
            <a:pathLst>
              <a:path w="12192000" h="3418853">
                <a:moveTo>
                  <a:pt x="0" y="0"/>
                </a:moveTo>
                <a:lnTo>
                  <a:pt x="12192000" y="0"/>
                </a:lnTo>
                <a:lnTo>
                  <a:pt x="12192000" y="227978"/>
                </a:lnTo>
                <a:lnTo>
                  <a:pt x="12192000" y="2065168"/>
                </a:lnTo>
                <a:lnTo>
                  <a:pt x="12192000" y="3342653"/>
                </a:lnTo>
                <a:lnTo>
                  <a:pt x="9439275" y="3418853"/>
                </a:lnTo>
                <a:lnTo>
                  <a:pt x="5572127" y="3171203"/>
                </a:lnTo>
                <a:lnTo>
                  <a:pt x="0" y="3342653"/>
                </a:lnTo>
                <a:lnTo>
                  <a:pt x="0" y="2065168"/>
                </a:lnTo>
                <a:lnTo>
                  <a:pt x="0" y="227978"/>
                </a:lnTo>
                <a:close/>
              </a:path>
            </a:pathLst>
          </a:custGeom>
        </p:spPr>
      </p:pic>
      <p:grpSp>
        <p:nvGrpSpPr>
          <p:cNvPr id="23" name="Group 22">
            <a:extLst>
              <a:ext uri="{FF2B5EF4-FFF2-40B4-BE49-F238E27FC236}">
                <a16:creationId xmlns:a16="http://schemas.microsoft.com/office/drawing/2014/main" id="{37EA779C-87BF-454F-919D-A3DA98FD8A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59818"/>
            <a:ext cx="12192000" cy="757168"/>
            <a:chOff x="0" y="2959818"/>
            <a:chExt cx="12192000" cy="757168"/>
          </a:xfrm>
        </p:grpSpPr>
        <p:sp>
          <p:nvSpPr>
            <p:cNvPr id="24" name="Freeform: Shape 23">
              <a:extLst>
                <a:ext uri="{FF2B5EF4-FFF2-40B4-BE49-F238E27FC236}">
                  <a16:creationId xmlns:a16="http://schemas.microsoft.com/office/drawing/2014/main" id="{D8C2E702-9A3E-420B-81FC-693685CAF6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6AA40418-2F7D-4A2A-84C0-1A72B0307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4">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Segnaposto contenuto 2">
            <a:extLst>
              <a:ext uri="{FF2B5EF4-FFF2-40B4-BE49-F238E27FC236}">
                <a16:creationId xmlns:a16="http://schemas.microsoft.com/office/drawing/2014/main" id="{D4937BE4-B0F0-DD02-D912-0268C5AA85AF}"/>
              </a:ext>
            </a:extLst>
          </p:cNvPr>
          <p:cNvSpPr>
            <a:spLocks noGrp="1"/>
          </p:cNvSpPr>
          <p:nvPr>
            <p:ph idx="1"/>
          </p:nvPr>
        </p:nvSpPr>
        <p:spPr>
          <a:xfrm>
            <a:off x="5664201" y="4197093"/>
            <a:ext cx="5692774" cy="1648849"/>
          </a:xfrm>
        </p:spPr>
        <p:txBody>
          <a:bodyPr>
            <a:noAutofit/>
          </a:bodyPr>
          <a:lstStyle/>
          <a:p>
            <a:pPr marL="0" indent="0">
              <a:buNone/>
            </a:pPr>
            <a:r>
              <a:rPr lang="it-IT" sz="1200">
                <a:solidFill>
                  <a:schemeClr val="bg1">
                    <a:alpha val="80000"/>
                  </a:schemeClr>
                </a:solidFill>
              </a:rPr>
              <a:t>Il gruppo deve affrontare i nemici che minacciano l'esistenza del loro mondo. La trama si infittisce quando scoprono la fonte di creazione dei nemici: una forza di Distruzione. Quindi, scelgono di uccidere tutti i servitori della Distruzione e, alla fine, anche la Distruzione stessa. Poi scoprono la verità dietro il loro mondo: un ciclo perpetuo di distruzione e creazione. La forza di Distruzione e la forza di Creazione sono forze di moto perpetuo che si antagonizzano a vicenda e devono fare il loro dovere (distruggere e creare). Quindi, uccidere la Distruzione non sarà sufficiente, poiché la Creazione darà inizio a un altro mondo, sovrascrivendo quello del gruppo, che sarà condannato a causa dell'influenza della Distruzione. La Distruzione deve distruggere all'infinito. Dopo che tutto sarà distrutto, Esso dovrà distruggere se stesso per permettere alla Creazione di dare inizio a un altro mondo. Se fermata prima dell'annientamento del mondo, la Creazione farà il suo dovere prima che arrivi il momento.</a:t>
            </a:r>
          </a:p>
        </p:txBody>
      </p:sp>
      <p:sp>
        <p:nvSpPr>
          <p:cNvPr id="8" name="CasellaDiTesto 7">
            <a:extLst>
              <a:ext uri="{FF2B5EF4-FFF2-40B4-BE49-F238E27FC236}">
                <a16:creationId xmlns:a16="http://schemas.microsoft.com/office/drawing/2014/main" id="{5C5E9365-DB86-5CFD-9484-A41F2759E94A}"/>
              </a:ext>
            </a:extLst>
          </p:cNvPr>
          <p:cNvSpPr txBox="1"/>
          <p:nvPr/>
        </p:nvSpPr>
        <p:spPr>
          <a:xfrm>
            <a:off x="9333525" y="6657945"/>
            <a:ext cx="2858475" cy="200055"/>
          </a:xfrm>
          <a:prstGeom prst="rect">
            <a:avLst/>
          </a:prstGeom>
          <a:solidFill>
            <a:srgbClr val="000000"/>
          </a:solidFill>
        </p:spPr>
        <p:txBody>
          <a:bodyPr wrap="none" rtlCol="0">
            <a:spAutoFit/>
          </a:bodyPr>
          <a:lstStyle/>
          <a:p>
            <a:pPr algn="r">
              <a:spcAft>
                <a:spcPts val="600"/>
              </a:spcAft>
            </a:pPr>
            <a:r>
              <a:rPr lang="it-IT" sz="700">
                <a:solidFill>
                  <a:srgbClr val="FFFFFF"/>
                </a:solidFill>
                <a:hlinkClick r:id="rId3" tooltip="https://www.unseen64.net/2010/10/27/fantasy-life-ds-unreleased-beta/">
                  <a:extLst>
                    <a:ext uri="{A12FA001-AC4F-418D-AE19-62706E023703}">
                      <ahyp:hlinkClr xmlns:ahyp="http://schemas.microsoft.com/office/drawing/2018/hyperlinkcolor" val="tx"/>
                    </a:ext>
                  </a:extLst>
                </a:hlinkClick>
              </a:rPr>
              <a:t>Questa foto</a:t>
            </a:r>
            <a:r>
              <a:rPr lang="it-IT" sz="700">
                <a:solidFill>
                  <a:srgbClr val="FFFFFF"/>
                </a:solidFill>
              </a:rPr>
              <a:t> di Autore sconosciuto è concesso in licenza da </a:t>
            </a:r>
            <a:r>
              <a:rPr lang="it-IT"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it-IT" sz="700">
              <a:solidFill>
                <a:srgbClr val="FFFFFF"/>
              </a:solidFill>
            </a:endParaRPr>
          </a:p>
        </p:txBody>
      </p:sp>
    </p:spTree>
    <p:extLst>
      <p:ext uri="{BB962C8B-B14F-4D97-AF65-F5344CB8AC3E}">
        <p14:creationId xmlns:p14="http://schemas.microsoft.com/office/powerpoint/2010/main" val="3357934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0" name="Arc 1039">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095CA465-4898-DB8A-02FF-263F69BD9B74}"/>
              </a:ext>
            </a:extLst>
          </p:cNvPr>
          <p:cNvSpPr>
            <a:spLocks noGrp="1"/>
          </p:cNvSpPr>
          <p:nvPr>
            <p:ph type="title"/>
          </p:nvPr>
        </p:nvSpPr>
        <p:spPr>
          <a:xfrm>
            <a:off x="5894962" y="479493"/>
            <a:ext cx="5458838" cy="1325563"/>
          </a:xfrm>
        </p:spPr>
        <p:txBody>
          <a:bodyPr vert="horz" lIns="91440" tIns="45720" rIns="91440" bIns="45720" rtlCol="0">
            <a:normAutofit/>
          </a:bodyPr>
          <a:lstStyle/>
          <a:p>
            <a:r>
              <a:rPr lang="en-US" kern="1200">
                <a:latin typeface="+mj-lt"/>
                <a:ea typeface="+mj-ea"/>
                <a:cs typeface="+mj-cs"/>
              </a:rPr>
              <a:t>MVC Architecture</a:t>
            </a:r>
          </a:p>
        </p:txBody>
      </p:sp>
      <p:sp>
        <p:nvSpPr>
          <p:cNvPr id="1042" name="Freeform: Shape 1041">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What is Model-View and Control?">
            <a:extLst>
              <a:ext uri="{FF2B5EF4-FFF2-40B4-BE49-F238E27FC236}">
                <a16:creationId xmlns:a16="http://schemas.microsoft.com/office/drawing/2014/main" id="{A2BF8A7C-8F29-EC8F-3109-4F9F353438C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3182" y="570165"/>
            <a:ext cx="4777381" cy="554792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6" name="Segnaposto contenuto 5">
            <a:extLst>
              <a:ext uri="{FF2B5EF4-FFF2-40B4-BE49-F238E27FC236}">
                <a16:creationId xmlns:a16="http://schemas.microsoft.com/office/drawing/2014/main" id="{5FD5BC69-C8C9-DD64-9E1E-B5CA9725C43B}"/>
              </a:ext>
            </a:extLst>
          </p:cNvPr>
          <p:cNvSpPr>
            <a:spLocks noGrp="1"/>
          </p:cNvSpPr>
          <p:nvPr>
            <p:ph idx="1"/>
          </p:nvPr>
        </p:nvSpPr>
        <p:spPr>
          <a:xfrm>
            <a:off x="5894962" y="1562100"/>
            <a:ext cx="5458838" cy="5033963"/>
          </a:xfrm>
        </p:spPr>
        <p:txBody>
          <a:bodyPr>
            <a:normAutofit/>
          </a:bodyPr>
          <a:lstStyle/>
          <a:p>
            <a:pPr marL="0" indent="0">
              <a:buNone/>
            </a:pPr>
            <a:r>
              <a:rPr lang="it-IT" b="1" dirty="0"/>
              <a:t>Usiamo il pattern MVC (Model – View – Controller) nel nostro progetto perché ci permette di </a:t>
            </a:r>
            <a:r>
              <a:rPr lang="it-IT" dirty="0"/>
              <a:t>separare la logica di gioco, la grafica e i controlli, rendendo lo sviluppo del nostro progetto più chiaro, modulare e facilmente estendibile.</a:t>
            </a:r>
          </a:p>
          <a:p>
            <a:pPr marL="0" indent="0">
              <a:buNone/>
            </a:pPr>
            <a:endParaRPr lang="it-IT" dirty="0"/>
          </a:p>
          <a:p>
            <a:pPr marL="0" indent="0">
              <a:buNone/>
            </a:pPr>
            <a:endParaRPr lang="it-IT" dirty="0"/>
          </a:p>
        </p:txBody>
      </p:sp>
    </p:spTree>
    <p:extLst>
      <p:ext uri="{BB962C8B-B14F-4D97-AF65-F5344CB8AC3E}">
        <p14:creationId xmlns:p14="http://schemas.microsoft.com/office/powerpoint/2010/main" val="857463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31">
            <a:extLst>
              <a:ext uri="{FF2B5EF4-FFF2-40B4-BE49-F238E27FC236}">
                <a16:creationId xmlns:a16="http://schemas.microsoft.com/office/drawing/2014/main" id="{95199994-21AE-49A2-BA0D-12E295989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Segnaposto contenuto 4" descr="Immagine che contiene testo, schermata, diagramma, linea&#10;&#10;Il contenuto generato dall'IA potrebbe non essere corretto.">
            <a:extLst>
              <a:ext uri="{FF2B5EF4-FFF2-40B4-BE49-F238E27FC236}">
                <a16:creationId xmlns:a16="http://schemas.microsoft.com/office/drawing/2014/main" id="{7B618E09-2946-157A-3002-973929BDC9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747662"/>
            <a:ext cx="5440195" cy="5249787"/>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42" name="Arc 33">
            <a:extLst>
              <a:ext uri="{FF2B5EF4-FFF2-40B4-BE49-F238E27FC236}">
                <a16:creationId xmlns:a16="http://schemas.microsoft.com/office/drawing/2014/main" id="{A2C34835-4F79-4934-B151-D68E79764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alpha val="9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8" name="Segnaposto contenuto 7">
            <a:extLst>
              <a:ext uri="{FF2B5EF4-FFF2-40B4-BE49-F238E27FC236}">
                <a16:creationId xmlns:a16="http://schemas.microsoft.com/office/drawing/2014/main" id="{9122E3C9-9AFD-E936-BB93-C08EC65009FC}"/>
              </a:ext>
            </a:extLst>
          </p:cNvPr>
          <p:cNvSpPr>
            <a:spLocks noGrp="1"/>
          </p:cNvSpPr>
          <p:nvPr>
            <p:ph idx="1"/>
          </p:nvPr>
        </p:nvSpPr>
        <p:spPr>
          <a:xfrm>
            <a:off x="6797002" y="1178101"/>
            <a:ext cx="5017046" cy="4388908"/>
          </a:xfrm>
        </p:spPr>
        <p:txBody>
          <a:bodyPr vert="horz" lIns="91440" tIns="45720" rIns="91440" bIns="45720" rtlCol="0">
            <a:normAutofit/>
          </a:bodyPr>
          <a:lstStyle/>
          <a:p>
            <a:pPr marL="0" indent="0" algn="ctr">
              <a:buNone/>
            </a:pPr>
            <a:r>
              <a:rPr lang="en-US" b="1" dirty="0"/>
              <a:t>Model</a:t>
            </a:r>
          </a:p>
          <a:p>
            <a:pPr marL="0" indent="0">
              <a:buNone/>
            </a:pPr>
            <a:r>
              <a:rPr lang="en-US" dirty="0" err="1"/>
              <a:t>Contiene</a:t>
            </a:r>
            <a:r>
              <a:rPr lang="en-US" dirty="0"/>
              <a:t> </a:t>
            </a:r>
            <a:r>
              <a:rPr lang="en-US" b="1" dirty="0"/>
              <a:t>la </a:t>
            </a:r>
            <a:r>
              <a:rPr lang="en-US" b="1" dirty="0" err="1"/>
              <a:t>logica</a:t>
            </a:r>
            <a:r>
              <a:rPr lang="en-US" b="1" dirty="0"/>
              <a:t> del </a:t>
            </a:r>
            <a:r>
              <a:rPr lang="en-US" b="1" dirty="0" err="1"/>
              <a:t>gioco</a:t>
            </a:r>
            <a:r>
              <a:rPr lang="en-US" dirty="0"/>
              <a:t> e </a:t>
            </a:r>
            <a:r>
              <a:rPr lang="en-US" dirty="0" err="1"/>
              <a:t>i</a:t>
            </a:r>
            <a:r>
              <a:rPr lang="en-US" dirty="0"/>
              <a:t> </a:t>
            </a:r>
            <a:r>
              <a:rPr lang="en-US" b="1" dirty="0" err="1"/>
              <a:t>dati</a:t>
            </a:r>
            <a:r>
              <a:rPr lang="en-US" b="1" dirty="0"/>
              <a:t>.</a:t>
            </a:r>
            <a:endParaRPr lang="en-US" dirty="0"/>
          </a:p>
          <a:p>
            <a:pPr marL="0" indent="0">
              <a:buNone/>
            </a:pPr>
            <a:r>
              <a:rPr lang="en-US" dirty="0" err="1"/>
              <a:t>Esempi</a:t>
            </a:r>
            <a:r>
              <a:rPr lang="en-US" dirty="0"/>
              <a:t>: </a:t>
            </a:r>
            <a:r>
              <a:rPr lang="en-US" dirty="0" err="1"/>
              <a:t>Statistiche</a:t>
            </a:r>
            <a:r>
              <a:rPr lang="en-US" dirty="0"/>
              <a:t> del </a:t>
            </a:r>
            <a:r>
              <a:rPr lang="en-US" dirty="0" err="1"/>
              <a:t>personaggio</a:t>
            </a:r>
            <a:r>
              <a:rPr lang="en-US" dirty="0"/>
              <a:t> (HP, mana, </a:t>
            </a:r>
            <a:r>
              <a:rPr lang="en-US" dirty="0" err="1"/>
              <a:t>livello</a:t>
            </a:r>
            <a:r>
              <a:rPr lang="en-US" dirty="0"/>
              <a:t>, </a:t>
            </a:r>
            <a:r>
              <a:rPr lang="en-US" dirty="0" err="1"/>
              <a:t>Inventario</a:t>
            </a:r>
            <a:r>
              <a:rPr lang="en-US" dirty="0"/>
              <a:t>, </a:t>
            </a:r>
            <a:r>
              <a:rPr lang="en-US" dirty="0" err="1"/>
              <a:t>nemici</a:t>
            </a:r>
            <a:r>
              <a:rPr lang="en-US" dirty="0"/>
              <a:t> e </a:t>
            </a:r>
            <a:r>
              <a:rPr lang="en-US" dirty="0" err="1"/>
              <a:t>oggetti</a:t>
            </a:r>
            <a:r>
              <a:rPr lang="en-US" dirty="0"/>
              <a:t>)</a:t>
            </a:r>
          </a:p>
          <a:p>
            <a:pPr marL="0" indent="0">
              <a:buNone/>
            </a:pPr>
            <a:r>
              <a:rPr lang="en-US" b="1" dirty="0"/>
              <a:t>Non </a:t>
            </a:r>
            <a:r>
              <a:rPr lang="en-US" b="1" dirty="0" err="1"/>
              <a:t>sa</a:t>
            </a:r>
            <a:r>
              <a:rPr lang="en-US" b="1" dirty="0"/>
              <a:t> </a:t>
            </a:r>
            <a:r>
              <a:rPr lang="en-US" b="1" dirty="0" err="1"/>
              <a:t>nulla</a:t>
            </a:r>
            <a:r>
              <a:rPr lang="en-US" b="1" dirty="0"/>
              <a:t> di come il </a:t>
            </a:r>
            <a:r>
              <a:rPr lang="en-US" b="1" dirty="0" err="1"/>
              <a:t>gioco</a:t>
            </a:r>
            <a:r>
              <a:rPr lang="en-US" b="1" dirty="0"/>
              <a:t> </a:t>
            </a:r>
            <a:r>
              <a:rPr lang="en-US" b="1" dirty="0" err="1"/>
              <a:t>viene</a:t>
            </a:r>
            <a:r>
              <a:rPr lang="en-US" b="1" dirty="0"/>
              <a:t> </a:t>
            </a:r>
            <a:r>
              <a:rPr lang="en-US" b="1" dirty="0" err="1"/>
              <a:t>mostrato</a:t>
            </a:r>
            <a:r>
              <a:rPr lang="en-US" b="1" dirty="0"/>
              <a:t> a </a:t>
            </a:r>
            <a:r>
              <a:rPr lang="en-US" b="1" dirty="0" err="1"/>
              <a:t>schermo</a:t>
            </a:r>
            <a:endParaRPr lang="en-US" dirty="0"/>
          </a:p>
          <a:p>
            <a:endParaRPr lang="en-US" dirty="0"/>
          </a:p>
        </p:txBody>
      </p:sp>
    </p:spTree>
    <p:extLst>
      <p:ext uri="{BB962C8B-B14F-4D97-AF65-F5344CB8AC3E}">
        <p14:creationId xmlns:p14="http://schemas.microsoft.com/office/powerpoint/2010/main" val="1067559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65" name="Rectangle 56">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olo 14">
            <a:extLst>
              <a:ext uri="{FF2B5EF4-FFF2-40B4-BE49-F238E27FC236}">
                <a16:creationId xmlns:a16="http://schemas.microsoft.com/office/drawing/2014/main" id="{3B94AEE3-36EC-F0A3-4168-CEBD5A78E5BF}"/>
              </a:ext>
            </a:extLst>
          </p:cNvPr>
          <p:cNvSpPr>
            <a:spLocks noGrp="1"/>
          </p:cNvSpPr>
          <p:nvPr>
            <p:ph type="title"/>
          </p:nvPr>
        </p:nvSpPr>
        <p:spPr>
          <a:xfrm>
            <a:off x="761803" y="350196"/>
            <a:ext cx="4646904" cy="1624520"/>
          </a:xfrm>
        </p:spPr>
        <p:txBody>
          <a:bodyPr anchor="ctr">
            <a:normAutofit/>
          </a:bodyPr>
          <a:lstStyle/>
          <a:p>
            <a:pPr algn="ctr"/>
            <a:r>
              <a:rPr lang="it-IT" sz="4000" b="1" dirty="0"/>
              <a:t>View</a:t>
            </a:r>
          </a:p>
        </p:txBody>
      </p:sp>
      <p:sp>
        <p:nvSpPr>
          <p:cNvPr id="26" name="Segnaposto contenuto 25">
            <a:extLst>
              <a:ext uri="{FF2B5EF4-FFF2-40B4-BE49-F238E27FC236}">
                <a16:creationId xmlns:a16="http://schemas.microsoft.com/office/drawing/2014/main" id="{2B0BFD1F-F9F0-6C85-B2F2-56AF6D75401F}"/>
              </a:ext>
            </a:extLst>
          </p:cNvPr>
          <p:cNvSpPr>
            <a:spLocks noGrp="1"/>
          </p:cNvSpPr>
          <p:nvPr>
            <p:ph idx="1"/>
          </p:nvPr>
        </p:nvSpPr>
        <p:spPr>
          <a:xfrm>
            <a:off x="761802" y="2743200"/>
            <a:ext cx="4646905" cy="3613149"/>
          </a:xfrm>
        </p:spPr>
        <p:txBody>
          <a:bodyPr anchor="ctr">
            <a:normAutofit/>
          </a:bodyPr>
          <a:lstStyle/>
          <a:p>
            <a:pPr marL="0" indent="0">
              <a:buNone/>
            </a:pPr>
            <a:r>
              <a:rPr lang="it-IT" sz="2400" dirty="0"/>
              <a:t>Si occupa solo della visualizzazione</a:t>
            </a:r>
          </a:p>
          <a:p>
            <a:pPr marL="0" indent="0">
              <a:buNone/>
            </a:pPr>
            <a:r>
              <a:rPr lang="it-IT" sz="2400" dirty="0"/>
              <a:t>Esempi: Sprite del personaggio, Mappa 2D</a:t>
            </a:r>
          </a:p>
          <a:p>
            <a:pPr marL="0" lvl="1" indent="0">
              <a:buNone/>
            </a:pPr>
            <a:r>
              <a:rPr lang="it-IT" dirty="0"/>
              <a:t>HUD (vita, mana, XP).</a:t>
            </a:r>
          </a:p>
          <a:p>
            <a:pPr marL="0" indent="0">
              <a:buNone/>
            </a:pPr>
            <a:r>
              <a:rPr lang="it-IT" sz="2400" dirty="0"/>
              <a:t>Mostra i dati del Model, senza modificarli</a:t>
            </a:r>
          </a:p>
          <a:p>
            <a:pPr marL="0" indent="0">
              <a:buNone/>
            </a:pPr>
            <a:endParaRPr lang="it-IT" sz="2000" dirty="0"/>
          </a:p>
        </p:txBody>
      </p:sp>
      <p:pic>
        <p:nvPicPr>
          <p:cNvPr id="30" name="Immagine 29" descr="Immagine che contiene arredo, testo, computer, scrivania&#10;&#10;Il contenuto generato dall'IA potrebbe non essere corretto.">
            <a:extLst>
              <a:ext uri="{FF2B5EF4-FFF2-40B4-BE49-F238E27FC236}">
                <a16:creationId xmlns:a16="http://schemas.microsoft.com/office/drawing/2014/main" id="{72E1180B-DC65-62BE-DCB4-FF7A45F1243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6444" r="24155" b="-2"/>
          <a:stretch>
            <a:fillRect/>
          </a:stretch>
        </p:blipFill>
        <p:spPr>
          <a:xfrm>
            <a:off x="6096000" y="1"/>
            <a:ext cx="6102825" cy="6858000"/>
          </a:xfrm>
          <a:prstGeom prst="rect">
            <a:avLst/>
          </a:prstGeom>
        </p:spPr>
      </p:pic>
    </p:spTree>
    <p:extLst>
      <p:ext uri="{BB962C8B-B14F-4D97-AF65-F5344CB8AC3E}">
        <p14:creationId xmlns:p14="http://schemas.microsoft.com/office/powerpoint/2010/main" val="2541158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305265DC-CF6B-4AE8-B3F3-2A7A16374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descr="Primo piano di una tastiera">
            <a:extLst>
              <a:ext uri="{FF2B5EF4-FFF2-40B4-BE49-F238E27FC236}">
                <a16:creationId xmlns:a16="http://schemas.microsoft.com/office/drawing/2014/main" id="{5682FAB9-08F9-45D1-9B79-0C88A63A521F}"/>
              </a:ext>
            </a:extLst>
          </p:cNvPr>
          <p:cNvPicPr>
            <a:picLocks noChangeAspect="1"/>
          </p:cNvPicPr>
          <p:nvPr/>
        </p:nvPicPr>
        <p:blipFill>
          <a:blip r:embed="rId2"/>
          <a:srcRect t="14024" b="42668"/>
          <a:stretch>
            <a:fillRect/>
          </a:stretch>
        </p:blipFill>
        <p:spPr>
          <a:xfrm>
            <a:off x="20" y="2"/>
            <a:ext cx="12191980" cy="3418853"/>
          </a:xfrm>
          <a:custGeom>
            <a:avLst/>
            <a:gdLst/>
            <a:ahLst/>
            <a:cxnLst/>
            <a:rect l="l" t="t" r="r" b="b"/>
            <a:pathLst>
              <a:path w="12192000" h="3418853">
                <a:moveTo>
                  <a:pt x="0" y="0"/>
                </a:moveTo>
                <a:lnTo>
                  <a:pt x="12192000" y="0"/>
                </a:lnTo>
                <a:lnTo>
                  <a:pt x="12192000" y="227978"/>
                </a:lnTo>
                <a:lnTo>
                  <a:pt x="12192000" y="2065168"/>
                </a:lnTo>
                <a:lnTo>
                  <a:pt x="12192000" y="3342653"/>
                </a:lnTo>
                <a:lnTo>
                  <a:pt x="9439275" y="3418853"/>
                </a:lnTo>
                <a:lnTo>
                  <a:pt x="5572127" y="3171203"/>
                </a:lnTo>
                <a:lnTo>
                  <a:pt x="0" y="3342653"/>
                </a:lnTo>
                <a:lnTo>
                  <a:pt x="0" y="2065168"/>
                </a:lnTo>
                <a:lnTo>
                  <a:pt x="0" y="227978"/>
                </a:lnTo>
                <a:close/>
              </a:path>
            </a:pathLst>
          </a:custGeom>
        </p:spPr>
      </p:pic>
      <p:sp>
        <p:nvSpPr>
          <p:cNvPr id="2" name="Titolo 1">
            <a:extLst>
              <a:ext uri="{FF2B5EF4-FFF2-40B4-BE49-F238E27FC236}">
                <a16:creationId xmlns:a16="http://schemas.microsoft.com/office/drawing/2014/main" id="{9D73445A-EF6D-860D-B339-892CF21E8D8D}"/>
              </a:ext>
            </a:extLst>
          </p:cNvPr>
          <p:cNvSpPr>
            <a:spLocks noGrp="1"/>
          </p:cNvSpPr>
          <p:nvPr>
            <p:ph type="title"/>
          </p:nvPr>
        </p:nvSpPr>
        <p:spPr>
          <a:xfrm>
            <a:off x="838200" y="4100804"/>
            <a:ext cx="4391024" cy="1907884"/>
          </a:xfrm>
        </p:spPr>
        <p:txBody>
          <a:bodyPr anchor="ctr">
            <a:normAutofit/>
          </a:bodyPr>
          <a:lstStyle/>
          <a:p>
            <a:pPr algn="ctr"/>
            <a:r>
              <a:rPr lang="it-IT" sz="4000" dirty="0">
                <a:solidFill>
                  <a:schemeClr val="bg1"/>
                </a:solidFill>
              </a:rPr>
              <a:t>Controller</a:t>
            </a:r>
          </a:p>
        </p:txBody>
      </p:sp>
      <p:grpSp>
        <p:nvGrpSpPr>
          <p:cNvPr id="54" name="Group 53">
            <a:extLst>
              <a:ext uri="{FF2B5EF4-FFF2-40B4-BE49-F238E27FC236}">
                <a16:creationId xmlns:a16="http://schemas.microsoft.com/office/drawing/2014/main" id="{37EA779C-87BF-454F-919D-A3DA98FD8A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59818"/>
            <a:ext cx="12192000" cy="757168"/>
            <a:chOff x="0" y="2959818"/>
            <a:chExt cx="12192000" cy="757168"/>
          </a:xfrm>
        </p:grpSpPr>
        <p:sp>
          <p:nvSpPr>
            <p:cNvPr id="55" name="Freeform: Shape 54">
              <a:extLst>
                <a:ext uri="{FF2B5EF4-FFF2-40B4-BE49-F238E27FC236}">
                  <a16:creationId xmlns:a16="http://schemas.microsoft.com/office/drawing/2014/main" id="{D8C2E702-9A3E-420B-81FC-693685CAF6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Freeform: Shape 55">
              <a:extLst>
                <a:ext uri="{FF2B5EF4-FFF2-40B4-BE49-F238E27FC236}">
                  <a16:creationId xmlns:a16="http://schemas.microsoft.com/office/drawing/2014/main" id="{6AA40418-2F7D-4A2A-84C0-1A72B0307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Segnaposto contenuto 2">
            <a:extLst>
              <a:ext uri="{FF2B5EF4-FFF2-40B4-BE49-F238E27FC236}">
                <a16:creationId xmlns:a16="http://schemas.microsoft.com/office/drawing/2014/main" id="{1F15B267-E634-0AC5-888F-FED8052DB74C}"/>
              </a:ext>
            </a:extLst>
          </p:cNvPr>
          <p:cNvSpPr>
            <a:spLocks noGrp="1"/>
          </p:cNvSpPr>
          <p:nvPr>
            <p:ph idx="1"/>
          </p:nvPr>
        </p:nvSpPr>
        <p:spPr>
          <a:xfrm>
            <a:off x="5664201" y="4288536"/>
            <a:ext cx="5692774" cy="1557406"/>
          </a:xfrm>
        </p:spPr>
        <p:txBody>
          <a:bodyPr anchor="ctr">
            <a:normAutofit lnSpcReduction="10000"/>
          </a:bodyPr>
          <a:lstStyle/>
          <a:p>
            <a:pPr marL="457200" lvl="1" indent="0">
              <a:buNone/>
            </a:pPr>
            <a:r>
              <a:rPr lang="it-IT" sz="1900" dirty="0">
                <a:solidFill>
                  <a:schemeClr val="bg1">
                    <a:alpha val="80000"/>
                  </a:schemeClr>
                </a:solidFill>
              </a:rPr>
              <a:t>Gestisce le azioni del giocatore</a:t>
            </a:r>
          </a:p>
          <a:p>
            <a:pPr marL="457200" lvl="1" indent="0">
              <a:buNone/>
            </a:pPr>
            <a:r>
              <a:rPr lang="it-IT" sz="1900" dirty="0">
                <a:solidFill>
                  <a:schemeClr val="bg1">
                    <a:alpha val="80000"/>
                  </a:schemeClr>
                </a:solidFill>
              </a:rPr>
              <a:t>Esempi: Movimento con tastiera</a:t>
            </a:r>
          </a:p>
          <a:p>
            <a:pPr marL="457200" lvl="1" indent="0">
              <a:buNone/>
            </a:pPr>
            <a:r>
              <a:rPr lang="it-IT" sz="1900" dirty="0">
                <a:solidFill>
                  <a:schemeClr val="bg1">
                    <a:alpha val="80000"/>
                  </a:schemeClr>
                </a:solidFill>
              </a:rPr>
              <a:t>Attacco, Interazione con NPC.</a:t>
            </a:r>
          </a:p>
          <a:p>
            <a:pPr marL="457200" lvl="1" indent="0">
              <a:buNone/>
            </a:pPr>
            <a:r>
              <a:rPr lang="it-IT" sz="1900" dirty="0">
                <a:solidFill>
                  <a:schemeClr val="bg1">
                    <a:alpha val="80000"/>
                  </a:schemeClr>
                </a:solidFill>
              </a:rPr>
              <a:t>Riceve input → aggiorna il Model → aggiorna la View</a:t>
            </a:r>
          </a:p>
          <a:p>
            <a:pPr marL="0" indent="0">
              <a:buNone/>
            </a:pPr>
            <a:endParaRPr lang="it-IT" sz="1900" dirty="0">
              <a:solidFill>
                <a:schemeClr val="bg1">
                  <a:alpha val="80000"/>
                </a:schemeClr>
              </a:solidFill>
            </a:endParaRPr>
          </a:p>
        </p:txBody>
      </p:sp>
    </p:spTree>
    <p:extLst>
      <p:ext uri="{BB962C8B-B14F-4D97-AF65-F5344CB8AC3E}">
        <p14:creationId xmlns:p14="http://schemas.microsoft.com/office/powerpoint/2010/main" val="190419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2E199178-BFAD-B3DE-D4E5-C92746270BEA}"/>
              </a:ext>
            </a:extLst>
          </p:cNvPr>
          <p:cNvSpPr>
            <a:spLocks noGrp="1"/>
          </p:cNvSpPr>
          <p:nvPr>
            <p:ph type="title"/>
          </p:nvPr>
        </p:nvSpPr>
        <p:spPr>
          <a:xfrm>
            <a:off x="469108" y="1109350"/>
            <a:ext cx="3983298" cy="4238118"/>
          </a:xfrm>
        </p:spPr>
        <p:txBody>
          <a:bodyPr>
            <a:normAutofit/>
          </a:bodyPr>
          <a:lstStyle/>
          <a:p>
            <a:pPr algn="ctr"/>
            <a:r>
              <a:rPr lang="it-IT" dirty="0">
                <a:solidFill>
                  <a:schemeClr val="bg1"/>
                </a:solidFill>
              </a:rPr>
              <a:t>User Story 1: Game </a:t>
            </a:r>
            <a:r>
              <a:rPr lang="it-IT" dirty="0" err="1">
                <a:solidFill>
                  <a:schemeClr val="bg1"/>
                </a:solidFill>
              </a:rPr>
              <a:t>Launch</a:t>
            </a:r>
            <a:endParaRPr lang="it-IT" dirty="0">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Segnaposto contenuto 2">
            <a:extLst>
              <a:ext uri="{FF2B5EF4-FFF2-40B4-BE49-F238E27FC236}">
                <a16:creationId xmlns:a16="http://schemas.microsoft.com/office/drawing/2014/main" id="{332A182A-E0DB-1A01-C2BF-5D73F1BDD8D6}"/>
              </a:ext>
            </a:extLst>
          </p:cNvPr>
          <p:cNvGraphicFramePr>
            <a:graphicFrameLocks noGrp="1"/>
          </p:cNvGraphicFramePr>
          <p:nvPr>
            <p:ph idx="1"/>
            <p:extLst>
              <p:ext uri="{D42A27DB-BD31-4B8C-83A1-F6EECF244321}">
                <p14:modId xmlns:p14="http://schemas.microsoft.com/office/powerpoint/2010/main" val="1019899411"/>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4403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6" name="Arc 75">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Immagine 4">
            <a:extLst>
              <a:ext uri="{FF2B5EF4-FFF2-40B4-BE49-F238E27FC236}">
                <a16:creationId xmlns:a16="http://schemas.microsoft.com/office/drawing/2014/main" id="{F04A9699-8EA8-B71D-05A7-EA3FA61BDD1B}"/>
              </a:ext>
            </a:extLst>
          </p:cNvPr>
          <p:cNvPicPr>
            <a:picLocks noChangeAspect="1"/>
          </p:cNvPicPr>
          <p:nvPr/>
        </p:nvPicPr>
        <p:blipFill>
          <a:blip r:embed="rId2"/>
          <a:stretch>
            <a:fillRect/>
          </a:stretch>
        </p:blipFill>
        <p:spPr>
          <a:xfrm>
            <a:off x="1569224" y="511293"/>
            <a:ext cx="3045297"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9" name="Segnaposto contenuto 2">
            <a:extLst>
              <a:ext uri="{FF2B5EF4-FFF2-40B4-BE49-F238E27FC236}">
                <a16:creationId xmlns:a16="http://schemas.microsoft.com/office/drawing/2014/main" id="{B08F4235-59C9-7B9D-A235-989DE1BA8ABF}"/>
              </a:ext>
            </a:extLst>
          </p:cNvPr>
          <p:cNvSpPr>
            <a:spLocks noGrp="1"/>
          </p:cNvSpPr>
          <p:nvPr>
            <p:ph idx="1"/>
          </p:nvPr>
        </p:nvSpPr>
        <p:spPr>
          <a:xfrm>
            <a:off x="5866387" y="1546293"/>
            <a:ext cx="5458838" cy="4192520"/>
          </a:xfrm>
        </p:spPr>
        <p:txBody>
          <a:bodyPr>
            <a:normAutofit/>
          </a:bodyPr>
          <a:lstStyle/>
          <a:p>
            <a:pPr marL="0" indent="0">
              <a:buNone/>
            </a:pPr>
            <a:r>
              <a:rPr lang="it-IT" sz="2600"/>
              <a:t>Il Game </a:t>
            </a:r>
            <a:r>
              <a:rPr lang="it-IT" sz="2600" err="1"/>
              <a:t>Launcher</a:t>
            </a:r>
            <a:r>
              <a:rPr lang="it-IT" sz="2600"/>
              <a:t> viene implementato come Singleton per garantire l’esistenza di una sola istanza responsabile dell’inizializzazione del gioco e della visualizzazione del menu principale. Tale scelta evita conflitti nella fase di avvio, semplifica la gestione dello stato iniziale e offre un punto di accesso globale sicuro e controllato</a:t>
            </a:r>
          </a:p>
          <a:p>
            <a:pPr marL="0" indent="0">
              <a:buNone/>
            </a:pPr>
            <a:endParaRPr lang="en-US" sz="2600"/>
          </a:p>
          <a:p>
            <a:pPr marL="0" indent="0">
              <a:buNone/>
            </a:pPr>
            <a:endParaRPr lang="en-US" sz="2600"/>
          </a:p>
        </p:txBody>
      </p:sp>
    </p:spTree>
    <p:extLst>
      <p:ext uri="{BB962C8B-B14F-4D97-AF65-F5344CB8AC3E}">
        <p14:creationId xmlns:p14="http://schemas.microsoft.com/office/powerpoint/2010/main" val="843470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41" name="Rectangle 23">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25">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A5FB940C-1B7E-9608-13CD-6297D1DB22D4}"/>
              </a:ext>
            </a:extLst>
          </p:cNvPr>
          <p:cNvSpPr>
            <a:spLocks noGrp="1"/>
          </p:cNvSpPr>
          <p:nvPr>
            <p:ph type="title"/>
          </p:nvPr>
        </p:nvSpPr>
        <p:spPr>
          <a:xfrm>
            <a:off x="804672" y="457200"/>
            <a:ext cx="10579608" cy="1188720"/>
          </a:xfrm>
        </p:spPr>
        <p:txBody>
          <a:bodyPr>
            <a:normAutofit/>
          </a:bodyPr>
          <a:lstStyle/>
          <a:p>
            <a:pPr algn="ctr"/>
            <a:r>
              <a:rPr lang="it-IT" sz="4000" dirty="0">
                <a:solidFill>
                  <a:schemeClr val="tx2"/>
                </a:solidFill>
              </a:rPr>
              <a:t>User Story 3: Start game</a:t>
            </a:r>
          </a:p>
        </p:txBody>
      </p:sp>
      <p:grpSp>
        <p:nvGrpSpPr>
          <p:cNvPr id="28" name="Group 27">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29" name="Freeform: Shape 28">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2" name="Freeform: Shape 31">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35" name="Freeform: Shape 34">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3" name="Segnaposto contenuto 2">
            <a:extLst>
              <a:ext uri="{FF2B5EF4-FFF2-40B4-BE49-F238E27FC236}">
                <a16:creationId xmlns:a16="http://schemas.microsoft.com/office/drawing/2014/main" id="{169C2347-1E39-EA13-2ED1-B4BEAD46B9FA}"/>
              </a:ext>
            </a:extLst>
          </p:cNvPr>
          <p:cNvGraphicFramePr>
            <a:graphicFrameLocks noGrp="1"/>
          </p:cNvGraphicFramePr>
          <p:nvPr>
            <p:ph idx="1"/>
            <p:extLst>
              <p:ext uri="{D42A27DB-BD31-4B8C-83A1-F6EECF244321}">
                <p14:modId xmlns:p14="http://schemas.microsoft.com/office/powerpoint/2010/main" val="584830444"/>
              </p:ext>
            </p:extLst>
          </p:nvPr>
        </p:nvGraphicFramePr>
        <p:xfrm>
          <a:off x="1036320" y="2543633"/>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0467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EF7FC097-400F-C120-6F47-005979D6F772}"/>
              </a:ext>
            </a:extLst>
          </p:cNvPr>
          <p:cNvSpPr>
            <a:spLocks noGrp="1"/>
          </p:cNvSpPr>
          <p:nvPr>
            <p:ph idx="1"/>
          </p:nvPr>
        </p:nvSpPr>
        <p:spPr>
          <a:xfrm>
            <a:off x="341376" y="1175657"/>
            <a:ext cx="5229245" cy="4599502"/>
          </a:xfrm>
        </p:spPr>
        <p:txBody>
          <a:bodyPr anchor="ctr">
            <a:noAutofit/>
          </a:bodyPr>
          <a:lstStyle/>
          <a:p>
            <a:pPr marL="0" indent="0">
              <a:buNone/>
            </a:pPr>
            <a:r>
              <a:rPr lang="it-IT" sz="1600" dirty="0">
                <a:solidFill>
                  <a:schemeClr val="tx2"/>
                </a:solidFill>
              </a:rPr>
              <a:t>L’utilizzo del  design pattern Factory è dovuto alla necessità di creare diversi tipi di </a:t>
            </a:r>
            <a:r>
              <a:rPr lang="it-IT" sz="1600" dirty="0" err="1">
                <a:solidFill>
                  <a:schemeClr val="tx2"/>
                </a:solidFill>
              </a:rPr>
              <a:t>ConcreteGame</a:t>
            </a:r>
            <a:r>
              <a:rPr lang="it-IT" sz="1600" dirty="0">
                <a:solidFill>
                  <a:schemeClr val="tx2"/>
                </a:solidFill>
              </a:rPr>
              <a:t> che sono sottoclassi della classe astratta Game. </a:t>
            </a:r>
          </a:p>
          <a:p>
            <a:pPr marL="0" indent="0">
              <a:buNone/>
            </a:pPr>
            <a:r>
              <a:rPr lang="it-IT" sz="1600" dirty="0">
                <a:solidFill>
                  <a:schemeClr val="tx2"/>
                </a:solidFill>
              </a:rPr>
              <a:t>Questo è il design pattern più adatto perché le classi concrete sono incapsulate e non vengono mai chiamate esplicitamente dal client, che può utilizzarle liberamente senza preoccuparsi dei substrati interni.</a:t>
            </a:r>
          </a:p>
          <a:p>
            <a:pPr marL="0" indent="0">
              <a:buNone/>
            </a:pPr>
            <a:r>
              <a:rPr lang="it-IT" sz="1600" dirty="0">
                <a:solidFill>
                  <a:schemeClr val="tx2"/>
                </a:solidFill>
              </a:rPr>
              <a:t>Nel dettaglio, c'è un'importante differenza tra le classi Infatti, </a:t>
            </a:r>
            <a:r>
              <a:rPr lang="it-IT" sz="1600" dirty="0" err="1">
                <a:solidFill>
                  <a:schemeClr val="tx2"/>
                </a:solidFill>
              </a:rPr>
              <a:t>NewGame</a:t>
            </a:r>
            <a:r>
              <a:rPr lang="it-IT" sz="1600" dirty="0">
                <a:solidFill>
                  <a:schemeClr val="tx2"/>
                </a:solidFill>
              </a:rPr>
              <a:t> chiederà quanti giocatori stanno giocando e permetterà loro di scegliere il/i loro ruolo/i, mentre </a:t>
            </a:r>
            <a:r>
              <a:rPr lang="it-IT" sz="1600" dirty="0" err="1">
                <a:solidFill>
                  <a:schemeClr val="tx2"/>
                </a:solidFill>
              </a:rPr>
              <a:t>ContinueGame</a:t>
            </a:r>
            <a:r>
              <a:rPr lang="it-IT" sz="1600" dirty="0">
                <a:solidFill>
                  <a:schemeClr val="tx2"/>
                </a:solidFill>
              </a:rPr>
              <a:t> caricherà queste informazioni (e altre) dal file e permetterà ai giocatori di continuare la partita dal punto esatto in cui hanno salvato.</a:t>
            </a:r>
          </a:p>
        </p:txBody>
      </p:sp>
      <p:grpSp>
        <p:nvGrpSpPr>
          <p:cNvPr id="29" name="Group 28">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30" name="Freeform: Shape 29">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32E0C66B-EC88-B831-887F-AFD9EE54864A}"/>
              </a:ext>
            </a:extLst>
          </p:cNvPr>
          <p:cNvPicPr>
            <a:picLocks noChangeAspect="1"/>
          </p:cNvPicPr>
          <p:nvPr/>
        </p:nvPicPr>
        <p:blipFill>
          <a:blip r:embed="rId2"/>
          <a:stretch>
            <a:fillRect/>
          </a:stretch>
        </p:blipFill>
        <p:spPr>
          <a:xfrm>
            <a:off x="6720840" y="2231750"/>
            <a:ext cx="5129784" cy="2487316"/>
          </a:xfrm>
          <a:prstGeom prst="rect">
            <a:avLst/>
          </a:prstGeom>
        </p:spPr>
      </p:pic>
    </p:spTree>
    <p:extLst>
      <p:ext uri="{BB962C8B-B14F-4D97-AF65-F5344CB8AC3E}">
        <p14:creationId xmlns:p14="http://schemas.microsoft.com/office/powerpoint/2010/main" val="574727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3AF927-B7A3-3DD5-813A-E8DAE7ABB352}"/>
              </a:ext>
            </a:extLst>
          </p:cNvPr>
          <p:cNvSpPr>
            <a:spLocks noGrp="1"/>
          </p:cNvSpPr>
          <p:nvPr>
            <p:ph type="title"/>
          </p:nvPr>
        </p:nvSpPr>
        <p:spPr/>
        <p:txBody>
          <a:bodyPr/>
          <a:lstStyle/>
          <a:p>
            <a:r>
              <a:rPr lang="it-IT" dirty="0"/>
              <a:t>User Story 13: Exploration </a:t>
            </a:r>
            <a:r>
              <a:rPr lang="it-IT" dirty="0" err="1"/>
              <a:t>Movement</a:t>
            </a:r>
            <a:endParaRPr lang="it-IT" dirty="0"/>
          </a:p>
        </p:txBody>
      </p:sp>
      <p:sp>
        <p:nvSpPr>
          <p:cNvPr id="3" name="Segnaposto contenuto 2">
            <a:extLst>
              <a:ext uri="{FF2B5EF4-FFF2-40B4-BE49-F238E27FC236}">
                <a16:creationId xmlns:a16="http://schemas.microsoft.com/office/drawing/2014/main" id="{70607F9C-BB35-EA95-8FB8-E395FEBFABDF}"/>
              </a:ext>
            </a:extLst>
          </p:cNvPr>
          <p:cNvSpPr>
            <a:spLocks noGrp="1"/>
          </p:cNvSpPr>
          <p:nvPr>
            <p:ph idx="1"/>
          </p:nvPr>
        </p:nvSpPr>
        <p:spPr/>
        <p:txBody>
          <a:bodyPr/>
          <a:lstStyle/>
          <a:p>
            <a:pPr marL="0" indent="0">
              <a:buNone/>
            </a:pPr>
            <a:r>
              <a:rPr lang="en-US" dirty="0"/>
              <a:t>As a player, I want to control the main character during exploration, so that the rest of the party follows my movements.</a:t>
            </a:r>
          </a:p>
          <a:p>
            <a:pPr marL="0" indent="0">
              <a:buNone/>
            </a:pPr>
            <a:r>
              <a:rPr lang="en-US" dirty="0"/>
              <a:t>acceptance criteria: the game allows the main character to move around the map, with the rest of the party following behind.</a:t>
            </a:r>
          </a:p>
          <a:p>
            <a:pPr marL="0" indent="0">
              <a:buNone/>
            </a:pPr>
            <a:r>
              <a:rPr lang="en-US" dirty="0"/>
              <a:t>Pattern </a:t>
            </a:r>
            <a:r>
              <a:rPr lang="en-US" dirty="0" err="1"/>
              <a:t>usato</a:t>
            </a:r>
            <a:r>
              <a:rPr lang="en-US" dirty="0"/>
              <a:t>: v</a:t>
            </a:r>
            <a:r>
              <a:rPr lang="it-IT" dirty="0"/>
              <a:t>iene implementato usando il pattern Observer, in modo che il </a:t>
            </a:r>
            <a:r>
              <a:rPr lang="it-IT" dirty="0" err="1"/>
              <a:t>MovementController</a:t>
            </a:r>
            <a:r>
              <a:rPr lang="it-IT" dirty="0"/>
              <a:t> cambi solo la posizione del primo giocatore nel party e i giocatori che seguono reagiscano al cambiamento della posizione. Viene inoltre controllata la direzione del movimento, in modo da evitare che il giocatore principale «invada» le celle dei giocatori che lo seguono.</a:t>
            </a:r>
            <a:endParaRPr lang="en-US" dirty="0"/>
          </a:p>
          <a:p>
            <a:pPr marL="0" indent="0">
              <a:buNone/>
            </a:pPr>
            <a:endParaRPr lang="it-IT" dirty="0"/>
          </a:p>
        </p:txBody>
      </p:sp>
    </p:spTree>
    <p:extLst>
      <p:ext uri="{BB962C8B-B14F-4D97-AF65-F5344CB8AC3E}">
        <p14:creationId xmlns:p14="http://schemas.microsoft.com/office/powerpoint/2010/main" val="3449824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FBAE4FCD-EA86-320F-42E2-DD8B633F0A0B}"/>
              </a:ext>
            </a:extLst>
          </p:cNvPr>
          <p:cNvSpPr>
            <a:spLocks noGrp="1"/>
          </p:cNvSpPr>
          <p:nvPr>
            <p:ph type="title"/>
          </p:nvPr>
        </p:nvSpPr>
        <p:spPr>
          <a:xfrm>
            <a:off x="1371597" y="348865"/>
            <a:ext cx="10044023" cy="877729"/>
          </a:xfrm>
        </p:spPr>
        <p:txBody>
          <a:bodyPr anchor="ctr">
            <a:normAutofit/>
          </a:bodyPr>
          <a:lstStyle/>
          <a:p>
            <a:r>
              <a:rPr lang="it-IT" sz="4000">
                <a:solidFill>
                  <a:srgbClr val="FFFFFF"/>
                </a:solidFill>
              </a:rPr>
              <a:t>User Story 14: Fighting Enemies</a:t>
            </a:r>
          </a:p>
        </p:txBody>
      </p:sp>
      <p:graphicFrame>
        <p:nvGraphicFramePr>
          <p:cNvPr id="7" name="Segnaposto contenuto 2">
            <a:extLst>
              <a:ext uri="{FF2B5EF4-FFF2-40B4-BE49-F238E27FC236}">
                <a16:creationId xmlns:a16="http://schemas.microsoft.com/office/drawing/2014/main" id="{BED156A3-D3F8-6959-00A8-8A84C798DBE5}"/>
              </a:ext>
            </a:extLst>
          </p:cNvPr>
          <p:cNvGraphicFramePr>
            <a:graphicFrameLocks noGrp="1"/>
          </p:cNvGraphicFramePr>
          <p:nvPr>
            <p:ph idx="1"/>
            <p:extLst>
              <p:ext uri="{D42A27DB-BD31-4B8C-83A1-F6EECF244321}">
                <p14:modId xmlns:p14="http://schemas.microsoft.com/office/powerpoint/2010/main" val="822790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9327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3F0E8975-FF12-8495-2317-E2B869E9BC95}"/>
              </a:ext>
            </a:extLst>
          </p:cNvPr>
          <p:cNvSpPr>
            <a:spLocks noGrp="1"/>
          </p:cNvSpPr>
          <p:nvPr>
            <p:ph idx="1"/>
          </p:nvPr>
        </p:nvSpPr>
        <p:spPr>
          <a:xfrm>
            <a:off x="613803" y="1705084"/>
            <a:ext cx="3455821" cy="3447832"/>
          </a:xfrm>
        </p:spPr>
        <p:txBody>
          <a:bodyPr anchor="ctr">
            <a:noAutofit/>
          </a:bodyPr>
          <a:lstStyle/>
          <a:p>
            <a:pPr marL="0" indent="0">
              <a:buNone/>
            </a:pPr>
            <a:r>
              <a:rPr lang="it-IT" sz="2400" dirty="0"/>
              <a:t>Il Pattern Strategy lo usiamo per dividere le logiche diverse di ogni azione (danno, effetti…) quindi, ci permette di incapsulare la logica di ciascuna azione in classi separate. </a:t>
            </a:r>
          </a:p>
          <a:p>
            <a:pPr marL="0" indent="0">
              <a:buNone/>
            </a:pPr>
            <a:r>
              <a:rPr lang="it-IT" sz="2400" dirty="0"/>
              <a:t>Il Pattern Observer separa la logica di gioco dall’interfaccia utente e permette al </a:t>
            </a:r>
            <a:r>
              <a:rPr lang="it-IT" sz="2400" dirty="0" err="1"/>
              <a:t>combat</a:t>
            </a:r>
            <a:r>
              <a:rPr lang="it-IT" sz="2400" dirty="0"/>
              <a:t> system di notificare automaticamente tutti gli osservatori.</a:t>
            </a:r>
          </a:p>
        </p:txBody>
      </p:sp>
      <p:pic>
        <p:nvPicPr>
          <p:cNvPr id="4" name="Immagine 3" descr="Immagine che contiene testo, schermata, diagramma, linea&#10;&#10;Il contenuto generato dall'IA potrebbe non essere corretto.">
            <a:extLst>
              <a:ext uri="{FF2B5EF4-FFF2-40B4-BE49-F238E27FC236}">
                <a16:creationId xmlns:a16="http://schemas.microsoft.com/office/drawing/2014/main" id="{EA2825FC-405B-4B74-0505-9580B77FD3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7672" y="742143"/>
            <a:ext cx="6389346" cy="5383024"/>
          </a:xfrm>
          <a:prstGeom prst="rect">
            <a:avLst/>
          </a:prstGeom>
        </p:spPr>
      </p:pic>
      <p:grpSp>
        <p:nvGrpSpPr>
          <p:cNvPr id="9" name="Group 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0" name="Rectangle 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77663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5278130-DFE0-457B-8698-88DF69019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a:extLst>
              <a:ext uri="{FF2B5EF4-FFF2-40B4-BE49-F238E27FC236}">
                <a16:creationId xmlns:a16="http://schemas.microsoft.com/office/drawing/2014/main" id="{2F99531B-1681-4D6E-BECB-18325B33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a:extLst>
              <a:ext uri="{FF2B5EF4-FFF2-40B4-BE49-F238E27FC236}">
                <a16:creationId xmlns:a16="http://schemas.microsoft.com/office/drawing/2014/main" id="{20344094-430A-400B-804B-910E696A1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53C67DF-7782-4E57-AB9B-F1B4811AD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92D85722-1F1D-306C-359A-608C4881483D}"/>
              </a:ext>
            </a:extLst>
          </p:cNvPr>
          <p:cNvSpPr>
            <a:spLocks noGrp="1"/>
          </p:cNvSpPr>
          <p:nvPr>
            <p:ph type="title"/>
          </p:nvPr>
        </p:nvSpPr>
        <p:spPr>
          <a:xfrm>
            <a:off x="504967" y="675564"/>
            <a:ext cx="3609833" cy="5204085"/>
          </a:xfrm>
        </p:spPr>
        <p:txBody>
          <a:bodyPr>
            <a:normAutofit/>
          </a:bodyPr>
          <a:lstStyle/>
          <a:p>
            <a:r>
              <a:rPr lang="it-IT" dirty="0"/>
              <a:t>User Story 15: </a:t>
            </a:r>
            <a:r>
              <a:rPr lang="it-IT" dirty="0" err="1"/>
              <a:t>Damage</a:t>
            </a:r>
            <a:r>
              <a:rPr lang="it-IT" dirty="0"/>
              <a:t>, </a:t>
            </a:r>
            <a:r>
              <a:rPr lang="it-IT" dirty="0" err="1"/>
              <a:t>effect</a:t>
            </a:r>
            <a:r>
              <a:rPr lang="it-IT" dirty="0"/>
              <a:t> &amp; </a:t>
            </a:r>
            <a:r>
              <a:rPr lang="it-IT" dirty="0" err="1"/>
              <a:t>healing</a:t>
            </a:r>
            <a:r>
              <a:rPr lang="it-IT" dirty="0"/>
              <a:t> </a:t>
            </a:r>
            <a:r>
              <a:rPr lang="it-IT" dirty="0" err="1"/>
              <a:t>calculation</a:t>
            </a:r>
            <a:br>
              <a:rPr lang="it-IT" b="1" dirty="0"/>
            </a:br>
            <a:endParaRPr lang="it-IT" dirty="0"/>
          </a:p>
        </p:txBody>
      </p:sp>
      <p:cxnSp>
        <p:nvCxnSpPr>
          <p:cNvPr id="28" name="Straight Connector 27">
            <a:extLst>
              <a:ext uri="{FF2B5EF4-FFF2-40B4-BE49-F238E27FC236}">
                <a16:creationId xmlns:a16="http://schemas.microsoft.com/office/drawing/2014/main" id="{B03A5AE3-BD30-455C-842B-7626C8BEF0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DBECAA5-1F2D-470D-875C-8F2C2CA3E5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6" name="Segnaposto contenuto 2">
            <a:extLst>
              <a:ext uri="{FF2B5EF4-FFF2-40B4-BE49-F238E27FC236}">
                <a16:creationId xmlns:a16="http://schemas.microsoft.com/office/drawing/2014/main" id="{CA8C4A48-9E5A-3736-8CA9-0DEB8312F6E2}"/>
              </a:ext>
            </a:extLst>
          </p:cNvPr>
          <p:cNvGraphicFramePr>
            <a:graphicFrameLocks noGrp="1"/>
          </p:cNvGraphicFramePr>
          <p:nvPr>
            <p:ph idx="1"/>
            <p:extLst>
              <p:ext uri="{D42A27DB-BD31-4B8C-83A1-F6EECF244321}">
                <p14:modId xmlns:p14="http://schemas.microsoft.com/office/powerpoint/2010/main" val="614355183"/>
              </p:ext>
            </p:extLst>
          </p:nvPr>
        </p:nvGraphicFramePr>
        <p:xfrm>
          <a:off x="4776730" y="819369"/>
          <a:ext cx="6589260" cy="5243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1716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sellaDiTesto 4">
            <a:extLst>
              <a:ext uri="{FF2B5EF4-FFF2-40B4-BE49-F238E27FC236}">
                <a16:creationId xmlns:a16="http://schemas.microsoft.com/office/drawing/2014/main" id="{F795F97C-D43F-25C3-4F5E-6754BD37571A}"/>
              </a:ext>
            </a:extLst>
          </p:cNvPr>
          <p:cNvSpPr txBox="1"/>
          <p:nvPr/>
        </p:nvSpPr>
        <p:spPr>
          <a:xfrm>
            <a:off x="317414" y="1347986"/>
            <a:ext cx="6099350" cy="3745222"/>
          </a:xfrm>
          <a:prstGeom prst="rect">
            <a:avLst/>
          </a:prstGeom>
        </p:spPr>
        <p:txBody>
          <a:bodyPr vert="horz" lIns="91440" tIns="45720" rIns="91440" bIns="45720" rtlCol="0" anchor="ctr">
            <a:noAutofit/>
          </a:bodyPr>
          <a:lstStyle>
            <a:lvl1pPr indent="0">
              <a:lnSpc>
                <a:spcPct val="90000"/>
              </a:lnSpc>
              <a:spcBef>
                <a:spcPts val="1000"/>
              </a:spcBef>
              <a:buFont typeface="Arial" panose="020B0604020202020204" pitchFamily="34" charset="0"/>
              <a:buNone/>
              <a:defRPr sz="24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it-IT" dirty="0"/>
              <a:t>Questa funzionalità è importante perché i giocatori hanno bisogno di un feedback immediato e accurato sull'esito di ogni turno. Facendo in modo che il sistema calcoli automaticamente danni, effetti e cure, il gioco garantisce coerenza, evita errori manuali e mantiene il gameplay fluido e coinvolgente. L'utilizzo del modello Strategia consente di estendere o modificare facilmente diversi comportamenti di combattimento, mentre il modello Osservatore assicura che qualsiasi cambiamento nello stato di combattimento venga immediatamente riflesso nell'interfaccia utente.</a:t>
            </a:r>
            <a:endParaRPr lang="en-US" dirty="0"/>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Segnaposto contenuto 3" descr="Immagine che contiene testo, schermata, diagramma, software&#10;&#10;Il contenuto generato dall'IA potrebbe non essere corretto.">
            <a:extLst>
              <a:ext uri="{FF2B5EF4-FFF2-40B4-BE49-F238E27FC236}">
                <a16:creationId xmlns:a16="http://schemas.microsoft.com/office/drawing/2014/main" id="{6F17C86B-2BF2-C674-4049-5E1EABA65EA9}"/>
              </a:ext>
            </a:extLst>
          </p:cNvPr>
          <p:cNvPicPr>
            <a:picLocks noGrp="1" noChangeAspect="1"/>
          </p:cNvPicPr>
          <p:nvPr>
            <p:ph idx="1"/>
          </p:nvPr>
        </p:nvPicPr>
        <p:blipFill>
          <a:blip r:embed="rId2"/>
          <a:stretch>
            <a:fillRect/>
          </a:stretch>
        </p:blipFill>
        <p:spPr>
          <a:xfrm>
            <a:off x="6963206" y="723481"/>
            <a:ext cx="4540918" cy="5357279"/>
          </a:xfrm>
          <a:prstGeom prst="rect">
            <a:avLst/>
          </a:prstGeom>
        </p:spPr>
      </p:pic>
    </p:spTree>
    <p:extLst>
      <p:ext uri="{BB962C8B-B14F-4D97-AF65-F5344CB8AC3E}">
        <p14:creationId xmlns:p14="http://schemas.microsoft.com/office/powerpoint/2010/main" val="1358167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45" name="Rectangle 28">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30">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328D9045-53DE-0906-86CA-5DB608744E34}"/>
              </a:ext>
            </a:extLst>
          </p:cNvPr>
          <p:cNvSpPr>
            <a:spLocks noGrp="1"/>
          </p:cNvSpPr>
          <p:nvPr>
            <p:ph type="title"/>
          </p:nvPr>
        </p:nvSpPr>
        <p:spPr>
          <a:xfrm>
            <a:off x="804672" y="457200"/>
            <a:ext cx="10579608" cy="1188720"/>
          </a:xfrm>
        </p:spPr>
        <p:txBody>
          <a:bodyPr>
            <a:normAutofit/>
          </a:bodyPr>
          <a:lstStyle/>
          <a:p>
            <a:pPr algn="ctr"/>
            <a:r>
              <a:rPr lang="it-IT" sz="4000" dirty="0">
                <a:solidFill>
                  <a:schemeClr val="tx2"/>
                </a:solidFill>
              </a:rPr>
              <a:t>User Story 16: Turn </a:t>
            </a:r>
            <a:r>
              <a:rPr lang="it-IT" sz="4000" dirty="0" err="1">
                <a:solidFill>
                  <a:schemeClr val="tx2"/>
                </a:solidFill>
              </a:rPr>
              <a:t>based</a:t>
            </a:r>
            <a:r>
              <a:rPr lang="it-IT" sz="4000" dirty="0">
                <a:solidFill>
                  <a:schemeClr val="tx2"/>
                </a:solidFill>
              </a:rPr>
              <a:t> </a:t>
            </a:r>
            <a:r>
              <a:rPr lang="it-IT" sz="4000" dirty="0" err="1">
                <a:solidFill>
                  <a:schemeClr val="tx2"/>
                </a:solidFill>
              </a:rPr>
              <a:t>battles</a:t>
            </a:r>
            <a:endParaRPr lang="it-IT" sz="4000" dirty="0">
              <a:solidFill>
                <a:schemeClr val="tx2"/>
              </a:solidFill>
            </a:endParaRPr>
          </a:p>
        </p:txBody>
      </p:sp>
      <p:grpSp>
        <p:nvGrpSpPr>
          <p:cNvPr id="47" name="Group 32">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48" name="Freeform: Shape 33">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34">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35">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1" name="Freeform: Shape 36">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2" name="Group 38">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53" name="Freeform: Shape 39">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40">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41">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42">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7" name="Segnaposto contenuto 2">
            <a:extLst>
              <a:ext uri="{FF2B5EF4-FFF2-40B4-BE49-F238E27FC236}">
                <a16:creationId xmlns:a16="http://schemas.microsoft.com/office/drawing/2014/main" id="{D5059199-566D-3995-1ABC-7E97541A47A9}"/>
              </a:ext>
            </a:extLst>
          </p:cNvPr>
          <p:cNvGraphicFramePr>
            <a:graphicFrameLocks noGrp="1"/>
          </p:cNvGraphicFramePr>
          <p:nvPr>
            <p:ph idx="1"/>
            <p:extLst>
              <p:ext uri="{D42A27DB-BD31-4B8C-83A1-F6EECF244321}">
                <p14:modId xmlns:p14="http://schemas.microsoft.com/office/powerpoint/2010/main" val="680255920"/>
              </p:ext>
            </p:extLst>
          </p:nvPr>
        </p:nvGraphicFramePr>
        <p:xfrm>
          <a:off x="1036320" y="2543633"/>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4812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44">
            <a:extLst>
              <a:ext uri="{FF2B5EF4-FFF2-40B4-BE49-F238E27FC236}">
                <a16:creationId xmlns:a16="http://schemas.microsoft.com/office/drawing/2014/main" id="{A440A548-C0D4-4418-940E-EDC2F1D9A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46">
            <a:extLst>
              <a:ext uri="{FF2B5EF4-FFF2-40B4-BE49-F238E27FC236}">
                <a16:creationId xmlns:a16="http://schemas.microsoft.com/office/drawing/2014/main" id="{E708B267-8CD2-4684-A57B-9F1070769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48">
            <a:extLst>
              <a:ext uri="{FF2B5EF4-FFF2-40B4-BE49-F238E27FC236}">
                <a16:creationId xmlns:a16="http://schemas.microsoft.com/office/drawing/2014/main" id="{41E5AB36-9328-47E9-95AD-E38AC1C0E1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369"/>
            <a:ext cx="6091008" cy="6858000"/>
            <a:chOff x="305" y="-369"/>
            <a:chExt cx="6091008" cy="6858000"/>
          </a:xfrm>
        </p:grpSpPr>
        <p:sp>
          <p:nvSpPr>
            <p:cNvPr id="50" name="Freeform: Shape 49">
              <a:extLst>
                <a:ext uri="{FF2B5EF4-FFF2-40B4-BE49-F238E27FC236}">
                  <a16:creationId xmlns:a16="http://schemas.microsoft.com/office/drawing/2014/main" id="{4532450F-A219-4BF5-88FA-A47084237C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9"/>
              <a:ext cx="6057007" cy="6858000"/>
            </a:xfrm>
            <a:custGeom>
              <a:avLst/>
              <a:gdLst>
                <a:gd name="connsiteX0" fmla="*/ 1423825 w 6057007"/>
                <a:gd name="connsiteY0" fmla="*/ 0 h 6858000"/>
                <a:gd name="connsiteX1" fmla="*/ 4262456 w 6057007"/>
                <a:gd name="connsiteY1" fmla="*/ 0 h 6858000"/>
                <a:gd name="connsiteX2" fmla="*/ 4371584 w 6057007"/>
                <a:gd name="connsiteY2" fmla="*/ 79625 h 6858000"/>
                <a:gd name="connsiteX3" fmla="*/ 5400299 w 6057007"/>
                <a:gd name="connsiteY3" fmla="*/ 1779691 h 6858000"/>
                <a:gd name="connsiteX4" fmla="*/ 5961759 w 6057007"/>
                <a:gd name="connsiteY4" fmla="*/ 4554903 h 6858000"/>
                <a:gd name="connsiteX5" fmla="*/ 4326541 w 6057007"/>
                <a:gd name="connsiteY5" fmla="*/ 6729688 h 6858000"/>
                <a:gd name="connsiteX6" fmla="*/ 4109121 w 6057007"/>
                <a:gd name="connsiteY6" fmla="*/ 6858000 h 6858000"/>
                <a:gd name="connsiteX7" fmla="*/ 1145358 w 6057007"/>
                <a:gd name="connsiteY7" fmla="*/ 6858000 h 6858000"/>
                <a:gd name="connsiteX8" fmla="*/ 1143587 w 6057007"/>
                <a:gd name="connsiteY8" fmla="*/ 6856705 h 6858000"/>
                <a:gd name="connsiteX9" fmla="*/ 162579 w 6057007"/>
                <a:gd name="connsiteY9" fmla="*/ 6240990 h 6858000"/>
                <a:gd name="connsiteX10" fmla="*/ 0 w 6057007"/>
                <a:gd name="connsiteY10" fmla="*/ 6125553 h 6858000"/>
                <a:gd name="connsiteX11" fmla="*/ 0 w 6057007"/>
                <a:gd name="connsiteY11" fmla="*/ 4670879 h 6858000"/>
                <a:gd name="connsiteX12" fmla="*/ 38388 w 6057007"/>
                <a:gd name="connsiteY12" fmla="*/ 4778792 h 6858000"/>
                <a:gd name="connsiteX13" fmla="*/ 155449 w 6057007"/>
                <a:gd name="connsiteY13" fmla="*/ 5029879 h 6858000"/>
                <a:gd name="connsiteX14" fmla="*/ 411802 w 6057007"/>
                <a:gd name="connsiteY14" fmla="*/ 5399531 h 6858000"/>
                <a:gd name="connsiteX15" fmla="*/ 806388 w 6057007"/>
                <a:gd name="connsiteY15" fmla="*/ 5659633 h 6858000"/>
                <a:gd name="connsiteX16" fmla="*/ 1801512 w 6057007"/>
                <a:gd name="connsiteY16" fmla="*/ 6314010 h 6858000"/>
                <a:gd name="connsiteX17" fmla="*/ 2653483 w 6057007"/>
                <a:gd name="connsiteY17" fmla="*/ 6529898 h 6858000"/>
                <a:gd name="connsiteX18" fmla="*/ 3666486 w 6057007"/>
                <a:gd name="connsiteY18" fmla="*/ 6190615 h 6858000"/>
                <a:gd name="connsiteX19" fmla="*/ 4658657 w 6057007"/>
                <a:gd name="connsiteY19" fmla="*/ 5428179 h 6858000"/>
                <a:gd name="connsiteX20" fmla="*/ 5222967 w 6057007"/>
                <a:gd name="connsiteY20" fmla="*/ 4356944 h 6858000"/>
                <a:gd name="connsiteX21" fmla="*/ 4724795 w 6057007"/>
                <a:gd name="connsiteY21" fmla="*/ 2210416 h 6858000"/>
                <a:gd name="connsiteX22" fmla="*/ 4473185 w 6057007"/>
                <a:gd name="connsiteY22" fmla="*/ 1691554 h 6858000"/>
                <a:gd name="connsiteX23" fmla="*/ 4046677 w 6057007"/>
                <a:gd name="connsiteY23" fmla="*/ 911781 h 6858000"/>
                <a:gd name="connsiteX24" fmla="*/ 3555564 w 6057007"/>
                <a:gd name="connsiteY24" fmla="*/ 585888 h 6858000"/>
                <a:gd name="connsiteX25" fmla="*/ 2405914 w 6057007"/>
                <a:gd name="connsiteY25" fmla="*/ 536282 h 6858000"/>
                <a:gd name="connsiteX26" fmla="*/ 1345719 w 6057007"/>
                <a:gd name="connsiteY26" fmla="*/ 957619 h 6858000"/>
                <a:gd name="connsiteX27" fmla="*/ 73341 w 6057007"/>
                <a:gd name="connsiteY27" fmla="*/ 2571698 h 6858000"/>
                <a:gd name="connsiteX28" fmla="*/ 0 w 6057007"/>
                <a:gd name="connsiteY28" fmla="*/ 2803810 h 6858000"/>
                <a:gd name="connsiteX29" fmla="*/ 0 w 6057007"/>
                <a:gd name="connsiteY29" fmla="*/ 1147591 h 6858000"/>
                <a:gd name="connsiteX30" fmla="*/ 142706 w 6057007"/>
                <a:gd name="connsiteY30" fmla="*/ 968763 h 6858000"/>
                <a:gd name="connsiteX31" fmla="*/ 971831 w 6057007"/>
                <a:gd name="connsiteY31" fmla="*/ 249890 h 6858000"/>
                <a:gd name="connsiteX32" fmla="*/ 1288677 w 6057007"/>
                <a:gd name="connsiteY32" fmla="*/ 6583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57007" h="6858000">
                  <a:moveTo>
                    <a:pt x="1423825" y="0"/>
                  </a:moveTo>
                  <a:lnTo>
                    <a:pt x="4262456" y="0"/>
                  </a:lnTo>
                  <a:lnTo>
                    <a:pt x="4371584" y="79625"/>
                  </a:lnTo>
                  <a:cubicBezTo>
                    <a:pt x="4860533" y="476670"/>
                    <a:pt x="5063885" y="1132812"/>
                    <a:pt x="5400299" y="1779691"/>
                  </a:cubicBezTo>
                  <a:cubicBezTo>
                    <a:pt x="5848849" y="2642194"/>
                    <a:pt x="6244956" y="3497996"/>
                    <a:pt x="5961759" y="4554903"/>
                  </a:cubicBezTo>
                  <a:cubicBezTo>
                    <a:pt x="5691575" y="5563242"/>
                    <a:pt x="5092427" y="6238887"/>
                    <a:pt x="4326541" y="6729688"/>
                  </a:cubicBezTo>
                  <a:lnTo>
                    <a:pt x="4109121" y="6858000"/>
                  </a:lnTo>
                  <a:lnTo>
                    <a:pt x="1145358" y="6858000"/>
                  </a:lnTo>
                  <a:lnTo>
                    <a:pt x="1143587" y="6856705"/>
                  </a:lnTo>
                  <a:cubicBezTo>
                    <a:pt x="699546" y="6541440"/>
                    <a:pt x="399287" y="6392433"/>
                    <a:pt x="162579" y="6240990"/>
                  </a:cubicBezTo>
                  <a:lnTo>
                    <a:pt x="0" y="6125553"/>
                  </a:lnTo>
                  <a:lnTo>
                    <a:pt x="0" y="4670879"/>
                  </a:lnTo>
                  <a:lnTo>
                    <a:pt x="38388" y="4778792"/>
                  </a:lnTo>
                  <a:cubicBezTo>
                    <a:pt x="72793" y="4862402"/>
                    <a:pt x="111802" y="4945953"/>
                    <a:pt x="155449" y="5029879"/>
                  </a:cubicBezTo>
                  <a:cubicBezTo>
                    <a:pt x="273464" y="5256810"/>
                    <a:pt x="351295" y="5344113"/>
                    <a:pt x="411802" y="5399531"/>
                  </a:cubicBezTo>
                  <a:cubicBezTo>
                    <a:pt x="500065" y="5480405"/>
                    <a:pt x="628514" y="5555615"/>
                    <a:pt x="806388" y="5659633"/>
                  </a:cubicBezTo>
                  <a:cubicBezTo>
                    <a:pt x="1044358" y="5798926"/>
                    <a:pt x="1370396" y="5989780"/>
                    <a:pt x="1801512" y="6314010"/>
                  </a:cubicBezTo>
                  <a:cubicBezTo>
                    <a:pt x="2037213" y="6491324"/>
                    <a:pt x="2315885" y="6561958"/>
                    <a:pt x="2653483" y="6529898"/>
                  </a:cubicBezTo>
                  <a:cubicBezTo>
                    <a:pt x="2962383" y="6500529"/>
                    <a:pt x="3312661" y="6383221"/>
                    <a:pt x="3666486" y="6190615"/>
                  </a:cubicBezTo>
                  <a:cubicBezTo>
                    <a:pt x="4083218" y="5963697"/>
                    <a:pt x="4407642" y="5714350"/>
                    <a:pt x="4658657" y="5428179"/>
                  </a:cubicBezTo>
                  <a:cubicBezTo>
                    <a:pt x="4927319" y="5121947"/>
                    <a:pt x="5111907" y="4771422"/>
                    <a:pt x="5222967" y="4356944"/>
                  </a:cubicBezTo>
                  <a:cubicBezTo>
                    <a:pt x="5418167" y="3628447"/>
                    <a:pt x="5139747" y="3007703"/>
                    <a:pt x="4724795" y="2210416"/>
                  </a:cubicBezTo>
                  <a:cubicBezTo>
                    <a:pt x="4631776" y="2031551"/>
                    <a:pt x="4551122" y="1858737"/>
                    <a:pt x="4473185" y="1691554"/>
                  </a:cubicBezTo>
                  <a:cubicBezTo>
                    <a:pt x="4326842" y="1377756"/>
                    <a:pt x="4200559" y="1106810"/>
                    <a:pt x="4046677" y="911781"/>
                  </a:cubicBezTo>
                  <a:cubicBezTo>
                    <a:pt x="3910561" y="739097"/>
                    <a:pt x="3763658" y="641647"/>
                    <a:pt x="3555564" y="585888"/>
                  </a:cubicBezTo>
                  <a:cubicBezTo>
                    <a:pt x="3178534" y="484863"/>
                    <a:pt x="2791842" y="468166"/>
                    <a:pt x="2405914" y="536282"/>
                  </a:cubicBezTo>
                  <a:cubicBezTo>
                    <a:pt x="2032757" y="602054"/>
                    <a:pt x="1676044" y="743871"/>
                    <a:pt x="1345719" y="957619"/>
                  </a:cubicBezTo>
                  <a:cubicBezTo>
                    <a:pt x="762775" y="1334788"/>
                    <a:pt x="318714" y="1900690"/>
                    <a:pt x="73341" y="2571698"/>
                  </a:cubicBezTo>
                  <a:lnTo>
                    <a:pt x="0" y="2803810"/>
                  </a:lnTo>
                  <a:lnTo>
                    <a:pt x="0" y="1147591"/>
                  </a:lnTo>
                  <a:lnTo>
                    <a:pt x="142706" y="968763"/>
                  </a:lnTo>
                  <a:cubicBezTo>
                    <a:pt x="388539" y="688063"/>
                    <a:pt x="668237" y="446316"/>
                    <a:pt x="971831" y="249890"/>
                  </a:cubicBezTo>
                  <a:cubicBezTo>
                    <a:pt x="1074829" y="183240"/>
                    <a:pt x="1180574" y="121805"/>
                    <a:pt x="1288677" y="6583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035AC662-4000-411A-9E33-6A4B6C0FCB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9"/>
              <a:ext cx="6091008" cy="6858000"/>
            </a:xfrm>
            <a:custGeom>
              <a:avLst/>
              <a:gdLst>
                <a:gd name="connsiteX0" fmla="*/ 0 w 6091008"/>
                <a:gd name="connsiteY0" fmla="*/ 5476844 h 6858000"/>
                <a:gd name="connsiteX1" fmla="*/ 15220 w 6091008"/>
                <a:gd name="connsiteY1" fmla="*/ 5501668 h 6858000"/>
                <a:gd name="connsiteX2" fmla="*/ 198940 w 6091008"/>
                <a:gd name="connsiteY2" fmla="*/ 5717964 h 6858000"/>
                <a:gd name="connsiteX3" fmla="*/ 251499 w 6091008"/>
                <a:gd name="connsiteY3" fmla="*/ 5763842 h 6858000"/>
                <a:gd name="connsiteX4" fmla="*/ 308460 w 6091008"/>
                <a:gd name="connsiteY4" fmla="*/ 5806337 h 6858000"/>
                <a:gd name="connsiteX5" fmla="*/ 368305 w 6091008"/>
                <a:gd name="connsiteY5" fmla="*/ 5847248 h 6858000"/>
                <a:gd name="connsiteX6" fmla="*/ 430451 w 6091008"/>
                <a:gd name="connsiteY6" fmla="*/ 5887305 h 6858000"/>
                <a:gd name="connsiteX7" fmla="*/ 975811 w 6091008"/>
                <a:gd name="connsiteY7" fmla="*/ 6205653 h 6858000"/>
                <a:gd name="connsiteX8" fmla="*/ 1510250 w 6091008"/>
                <a:gd name="connsiteY8" fmla="*/ 6575390 h 6858000"/>
                <a:gd name="connsiteX9" fmla="*/ 2002437 w 6091008"/>
                <a:gd name="connsiteY9" fmla="*/ 6825029 h 6858000"/>
                <a:gd name="connsiteX10" fmla="*/ 2137670 w 6091008"/>
                <a:gd name="connsiteY10" fmla="*/ 6856874 h 6858000"/>
                <a:gd name="connsiteX11" fmla="*/ 2145778 w 6091008"/>
                <a:gd name="connsiteY11" fmla="*/ 6858000 h 6858000"/>
                <a:gd name="connsiteX12" fmla="*/ 1098858 w 6091008"/>
                <a:gd name="connsiteY12" fmla="*/ 6858000 h 6858000"/>
                <a:gd name="connsiteX13" fmla="*/ 1004166 w 6091008"/>
                <a:gd name="connsiteY13" fmla="*/ 6786858 h 6858000"/>
                <a:gd name="connsiteX14" fmla="*/ 751974 w 6091008"/>
                <a:gd name="connsiteY14" fmla="*/ 6608169 h 6858000"/>
                <a:gd name="connsiteX15" fmla="*/ 623305 w 6091008"/>
                <a:gd name="connsiteY15" fmla="*/ 6522172 h 6858000"/>
                <a:gd name="connsiteX16" fmla="*/ 492346 w 6091008"/>
                <a:gd name="connsiteY16" fmla="*/ 6437477 h 6858000"/>
                <a:gd name="connsiteX17" fmla="*/ 358536 w 6091008"/>
                <a:gd name="connsiteY17" fmla="*/ 6352312 h 6858000"/>
                <a:gd name="connsiteX18" fmla="*/ 290710 w 6091008"/>
                <a:gd name="connsiteY18" fmla="*/ 6308820 h 6858000"/>
                <a:gd name="connsiteX19" fmla="*/ 221792 w 6091008"/>
                <a:gd name="connsiteY19" fmla="*/ 6263122 h 6858000"/>
                <a:gd name="connsiteX20" fmla="*/ 152460 w 6091008"/>
                <a:gd name="connsiteY20" fmla="*/ 6215106 h 6858000"/>
                <a:gd name="connsiteX21" fmla="*/ 83055 w 6091008"/>
                <a:gd name="connsiteY21" fmla="*/ 6163978 h 6858000"/>
                <a:gd name="connsiteX22" fmla="*/ 14161 w 6091008"/>
                <a:gd name="connsiteY22" fmla="*/ 6109014 h 6858000"/>
                <a:gd name="connsiteX23" fmla="*/ 0 w 6091008"/>
                <a:gd name="connsiteY23" fmla="*/ 6096195 h 6858000"/>
                <a:gd name="connsiteX24" fmla="*/ 3707444 w 6091008"/>
                <a:gd name="connsiteY24" fmla="*/ 0 h 6858000"/>
                <a:gd name="connsiteX25" fmla="*/ 4265528 w 6091008"/>
                <a:gd name="connsiteY25" fmla="*/ 0 h 6858000"/>
                <a:gd name="connsiteX26" fmla="*/ 4291472 w 6091008"/>
                <a:gd name="connsiteY26" fmla="*/ 15596 h 6858000"/>
                <a:gd name="connsiteX27" fmla="*/ 4431124 w 6091008"/>
                <a:gd name="connsiteY27" fmla="*/ 119052 h 6858000"/>
                <a:gd name="connsiteX28" fmla="*/ 4899570 w 6091008"/>
                <a:gd name="connsiteY28" fmla="*/ 643769 h 6858000"/>
                <a:gd name="connsiteX29" fmla="*/ 5247925 w 6091008"/>
                <a:gd name="connsiteY29" fmla="*/ 1232134 h 6858000"/>
                <a:gd name="connsiteX30" fmla="*/ 5401234 w 6091008"/>
                <a:gd name="connsiteY30" fmla="*/ 1518442 h 6858000"/>
                <a:gd name="connsiteX31" fmla="*/ 5480921 w 6091008"/>
                <a:gd name="connsiteY31" fmla="*/ 1662114 h 6858000"/>
                <a:gd name="connsiteX32" fmla="*/ 5561804 w 6091008"/>
                <a:gd name="connsiteY32" fmla="*/ 1812436 h 6858000"/>
                <a:gd name="connsiteX33" fmla="*/ 5855037 w 6091008"/>
                <a:gd name="connsiteY33" fmla="*/ 2457716 h 6858000"/>
                <a:gd name="connsiteX34" fmla="*/ 6052254 w 6091008"/>
                <a:gd name="connsiteY34" fmla="*/ 3193699 h 6858000"/>
                <a:gd name="connsiteX35" fmla="*/ 6073151 w 6091008"/>
                <a:gd name="connsiteY35" fmla="*/ 4004612 h 6858000"/>
                <a:gd name="connsiteX36" fmla="*/ 6067309 w 6091008"/>
                <a:gd name="connsiteY36" fmla="*/ 4055890 h 6858000"/>
                <a:gd name="connsiteX37" fmla="*/ 6059979 w 6091008"/>
                <a:gd name="connsiteY37" fmla="*/ 4106917 h 6858000"/>
                <a:gd name="connsiteX38" fmla="*/ 6052371 w 6091008"/>
                <a:gd name="connsiteY38" fmla="*/ 4158016 h 6858000"/>
                <a:gd name="connsiteX39" fmla="*/ 6043434 w 6091008"/>
                <a:gd name="connsiteY39" fmla="*/ 4208759 h 6858000"/>
                <a:gd name="connsiteX40" fmla="*/ 6023229 w 6091008"/>
                <a:gd name="connsiteY40" fmla="*/ 4309769 h 6858000"/>
                <a:gd name="connsiteX41" fmla="*/ 5999922 w 6091008"/>
                <a:gd name="connsiteY41" fmla="*/ 4409799 h 6858000"/>
                <a:gd name="connsiteX42" fmla="*/ 5987157 w 6091008"/>
                <a:gd name="connsiteY42" fmla="*/ 4459369 h 6858000"/>
                <a:gd name="connsiteX43" fmla="*/ 5973731 w 6091008"/>
                <a:gd name="connsiteY43" fmla="*/ 4508027 h 6858000"/>
                <a:gd name="connsiteX44" fmla="*/ 5944653 w 6091008"/>
                <a:gd name="connsiteY44" fmla="*/ 4602538 h 6858000"/>
                <a:gd name="connsiteX45" fmla="*/ 5915334 w 6091008"/>
                <a:gd name="connsiteY45" fmla="*/ 4696982 h 6858000"/>
                <a:gd name="connsiteX46" fmla="*/ 5881786 w 6091008"/>
                <a:gd name="connsiteY46" fmla="*/ 4790295 h 6858000"/>
                <a:gd name="connsiteX47" fmla="*/ 5539609 w 6091008"/>
                <a:gd name="connsiteY47" fmla="*/ 5504511 h 6858000"/>
                <a:gd name="connsiteX48" fmla="*/ 5432400 w 6091008"/>
                <a:gd name="connsiteY48" fmla="*/ 5669348 h 6858000"/>
                <a:gd name="connsiteX49" fmla="*/ 5404330 w 6091008"/>
                <a:gd name="connsiteY49" fmla="*/ 5709372 h 6858000"/>
                <a:gd name="connsiteX50" fmla="*/ 5375525 w 6091008"/>
                <a:gd name="connsiteY50" fmla="*/ 5748757 h 6858000"/>
                <a:gd name="connsiteX51" fmla="*/ 5317831 w 6091008"/>
                <a:gd name="connsiteY51" fmla="*/ 5827355 h 6858000"/>
                <a:gd name="connsiteX52" fmla="*/ 5288208 w 6091008"/>
                <a:gd name="connsiteY52" fmla="*/ 5865932 h 6858000"/>
                <a:gd name="connsiteX53" fmla="*/ 5273251 w 6091008"/>
                <a:gd name="connsiteY53" fmla="*/ 5885035 h 6858000"/>
                <a:gd name="connsiteX54" fmla="*/ 5256656 w 6091008"/>
                <a:gd name="connsiteY54" fmla="*/ 5902520 h 6858000"/>
                <a:gd name="connsiteX55" fmla="*/ 5189858 w 6091008"/>
                <a:gd name="connsiteY55" fmla="*/ 5971616 h 6858000"/>
                <a:gd name="connsiteX56" fmla="*/ 5156287 w 6091008"/>
                <a:gd name="connsiteY56" fmla="*/ 6005600 h 6858000"/>
                <a:gd name="connsiteX57" fmla="*/ 5121598 w 6091008"/>
                <a:gd name="connsiteY57" fmla="*/ 6037962 h 6858000"/>
                <a:gd name="connsiteX58" fmla="*/ 5051798 w 6091008"/>
                <a:gd name="connsiteY58" fmla="*/ 6101838 h 6858000"/>
                <a:gd name="connsiteX59" fmla="*/ 4463594 w 6091008"/>
                <a:gd name="connsiteY59" fmla="*/ 6532280 h 6858000"/>
                <a:gd name="connsiteX60" fmla="*/ 4388637 w 6091008"/>
                <a:gd name="connsiteY60" fmla="*/ 6579169 h 6858000"/>
                <a:gd name="connsiteX61" fmla="*/ 4312856 w 6091008"/>
                <a:gd name="connsiteY61" fmla="*/ 6623337 h 6858000"/>
                <a:gd name="connsiteX62" fmla="*/ 4237558 w 6091008"/>
                <a:gd name="connsiteY62" fmla="*/ 6667632 h 6858000"/>
                <a:gd name="connsiteX63" fmla="*/ 4161774 w 6091008"/>
                <a:gd name="connsiteY63" fmla="*/ 6709883 h 6858000"/>
                <a:gd name="connsiteX64" fmla="*/ 4010448 w 6091008"/>
                <a:gd name="connsiteY64" fmla="*/ 6792981 h 6858000"/>
                <a:gd name="connsiteX65" fmla="*/ 3935163 w 6091008"/>
                <a:gd name="connsiteY65" fmla="*/ 6834338 h 6858000"/>
                <a:gd name="connsiteX66" fmla="*/ 3892887 w 6091008"/>
                <a:gd name="connsiteY66" fmla="*/ 6858000 h 6858000"/>
                <a:gd name="connsiteX67" fmla="*/ 2743942 w 6091008"/>
                <a:gd name="connsiteY67" fmla="*/ 6858000 h 6858000"/>
                <a:gd name="connsiteX68" fmla="*/ 2852577 w 6091008"/>
                <a:gd name="connsiteY68" fmla="*/ 6838910 h 6858000"/>
                <a:gd name="connsiteX69" fmla="*/ 3143255 w 6091008"/>
                <a:gd name="connsiteY69" fmla="*/ 6759775 h 6858000"/>
                <a:gd name="connsiteX70" fmla="*/ 3430899 w 6091008"/>
                <a:gd name="connsiteY70" fmla="*/ 6650056 h 6858000"/>
                <a:gd name="connsiteX71" fmla="*/ 3713289 w 6091008"/>
                <a:gd name="connsiteY71" fmla="*/ 6514054 h 6858000"/>
                <a:gd name="connsiteX72" fmla="*/ 3981228 w 6091008"/>
                <a:gd name="connsiteY72" fmla="*/ 6334878 h 6858000"/>
                <a:gd name="connsiteX73" fmla="*/ 4107885 w 6091008"/>
                <a:gd name="connsiteY73" fmla="*/ 6233689 h 6858000"/>
                <a:gd name="connsiteX74" fmla="*/ 4169795 w 6091008"/>
                <a:gd name="connsiteY74" fmla="*/ 6181389 h 6858000"/>
                <a:gd name="connsiteX75" fmla="*/ 4229189 w 6091008"/>
                <a:gd name="connsiteY75" fmla="*/ 6125914 h 6858000"/>
                <a:gd name="connsiteX76" fmla="*/ 4652064 w 6091008"/>
                <a:gd name="connsiteY76" fmla="*/ 5641457 h 6858000"/>
                <a:gd name="connsiteX77" fmla="*/ 4697555 w 6091008"/>
                <a:gd name="connsiteY77" fmla="*/ 5576516 h 6858000"/>
                <a:gd name="connsiteX78" fmla="*/ 4720492 w 6091008"/>
                <a:gd name="connsiteY78" fmla="*/ 5544537 h 6858000"/>
                <a:gd name="connsiteX79" fmla="*/ 4741922 w 6091008"/>
                <a:gd name="connsiteY79" fmla="*/ 5511420 h 6858000"/>
                <a:gd name="connsiteX80" fmla="*/ 4784179 w 6091008"/>
                <a:gd name="connsiteY80" fmla="*/ 5445022 h 6858000"/>
                <a:gd name="connsiteX81" fmla="*/ 4794796 w 6091008"/>
                <a:gd name="connsiteY81" fmla="*/ 5428584 h 6858000"/>
                <a:gd name="connsiteX82" fmla="*/ 4807173 w 6091008"/>
                <a:gd name="connsiteY82" fmla="*/ 5413795 h 6858000"/>
                <a:gd name="connsiteX83" fmla="*/ 4830010 w 6091008"/>
                <a:gd name="connsiteY83" fmla="*/ 5382674 h 6858000"/>
                <a:gd name="connsiteX84" fmla="*/ 4874298 w 6091008"/>
                <a:gd name="connsiteY84" fmla="*/ 5319323 h 6858000"/>
                <a:gd name="connsiteX85" fmla="*/ 4896484 w 6091008"/>
                <a:gd name="connsiteY85" fmla="*/ 5287734 h 6858000"/>
                <a:gd name="connsiteX86" fmla="*/ 4918019 w 6091008"/>
                <a:gd name="connsiteY86" fmla="*/ 5255673 h 6858000"/>
                <a:gd name="connsiteX87" fmla="*/ 4999238 w 6091008"/>
                <a:gd name="connsiteY87" fmla="*/ 5124058 h 6858000"/>
                <a:gd name="connsiteX88" fmla="*/ 5251271 w 6091008"/>
                <a:gd name="connsiteY88" fmla="*/ 4554965 h 6858000"/>
                <a:gd name="connsiteX89" fmla="*/ 5276136 w 6091008"/>
                <a:gd name="connsiteY89" fmla="*/ 4480521 h 6858000"/>
                <a:gd name="connsiteX90" fmla="*/ 5297442 w 6091008"/>
                <a:gd name="connsiteY90" fmla="*/ 4404389 h 6858000"/>
                <a:gd name="connsiteX91" fmla="*/ 5318953 w 6091008"/>
                <a:gd name="connsiteY91" fmla="*/ 4328458 h 6858000"/>
                <a:gd name="connsiteX92" fmla="*/ 5328684 w 6091008"/>
                <a:gd name="connsiteY92" fmla="*/ 4291175 h 6858000"/>
                <a:gd name="connsiteX93" fmla="*/ 5337470 w 6091008"/>
                <a:gd name="connsiteY93" fmla="*/ 4254522 h 6858000"/>
                <a:gd name="connsiteX94" fmla="*/ 5353277 w 6091008"/>
                <a:gd name="connsiteY94" fmla="*/ 4181038 h 6858000"/>
                <a:gd name="connsiteX95" fmla="*/ 5366762 w 6091008"/>
                <a:gd name="connsiteY95" fmla="*/ 4107520 h 6858000"/>
                <a:gd name="connsiteX96" fmla="*/ 5373105 w 6091008"/>
                <a:gd name="connsiteY96" fmla="*/ 4070802 h 6858000"/>
                <a:gd name="connsiteX97" fmla="*/ 5378288 w 6091008"/>
                <a:gd name="connsiteY97" fmla="*/ 4034066 h 6858000"/>
                <a:gd name="connsiteX98" fmla="*/ 5383471 w 6091008"/>
                <a:gd name="connsiteY98" fmla="*/ 3997331 h 6858000"/>
                <a:gd name="connsiteX99" fmla="*/ 5387373 w 6091008"/>
                <a:gd name="connsiteY99" fmla="*/ 3960547 h 6858000"/>
                <a:gd name="connsiteX100" fmla="*/ 5375699 w 6091008"/>
                <a:gd name="connsiteY100" fmla="*/ 3369810 h 6858000"/>
                <a:gd name="connsiteX101" fmla="*/ 5225695 w 6091008"/>
                <a:gd name="connsiteY101" fmla="*/ 2777923 h 6858000"/>
                <a:gd name="connsiteX102" fmla="*/ 4989893 w 6091008"/>
                <a:gd name="connsiteY102" fmla="*/ 2181595 h 6858000"/>
                <a:gd name="connsiteX103" fmla="*/ 4856777 w 6091008"/>
                <a:gd name="connsiteY103" fmla="*/ 1872581 h 6858000"/>
                <a:gd name="connsiteX104" fmla="*/ 4729367 w 6091008"/>
                <a:gd name="connsiteY104" fmla="*/ 1547581 h 6858000"/>
                <a:gd name="connsiteX105" fmla="*/ 4510575 w 6091008"/>
                <a:gd name="connsiteY105" fmla="*/ 917244 h 6858000"/>
                <a:gd name="connsiteX106" fmla="*/ 4387446 w 6091008"/>
                <a:gd name="connsiteY106" fmla="*/ 626512 h 6858000"/>
                <a:gd name="connsiteX107" fmla="*/ 4227716 w 6091008"/>
                <a:gd name="connsiteY107" fmla="*/ 368510 h 6858000"/>
                <a:gd name="connsiteX108" fmla="*/ 4017774 w 6091008"/>
                <a:gd name="connsiteY108" fmla="*/ 161674 h 6858000"/>
                <a:gd name="connsiteX109" fmla="*/ 3761542 w 6091008"/>
                <a:gd name="connsiteY109" fmla="*/ 19860 h 6858000"/>
                <a:gd name="connsiteX110" fmla="*/ 3727185 w 6091008"/>
                <a:gd name="connsiteY110" fmla="*/ 6533 h 6858000"/>
                <a:gd name="connsiteX111" fmla="*/ 1325680 w 6091008"/>
                <a:gd name="connsiteY111" fmla="*/ 0 h 6858000"/>
                <a:gd name="connsiteX112" fmla="*/ 2347354 w 6091008"/>
                <a:gd name="connsiteY112" fmla="*/ 0 h 6858000"/>
                <a:gd name="connsiteX113" fmla="*/ 2262734 w 6091008"/>
                <a:gd name="connsiteY113" fmla="*/ 20581 h 6858000"/>
                <a:gd name="connsiteX114" fmla="*/ 1969830 w 6091008"/>
                <a:gd name="connsiteY114" fmla="*/ 118108 h 6858000"/>
                <a:gd name="connsiteX115" fmla="*/ 1897367 w 6091008"/>
                <a:gd name="connsiteY115" fmla="*/ 145059 h 6858000"/>
                <a:gd name="connsiteX116" fmla="*/ 1825860 w 6091008"/>
                <a:gd name="connsiteY116" fmla="*/ 175210 h 6858000"/>
                <a:gd name="connsiteX117" fmla="*/ 1754258 w 6091008"/>
                <a:gd name="connsiteY117" fmla="*/ 204746 h 6858000"/>
                <a:gd name="connsiteX118" fmla="*/ 1683442 w 6091008"/>
                <a:gd name="connsiteY118" fmla="*/ 237143 h 6858000"/>
                <a:gd name="connsiteX119" fmla="*/ 1612330 w 6091008"/>
                <a:gd name="connsiteY119" fmla="*/ 268724 h 6858000"/>
                <a:gd name="connsiteX120" fmla="*/ 1542244 w 6091008"/>
                <a:gd name="connsiteY120" fmla="*/ 303229 h 6858000"/>
                <a:gd name="connsiteX121" fmla="*/ 1471990 w 6091008"/>
                <a:gd name="connsiteY121" fmla="*/ 337395 h 6858000"/>
                <a:gd name="connsiteX122" fmla="*/ 1402813 w 6091008"/>
                <a:gd name="connsiteY122" fmla="*/ 374794 h 6858000"/>
                <a:gd name="connsiteX123" fmla="*/ 1333886 w 6091008"/>
                <a:gd name="connsiteY123" fmla="*/ 412702 h 6858000"/>
                <a:gd name="connsiteX124" fmla="*/ 1266278 w 6091008"/>
                <a:gd name="connsiteY124" fmla="*/ 453907 h 6858000"/>
                <a:gd name="connsiteX125" fmla="*/ 1199136 w 6091008"/>
                <a:gd name="connsiteY125" fmla="*/ 496266 h 6858000"/>
                <a:gd name="connsiteX126" fmla="*/ 1182302 w 6091008"/>
                <a:gd name="connsiteY126" fmla="*/ 506917 h 6858000"/>
                <a:gd name="connsiteX127" fmla="*/ 1166009 w 6091008"/>
                <a:gd name="connsiteY127" fmla="*/ 518449 h 6858000"/>
                <a:gd name="connsiteX128" fmla="*/ 1133302 w 6091008"/>
                <a:gd name="connsiteY128" fmla="*/ 541479 h 6858000"/>
                <a:gd name="connsiteX129" fmla="*/ 1067923 w 6091008"/>
                <a:gd name="connsiteY129" fmla="*/ 587403 h 6858000"/>
                <a:gd name="connsiteX130" fmla="*/ 1051509 w 6091008"/>
                <a:gd name="connsiteY130" fmla="*/ 598902 h 6858000"/>
                <a:gd name="connsiteX131" fmla="*/ 1035673 w 6091008"/>
                <a:gd name="connsiteY131" fmla="*/ 611145 h 6858000"/>
                <a:gd name="connsiteX132" fmla="*/ 1003878 w 6091008"/>
                <a:gd name="connsiteY132" fmla="*/ 635598 h 6858000"/>
                <a:gd name="connsiteX133" fmla="*/ 877673 w 6091008"/>
                <a:gd name="connsiteY133" fmla="*/ 735582 h 6858000"/>
                <a:gd name="connsiteX134" fmla="*/ 417533 w 6091008"/>
                <a:gd name="connsiteY134" fmla="*/ 1198720 h 6858000"/>
                <a:gd name="connsiteX135" fmla="*/ 54935 w 6091008"/>
                <a:gd name="connsiteY135" fmla="*/ 1756293 h 6858000"/>
                <a:gd name="connsiteX136" fmla="*/ 17844 w 6091008"/>
                <a:gd name="connsiteY136" fmla="*/ 1831433 h 6858000"/>
                <a:gd name="connsiteX137" fmla="*/ 0 w 6091008"/>
                <a:gd name="connsiteY137" fmla="*/ 1869131 h 6858000"/>
                <a:gd name="connsiteX138" fmla="*/ 0 w 6091008"/>
                <a:gd name="connsiteY138" fmla="*/ 1198550 h 6858000"/>
                <a:gd name="connsiteX139" fmla="*/ 185957 w 6091008"/>
                <a:gd name="connsiteY139" fmla="*/ 961506 h 6858000"/>
                <a:gd name="connsiteX140" fmla="*/ 689746 w 6091008"/>
                <a:gd name="connsiteY140" fmla="*/ 447064 h 6858000"/>
                <a:gd name="connsiteX141" fmla="*/ 827126 w 6091008"/>
                <a:gd name="connsiteY141" fmla="*/ 333881 h 6858000"/>
                <a:gd name="connsiteX142" fmla="*/ 968997 w 6091008"/>
                <a:gd name="connsiteY142" fmla="*/ 228085 h 6858000"/>
                <a:gd name="connsiteX143" fmla="*/ 1004883 w 6091008"/>
                <a:gd name="connsiteY143" fmla="*/ 202373 h 6858000"/>
                <a:gd name="connsiteX144" fmla="*/ 1022826 w 6091008"/>
                <a:gd name="connsiteY144" fmla="*/ 189517 h 6858000"/>
                <a:gd name="connsiteX145" fmla="*/ 1041187 w 6091008"/>
                <a:gd name="connsiteY145" fmla="*/ 177509 h 6858000"/>
                <a:gd name="connsiteX146" fmla="*/ 1114760 w 6091008"/>
                <a:gd name="connsiteY146" fmla="*/ 129512 h 6858000"/>
                <a:gd name="connsiteX147" fmla="*/ 1188498 w 6091008"/>
                <a:gd name="connsiteY147" fmla="*/ 81854 h 6858000"/>
                <a:gd name="connsiteX148" fmla="*/ 1263461 w 6091008"/>
                <a:gd name="connsiteY148" fmla="*/ 368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91008" h="6858000">
                  <a:moveTo>
                    <a:pt x="0" y="5476844"/>
                  </a:moveTo>
                  <a:lnTo>
                    <a:pt x="15220" y="5501668"/>
                  </a:lnTo>
                  <a:cubicBezTo>
                    <a:pt x="69097" y="5585141"/>
                    <a:pt x="130925" y="5654403"/>
                    <a:pt x="198940" y="5717964"/>
                  </a:cubicBezTo>
                  <a:lnTo>
                    <a:pt x="251499" y="5763842"/>
                  </a:lnTo>
                  <a:lnTo>
                    <a:pt x="308460" y="5806337"/>
                  </a:lnTo>
                  <a:cubicBezTo>
                    <a:pt x="326685" y="5820934"/>
                    <a:pt x="348384" y="5833667"/>
                    <a:pt x="368305" y="5847248"/>
                  </a:cubicBezTo>
                  <a:cubicBezTo>
                    <a:pt x="388782" y="5860683"/>
                    <a:pt x="408424" y="5874336"/>
                    <a:pt x="430451" y="5887305"/>
                  </a:cubicBezTo>
                  <a:cubicBezTo>
                    <a:pt x="601703" y="5991186"/>
                    <a:pt x="792871" y="6091279"/>
                    <a:pt x="975811" y="6205653"/>
                  </a:cubicBezTo>
                  <a:cubicBezTo>
                    <a:pt x="1159565" y="6318920"/>
                    <a:pt x="1337666" y="6443625"/>
                    <a:pt x="1510250" y="6575390"/>
                  </a:cubicBezTo>
                  <a:cubicBezTo>
                    <a:pt x="1658997" y="6690317"/>
                    <a:pt x="1824862" y="6774210"/>
                    <a:pt x="2002437" y="6825029"/>
                  </a:cubicBezTo>
                  <a:cubicBezTo>
                    <a:pt x="2046812" y="6837803"/>
                    <a:pt x="2091936" y="6848385"/>
                    <a:pt x="2137670" y="6856874"/>
                  </a:cubicBezTo>
                  <a:lnTo>
                    <a:pt x="2145778" y="6858000"/>
                  </a:lnTo>
                  <a:lnTo>
                    <a:pt x="1098858" y="6858000"/>
                  </a:lnTo>
                  <a:lnTo>
                    <a:pt x="1004166" y="6786858"/>
                  </a:lnTo>
                  <a:cubicBezTo>
                    <a:pt x="920997" y="6725805"/>
                    <a:pt x="837118" y="6666016"/>
                    <a:pt x="751974" y="6608169"/>
                  </a:cubicBezTo>
                  <a:lnTo>
                    <a:pt x="623305" y="6522172"/>
                  </a:lnTo>
                  <a:lnTo>
                    <a:pt x="492346" y="6437477"/>
                  </a:lnTo>
                  <a:lnTo>
                    <a:pt x="358536" y="6352312"/>
                  </a:lnTo>
                  <a:lnTo>
                    <a:pt x="290710" y="6308820"/>
                  </a:lnTo>
                  <a:lnTo>
                    <a:pt x="221792" y="6263122"/>
                  </a:lnTo>
                  <a:cubicBezTo>
                    <a:pt x="198889" y="6248595"/>
                    <a:pt x="175526" y="6231442"/>
                    <a:pt x="152460" y="6215106"/>
                  </a:cubicBezTo>
                  <a:cubicBezTo>
                    <a:pt x="129301" y="6198154"/>
                    <a:pt x="105988" y="6183223"/>
                    <a:pt x="83055" y="6163978"/>
                  </a:cubicBezTo>
                  <a:lnTo>
                    <a:pt x="14161" y="6109014"/>
                  </a:lnTo>
                  <a:lnTo>
                    <a:pt x="0" y="6096195"/>
                  </a:lnTo>
                  <a:close/>
                  <a:moveTo>
                    <a:pt x="3707444" y="0"/>
                  </a:moveTo>
                  <a:lnTo>
                    <a:pt x="4265528" y="0"/>
                  </a:lnTo>
                  <a:lnTo>
                    <a:pt x="4291472" y="15596"/>
                  </a:lnTo>
                  <a:cubicBezTo>
                    <a:pt x="4339292" y="47637"/>
                    <a:pt x="4385917" y="82210"/>
                    <a:pt x="4431124" y="119052"/>
                  </a:cubicBezTo>
                  <a:cubicBezTo>
                    <a:pt x="4612085" y="266897"/>
                    <a:pt x="4766658" y="451392"/>
                    <a:pt x="4899570" y="643769"/>
                  </a:cubicBezTo>
                  <a:cubicBezTo>
                    <a:pt x="5032421" y="836866"/>
                    <a:pt x="5144168" y="1037706"/>
                    <a:pt x="5247925" y="1232134"/>
                  </a:cubicBezTo>
                  <a:cubicBezTo>
                    <a:pt x="5299886" y="1329516"/>
                    <a:pt x="5349860" y="1425631"/>
                    <a:pt x="5401234" y="1518442"/>
                  </a:cubicBezTo>
                  <a:lnTo>
                    <a:pt x="5480921" y="1662114"/>
                  </a:lnTo>
                  <a:cubicBezTo>
                    <a:pt x="5508162" y="1711659"/>
                    <a:pt x="5535098" y="1761858"/>
                    <a:pt x="5561804" y="1812436"/>
                  </a:cubicBezTo>
                  <a:cubicBezTo>
                    <a:pt x="5668394" y="2015131"/>
                    <a:pt x="5769309" y="2228374"/>
                    <a:pt x="5855037" y="2457716"/>
                  </a:cubicBezTo>
                  <a:cubicBezTo>
                    <a:pt x="5940757" y="2686612"/>
                    <a:pt x="6011031" y="2932566"/>
                    <a:pt x="6052254" y="3193699"/>
                  </a:cubicBezTo>
                  <a:cubicBezTo>
                    <a:pt x="6093625" y="3454283"/>
                    <a:pt x="6103924" y="3730828"/>
                    <a:pt x="6073151" y="4004612"/>
                  </a:cubicBezTo>
                  <a:lnTo>
                    <a:pt x="6067309" y="4055890"/>
                  </a:lnTo>
                  <a:cubicBezTo>
                    <a:pt x="6065066" y="4072953"/>
                    <a:pt x="6062462" y="4089919"/>
                    <a:pt x="6059979" y="4106917"/>
                  </a:cubicBezTo>
                  <a:lnTo>
                    <a:pt x="6052371" y="4158016"/>
                  </a:lnTo>
                  <a:cubicBezTo>
                    <a:pt x="6049766" y="4174982"/>
                    <a:pt x="6046401" y="4191890"/>
                    <a:pt x="6043434" y="4208759"/>
                  </a:cubicBezTo>
                  <a:cubicBezTo>
                    <a:pt x="6037102" y="4242536"/>
                    <a:pt x="6031011" y="4276380"/>
                    <a:pt x="6023229" y="4309769"/>
                  </a:cubicBezTo>
                  <a:cubicBezTo>
                    <a:pt x="6015690" y="4343223"/>
                    <a:pt x="6008874" y="4376870"/>
                    <a:pt x="5999922" y="4409799"/>
                  </a:cubicBezTo>
                  <a:lnTo>
                    <a:pt x="5987157" y="4459369"/>
                  </a:lnTo>
                  <a:cubicBezTo>
                    <a:pt x="5982945" y="4476053"/>
                    <a:pt x="5978687" y="4492427"/>
                    <a:pt x="5973731" y="4508027"/>
                  </a:cubicBezTo>
                  <a:lnTo>
                    <a:pt x="5944653" y="4602538"/>
                  </a:lnTo>
                  <a:lnTo>
                    <a:pt x="5915334" y="4696982"/>
                  </a:lnTo>
                  <a:cubicBezTo>
                    <a:pt x="5905346" y="4728457"/>
                    <a:pt x="5892944" y="4759283"/>
                    <a:pt x="5881786" y="4790295"/>
                  </a:cubicBezTo>
                  <a:cubicBezTo>
                    <a:pt x="5791737" y="5038923"/>
                    <a:pt x="5677271" y="5280123"/>
                    <a:pt x="5539609" y="5504511"/>
                  </a:cubicBezTo>
                  <a:lnTo>
                    <a:pt x="5432400" y="5669348"/>
                  </a:lnTo>
                  <a:cubicBezTo>
                    <a:pt x="5423763" y="5683225"/>
                    <a:pt x="5413823" y="5696165"/>
                    <a:pt x="5404330" y="5709372"/>
                  </a:cubicBezTo>
                  <a:lnTo>
                    <a:pt x="5375525" y="5748757"/>
                  </a:lnTo>
                  <a:lnTo>
                    <a:pt x="5317831" y="5827355"/>
                  </a:lnTo>
                  <a:cubicBezTo>
                    <a:pt x="5308217" y="5840529"/>
                    <a:pt x="5298639" y="5853567"/>
                    <a:pt x="5288208" y="5865932"/>
                  </a:cubicBezTo>
                  <a:cubicBezTo>
                    <a:pt x="5283153" y="5872232"/>
                    <a:pt x="5278509" y="5878936"/>
                    <a:pt x="5273251" y="5885035"/>
                  </a:cubicBezTo>
                  <a:cubicBezTo>
                    <a:pt x="5267908" y="5890963"/>
                    <a:pt x="5262120" y="5896624"/>
                    <a:pt x="5256656" y="5902520"/>
                  </a:cubicBezTo>
                  <a:lnTo>
                    <a:pt x="5189858" y="5971616"/>
                  </a:lnTo>
                  <a:cubicBezTo>
                    <a:pt x="5178681" y="5982899"/>
                    <a:pt x="5167959" y="5994892"/>
                    <a:pt x="5156287" y="6005600"/>
                  </a:cubicBezTo>
                  <a:lnTo>
                    <a:pt x="5121598" y="6037962"/>
                  </a:lnTo>
                  <a:lnTo>
                    <a:pt x="5051798" y="6101838"/>
                  </a:lnTo>
                  <a:cubicBezTo>
                    <a:pt x="4864110" y="6268956"/>
                    <a:pt x="4663874" y="6407541"/>
                    <a:pt x="4463594" y="6532280"/>
                  </a:cubicBezTo>
                  <a:cubicBezTo>
                    <a:pt x="4438472" y="6547774"/>
                    <a:pt x="4413434" y="6563439"/>
                    <a:pt x="4388637" y="6579169"/>
                  </a:cubicBezTo>
                  <a:lnTo>
                    <a:pt x="4312856" y="6623337"/>
                  </a:lnTo>
                  <a:lnTo>
                    <a:pt x="4237558" y="6667632"/>
                  </a:lnTo>
                  <a:cubicBezTo>
                    <a:pt x="4212548" y="6682715"/>
                    <a:pt x="4186842" y="6695553"/>
                    <a:pt x="4161774" y="6709883"/>
                  </a:cubicBezTo>
                  <a:cubicBezTo>
                    <a:pt x="4111167" y="6737392"/>
                    <a:pt x="4061123" y="6766670"/>
                    <a:pt x="4010448" y="6792981"/>
                  </a:cubicBezTo>
                  <a:cubicBezTo>
                    <a:pt x="3985322" y="6806562"/>
                    <a:pt x="3960037" y="6820248"/>
                    <a:pt x="3935163" y="6834338"/>
                  </a:cubicBezTo>
                  <a:lnTo>
                    <a:pt x="3892887" y="6858000"/>
                  </a:lnTo>
                  <a:lnTo>
                    <a:pt x="2743942" y="6858000"/>
                  </a:lnTo>
                  <a:lnTo>
                    <a:pt x="2852577" y="6838910"/>
                  </a:lnTo>
                  <a:cubicBezTo>
                    <a:pt x="2949686" y="6818527"/>
                    <a:pt x="3046805" y="6791706"/>
                    <a:pt x="3143255" y="6759775"/>
                  </a:cubicBezTo>
                  <a:cubicBezTo>
                    <a:pt x="3239807" y="6727945"/>
                    <a:pt x="3335416" y="6689975"/>
                    <a:pt x="3430899" y="6650056"/>
                  </a:cubicBezTo>
                  <a:cubicBezTo>
                    <a:pt x="3526299" y="6609969"/>
                    <a:pt x="3621242" y="6565786"/>
                    <a:pt x="3713289" y="6514054"/>
                  </a:cubicBezTo>
                  <a:cubicBezTo>
                    <a:pt x="3805137" y="6460650"/>
                    <a:pt x="3895762" y="6401178"/>
                    <a:pt x="3981228" y="6334878"/>
                  </a:cubicBezTo>
                  <a:cubicBezTo>
                    <a:pt x="4024934" y="6303166"/>
                    <a:pt x="4066572" y="6268544"/>
                    <a:pt x="4107885" y="6233689"/>
                  </a:cubicBezTo>
                  <a:cubicBezTo>
                    <a:pt x="4128602" y="6216277"/>
                    <a:pt x="4149365" y="6199173"/>
                    <a:pt x="4169795" y="6181389"/>
                  </a:cubicBezTo>
                  <a:cubicBezTo>
                    <a:pt x="4189729" y="6163032"/>
                    <a:pt x="4209542" y="6144643"/>
                    <a:pt x="4229189" y="6125914"/>
                  </a:cubicBezTo>
                  <a:cubicBezTo>
                    <a:pt x="4387326" y="5978255"/>
                    <a:pt x="4528049" y="5812977"/>
                    <a:pt x="4652064" y="5641457"/>
                  </a:cubicBezTo>
                  <a:lnTo>
                    <a:pt x="4697555" y="5576516"/>
                  </a:lnTo>
                  <a:lnTo>
                    <a:pt x="4720492" y="5544537"/>
                  </a:lnTo>
                  <a:cubicBezTo>
                    <a:pt x="4728246" y="5533956"/>
                    <a:pt x="4734819" y="5522469"/>
                    <a:pt x="4741922" y="5511420"/>
                  </a:cubicBezTo>
                  <a:lnTo>
                    <a:pt x="4784179" y="5445022"/>
                  </a:lnTo>
                  <a:cubicBezTo>
                    <a:pt x="4787730" y="5439497"/>
                    <a:pt x="4791161" y="5433940"/>
                    <a:pt x="4794796" y="5428584"/>
                  </a:cubicBezTo>
                  <a:cubicBezTo>
                    <a:pt x="4798637" y="5423432"/>
                    <a:pt x="4803091" y="5418884"/>
                    <a:pt x="4807173" y="5413795"/>
                  </a:cubicBezTo>
                  <a:cubicBezTo>
                    <a:pt x="4815384" y="5403926"/>
                    <a:pt x="4822656" y="5393214"/>
                    <a:pt x="4830010" y="5382674"/>
                  </a:cubicBezTo>
                  <a:lnTo>
                    <a:pt x="4874298" y="5319323"/>
                  </a:lnTo>
                  <a:lnTo>
                    <a:pt x="4896484" y="5287734"/>
                  </a:lnTo>
                  <a:cubicBezTo>
                    <a:pt x="4903839" y="5277191"/>
                    <a:pt x="4911520" y="5266885"/>
                    <a:pt x="4918019" y="5255673"/>
                  </a:cubicBezTo>
                  <a:lnTo>
                    <a:pt x="4999238" y="5124058"/>
                  </a:lnTo>
                  <a:cubicBezTo>
                    <a:pt x="5102559" y="4945225"/>
                    <a:pt x="5185787" y="4753943"/>
                    <a:pt x="5251271" y="4554965"/>
                  </a:cubicBezTo>
                  <a:cubicBezTo>
                    <a:pt x="5259371" y="4530051"/>
                    <a:pt x="5268846" y="4505799"/>
                    <a:pt x="5276136" y="4480521"/>
                  </a:cubicBezTo>
                  <a:lnTo>
                    <a:pt x="5297442" y="4404389"/>
                  </a:lnTo>
                  <a:lnTo>
                    <a:pt x="5318953" y="4328458"/>
                  </a:lnTo>
                  <a:cubicBezTo>
                    <a:pt x="5322895" y="4315679"/>
                    <a:pt x="5325929" y="4303390"/>
                    <a:pt x="5328684" y="4291175"/>
                  </a:cubicBezTo>
                  <a:lnTo>
                    <a:pt x="5337470" y="4254522"/>
                  </a:lnTo>
                  <a:cubicBezTo>
                    <a:pt x="5343899" y="4230045"/>
                    <a:pt x="5348129" y="4205565"/>
                    <a:pt x="5353277" y="4181038"/>
                  </a:cubicBezTo>
                  <a:cubicBezTo>
                    <a:pt x="5358786" y="4156608"/>
                    <a:pt x="5362533" y="4132000"/>
                    <a:pt x="5366762" y="4107520"/>
                  </a:cubicBezTo>
                  <a:cubicBezTo>
                    <a:pt x="5368877" y="4095280"/>
                    <a:pt x="5371390" y="4083000"/>
                    <a:pt x="5373105" y="4070802"/>
                  </a:cubicBezTo>
                  <a:lnTo>
                    <a:pt x="5378288" y="4034066"/>
                  </a:lnTo>
                  <a:lnTo>
                    <a:pt x="5383471" y="3997331"/>
                  </a:lnTo>
                  <a:lnTo>
                    <a:pt x="5387373" y="3960547"/>
                  </a:lnTo>
                  <a:cubicBezTo>
                    <a:pt x="5408513" y="3764258"/>
                    <a:pt x="5404752" y="3567184"/>
                    <a:pt x="5375699" y="3369810"/>
                  </a:cubicBezTo>
                  <a:cubicBezTo>
                    <a:pt x="5347044" y="3172396"/>
                    <a:pt x="5293473" y="2975222"/>
                    <a:pt x="5225695" y="2777923"/>
                  </a:cubicBezTo>
                  <a:cubicBezTo>
                    <a:pt x="5157675" y="2580560"/>
                    <a:pt x="5075729" y="2382997"/>
                    <a:pt x="4989893" y="2181595"/>
                  </a:cubicBezTo>
                  <a:lnTo>
                    <a:pt x="4856777" y="1872581"/>
                  </a:lnTo>
                  <a:cubicBezTo>
                    <a:pt x="4811108" y="1763784"/>
                    <a:pt x="4768691" y="1655416"/>
                    <a:pt x="4729367" y="1547581"/>
                  </a:cubicBezTo>
                  <a:cubicBezTo>
                    <a:pt x="4650320" y="1331954"/>
                    <a:pt x="4585048" y="1118545"/>
                    <a:pt x="4510575" y="917244"/>
                  </a:cubicBezTo>
                  <a:cubicBezTo>
                    <a:pt x="4473339" y="816594"/>
                    <a:pt x="4433491" y="718925"/>
                    <a:pt x="4387446" y="626512"/>
                  </a:cubicBezTo>
                  <a:cubicBezTo>
                    <a:pt x="4341559" y="533993"/>
                    <a:pt x="4289352" y="446701"/>
                    <a:pt x="4227716" y="368510"/>
                  </a:cubicBezTo>
                  <a:cubicBezTo>
                    <a:pt x="4166554" y="290006"/>
                    <a:pt x="4096194" y="220222"/>
                    <a:pt x="4017774" y="161674"/>
                  </a:cubicBezTo>
                  <a:cubicBezTo>
                    <a:pt x="3939391" y="102989"/>
                    <a:pt x="3853034" y="55709"/>
                    <a:pt x="3761542" y="19860"/>
                  </a:cubicBezTo>
                  <a:lnTo>
                    <a:pt x="3727185" y="6533"/>
                  </a:lnTo>
                  <a:close/>
                  <a:moveTo>
                    <a:pt x="1325680" y="0"/>
                  </a:moveTo>
                  <a:lnTo>
                    <a:pt x="2347354" y="0"/>
                  </a:lnTo>
                  <a:lnTo>
                    <a:pt x="2262734" y="20581"/>
                  </a:lnTo>
                  <a:cubicBezTo>
                    <a:pt x="2164073" y="49233"/>
                    <a:pt x="2066423" y="82020"/>
                    <a:pt x="1969830" y="118108"/>
                  </a:cubicBezTo>
                  <a:cubicBezTo>
                    <a:pt x="1945675" y="127092"/>
                    <a:pt x="1921391" y="135598"/>
                    <a:pt x="1897367" y="145059"/>
                  </a:cubicBezTo>
                  <a:cubicBezTo>
                    <a:pt x="1873522" y="155302"/>
                    <a:pt x="1849679" y="165546"/>
                    <a:pt x="1825860" y="175210"/>
                  </a:cubicBezTo>
                  <a:lnTo>
                    <a:pt x="1754258" y="204746"/>
                  </a:lnTo>
                  <a:lnTo>
                    <a:pt x="1683442" y="237143"/>
                  </a:lnTo>
                  <a:cubicBezTo>
                    <a:pt x="1659851" y="247896"/>
                    <a:pt x="1636127" y="258172"/>
                    <a:pt x="1612330" y="268724"/>
                  </a:cubicBezTo>
                  <a:lnTo>
                    <a:pt x="1542244" y="303229"/>
                  </a:lnTo>
                  <a:lnTo>
                    <a:pt x="1471990" y="337395"/>
                  </a:lnTo>
                  <a:cubicBezTo>
                    <a:pt x="1448660" y="349103"/>
                    <a:pt x="1425927" y="362441"/>
                    <a:pt x="1402813" y="374794"/>
                  </a:cubicBezTo>
                  <a:lnTo>
                    <a:pt x="1333886" y="412702"/>
                  </a:lnTo>
                  <a:cubicBezTo>
                    <a:pt x="1310940" y="425394"/>
                    <a:pt x="1288842" y="440228"/>
                    <a:pt x="1266278" y="453907"/>
                  </a:cubicBezTo>
                  <a:lnTo>
                    <a:pt x="1199136" y="496266"/>
                  </a:lnTo>
                  <a:lnTo>
                    <a:pt x="1182302" y="506917"/>
                  </a:lnTo>
                  <a:lnTo>
                    <a:pt x="1166009" y="518449"/>
                  </a:lnTo>
                  <a:lnTo>
                    <a:pt x="1133302" y="541479"/>
                  </a:lnTo>
                  <a:lnTo>
                    <a:pt x="1067923" y="587403"/>
                  </a:lnTo>
                  <a:lnTo>
                    <a:pt x="1051509" y="598902"/>
                  </a:lnTo>
                  <a:lnTo>
                    <a:pt x="1035673" y="611145"/>
                  </a:lnTo>
                  <a:lnTo>
                    <a:pt x="1003878" y="635598"/>
                  </a:lnTo>
                  <a:cubicBezTo>
                    <a:pt x="961473" y="668248"/>
                    <a:pt x="918407" y="699983"/>
                    <a:pt x="877673" y="735582"/>
                  </a:cubicBezTo>
                  <a:cubicBezTo>
                    <a:pt x="711850" y="872792"/>
                    <a:pt x="555901" y="1026776"/>
                    <a:pt x="417533" y="1198720"/>
                  </a:cubicBezTo>
                  <a:cubicBezTo>
                    <a:pt x="278999" y="1370325"/>
                    <a:pt x="156917" y="1557820"/>
                    <a:pt x="54935" y="1756293"/>
                  </a:cubicBezTo>
                  <a:lnTo>
                    <a:pt x="17844" y="1831433"/>
                  </a:lnTo>
                  <a:lnTo>
                    <a:pt x="0" y="1869131"/>
                  </a:lnTo>
                  <a:lnTo>
                    <a:pt x="0" y="1198550"/>
                  </a:lnTo>
                  <a:lnTo>
                    <a:pt x="185957" y="961506"/>
                  </a:lnTo>
                  <a:cubicBezTo>
                    <a:pt x="342426" y="776600"/>
                    <a:pt x="509755" y="602849"/>
                    <a:pt x="689746" y="447064"/>
                  </a:cubicBezTo>
                  <a:cubicBezTo>
                    <a:pt x="733932" y="406795"/>
                    <a:pt x="780859" y="370795"/>
                    <a:pt x="827126" y="333881"/>
                  </a:cubicBezTo>
                  <a:cubicBezTo>
                    <a:pt x="872886" y="295949"/>
                    <a:pt x="921195" y="262526"/>
                    <a:pt x="968997" y="228085"/>
                  </a:cubicBezTo>
                  <a:lnTo>
                    <a:pt x="1004883" y="202373"/>
                  </a:lnTo>
                  <a:lnTo>
                    <a:pt x="1022826" y="189517"/>
                  </a:lnTo>
                  <a:lnTo>
                    <a:pt x="1041187" y="177509"/>
                  </a:lnTo>
                  <a:lnTo>
                    <a:pt x="1114760" y="129512"/>
                  </a:lnTo>
                  <a:cubicBezTo>
                    <a:pt x="1139435" y="113750"/>
                    <a:pt x="1163439" y="96630"/>
                    <a:pt x="1188498" y="81854"/>
                  </a:cubicBezTo>
                  <a:lnTo>
                    <a:pt x="1263461" y="36880"/>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D01D44A9-1D51-461B-A228-06F6C500B0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9"/>
              <a:ext cx="6055600" cy="6858000"/>
            </a:xfrm>
            <a:custGeom>
              <a:avLst/>
              <a:gdLst>
                <a:gd name="connsiteX0" fmla="*/ 0 w 6055600"/>
                <a:gd name="connsiteY0" fmla="*/ 5960220 h 6858000"/>
                <a:gd name="connsiteX1" fmla="*/ 36039 w 6055600"/>
                <a:gd name="connsiteY1" fmla="*/ 6002605 h 6858000"/>
                <a:gd name="connsiteX2" fmla="*/ 92950 w 6055600"/>
                <a:gd name="connsiteY2" fmla="*/ 6059050 h 6858000"/>
                <a:gd name="connsiteX3" fmla="*/ 153706 w 6055600"/>
                <a:gd name="connsiteY3" fmla="*/ 6111427 h 6858000"/>
                <a:gd name="connsiteX4" fmla="*/ 216806 w 6055600"/>
                <a:gd name="connsiteY4" fmla="*/ 6161603 h 6858000"/>
                <a:gd name="connsiteX5" fmla="*/ 281945 w 6055600"/>
                <a:gd name="connsiteY5" fmla="*/ 6209777 h 6858000"/>
                <a:gd name="connsiteX6" fmla="*/ 553337 w 6055600"/>
                <a:gd name="connsiteY6" fmla="*/ 6391500 h 6858000"/>
                <a:gd name="connsiteX7" fmla="*/ 690543 w 6055600"/>
                <a:gd name="connsiteY7" fmla="*/ 6481634 h 6858000"/>
                <a:gd name="connsiteX8" fmla="*/ 827127 w 6055600"/>
                <a:gd name="connsiteY8" fmla="*/ 6573159 h 6858000"/>
                <a:gd name="connsiteX9" fmla="*/ 1095915 w 6055600"/>
                <a:gd name="connsiteY9" fmla="*/ 6762202 h 6858000"/>
                <a:gd name="connsiteX10" fmla="*/ 1224853 w 6055600"/>
                <a:gd name="connsiteY10" fmla="*/ 6858000 h 6858000"/>
                <a:gd name="connsiteX11" fmla="*/ 1154072 w 6055600"/>
                <a:gd name="connsiteY11" fmla="*/ 6858000 h 6858000"/>
                <a:gd name="connsiteX12" fmla="*/ 1073489 w 6055600"/>
                <a:gd name="connsiteY12" fmla="*/ 6799140 h 6858000"/>
                <a:gd name="connsiteX13" fmla="*/ 800175 w 6055600"/>
                <a:gd name="connsiteY13" fmla="*/ 6620441 h 6858000"/>
                <a:gd name="connsiteX14" fmla="*/ 231518 w 6055600"/>
                <a:gd name="connsiteY14" fmla="*/ 6299323 h 6858000"/>
                <a:gd name="connsiteX15" fmla="*/ 160401 w 6055600"/>
                <a:gd name="connsiteY15" fmla="*/ 6256627 h 6858000"/>
                <a:gd name="connsiteX16" fmla="*/ 89697 w 6055600"/>
                <a:gd name="connsiteY16" fmla="*/ 6211916 h 6858000"/>
                <a:gd name="connsiteX17" fmla="*/ 20148 w 6055600"/>
                <a:gd name="connsiteY17" fmla="*/ 6163835 h 6858000"/>
                <a:gd name="connsiteX18" fmla="*/ 0 w 6055600"/>
                <a:gd name="connsiteY18" fmla="*/ 6147796 h 6858000"/>
                <a:gd name="connsiteX19" fmla="*/ 3748345 w 6055600"/>
                <a:gd name="connsiteY19" fmla="*/ 0 h 6858000"/>
                <a:gd name="connsiteX20" fmla="*/ 4277792 w 6055600"/>
                <a:gd name="connsiteY20" fmla="*/ 0 h 6858000"/>
                <a:gd name="connsiteX21" fmla="*/ 4339531 w 6055600"/>
                <a:gd name="connsiteY21" fmla="*/ 40262 h 6858000"/>
                <a:gd name="connsiteX22" fmla="*/ 4476306 w 6055600"/>
                <a:gd name="connsiteY22" fmla="*/ 153922 h 6858000"/>
                <a:gd name="connsiteX23" fmla="*/ 4713639 w 6055600"/>
                <a:gd name="connsiteY23" fmla="*/ 422076 h 6858000"/>
                <a:gd name="connsiteX24" fmla="*/ 4906991 w 6055600"/>
                <a:gd name="connsiteY24" fmla="*/ 723463 h 6858000"/>
                <a:gd name="connsiteX25" fmla="*/ 5070511 w 6055600"/>
                <a:gd name="connsiteY25" fmla="*/ 1037524 h 6858000"/>
                <a:gd name="connsiteX26" fmla="*/ 5219493 w 6055600"/>
                <a:gd name="connsiteY26" fmla="*/ 1352079 h 6858000"/>
                <a:gd name="connsiteX27" fmla="*/ 5367779 w 6055600"/>
                <a:gd name="connsiteY27" fmla="*/ 1658945 h 6858000"/>
                <a:gd name="connsiteX28" fmla="*/ 5446095 w 6055600"/>
                <a:gd name="connsiteY28" fmla="*/ 1811301 h 6858000"/>
                <a:gd name="connsiteX29" fmla="*/ 5525115 w 6055600"/>
                <a:gd name="connsiteY29" fmla="*/ 1967103 h 6858000"/>
                <a:gd name="connsiteX30" fmla="*/ 5816642 w 6055600"/>
                <a:gd name="connsiteY30" fmla="*/ 2618837 h 6858000"/>
                <a:gd name="connsiteX31" fmla="*/ 6015787 w 6055600"/>
                <a:gd name="connsiteY31" fmla="*/ 3339957 h 6858000"/>
                <a:gd name="connsiteX32" fmla="*/ 6054206 w 6055600"/>
                <a:gd name="connsiteY32" fmla="*/ 3727239 h 6858000"/>
                <a:gd name="connsiteX33" fmla="*/ 6039811 w 6055600"/>
                <a:gd name="connsiteY33" fmla="*/ 4122735 h 6858000"/>
                <a:gd name="connsiteX34" fmla="*/ 5971601 w 6055600"/>
                <a:gd name="connsiteY34" fmla="*/ 4514288 h 6858000"/>
                <a:gd name="connsiteX35" fmla="*/ 5946751 w 6055600"/>
                <a:gd name="connsiteY35" fmla="*/ 4609838 h 6858000"/>
                <a:gd name="connsiteX36" fmla="*/ 5919986 w 6055600"/>
                <a:gd name="connsiteY36" fmla="*/ 4703178 h 6858000"/>
                <a:gd name="connsiteX37" fmla="*/ 5890731 w 6055600"/>
                <a:gd name="connsiteY37" fmla="*/ 4795992 h 6858000"/>
                <a:gd name="connsiteX38" fmla="*/ 5859058 w 6055600"/>
                <a:gd name="connsiteY38" fmla="*/ 4888015 h 6858000"/>
                <a:gd name="connsiteX39" fmla="*/ 5525053 w 6055600"/>
                <a:gd name="connsiteY39" fmla="*/ 5588449 h 6858000"/>
                <a:gd name="connsiteX40" fmla="*/ 5058962 w 6055600"/>
                <a:gd name="connsiteY40" fmla="*/ 6189929 h 6858000"/>
                <a:gd name="connsiteX41" fmla="*/ 4787706 w 6055600"/>
                <a:gd name="connsiteY41" fmla="*/ 6442985 h 6858000"/>
                <a:gd name="connsiteX42" fmla="*/ 4498686 w 6055600"/>
                <a:gd name="connsiteY42" fmla="*/ 6663678 h 6858000"/>
                <a:gd name="connsiteX43" fmla="*/ 4197167 w 6055600"/>
                <a:gd name="connsiteY43" fmla="*/ 6854053 h 6858000"/>
                <a:gd name="connsiteX44" fmla="*/ 4189720 w 6055600"/>
                <a:gd name="connsiteY44" fmla="*/ 6858000 h 6858000"/>
                <a:gd name="connsiteX45" fmla="*/ 3651929 w 6055600"/>
                <a:gd name="connsiteY45" fmla="*/ 6858000 h 6858000"/>
                <a:gd name="connsiteX46" fmla="*/ 3789040 w 6055600"/>
                <a:gd name="connsiteY46" fmla="*/ 6778034 h 6858000"/>
                <a:gd name="connsiteX47" fmla="*/ 4335568 w 6055600"/>
                <a:gd name="connsiteY47" fmla="*/ 6382709 h 6858000"/>
                <a:gd name="connsiteX48" fmla="*/ 4586923 w 6055600"/>
                <a:gd name="connsiteY48" fmla="*/ 6158577 h 6858000"/>
                <a:gd name="connsiteX49" fmla="*/ 4819585 w 6055600"/>
                <a:gd name="connsiteY49" fmla="*/ 5915847 h 6858000"/>
                <a:gd name="connsiteX50" fmla="*/ 5214727 w 6055600"/>
                <a:gd name="connsiteY50" fmla="*/ 5371094 h 6858000"/>
                <a:gd name="connsiteX51" fmla="*/ 5495409 w 6055600"/>
                <a:gd name="connsiteY51" fmla="*/ 4752778 h 6858000"/>
                <a:gd name="connsiteX52" fmla="*/ 5522322 w 6055600"/>
                <a:gd name="connsiteY52" fmla="*/ 4671511 h 6858000"/>
                <a:gd name="connsiteX53" fmla="*/ 5547631 w 6055600"/>
                <a:gd name="connsiteY53" fmla="*/ 4589675 h 6858000"/>
                <a:gd name="connsiteX54" fmla="*/ 5570792 w 6055600"/>
                <a:gd name="connsiteY54" fmla="*/ 4506978 h 6858000"/>
                <a:gd name="connsiteX55" fmla="*/ 5591541 w 6055600"/>
                <a:gd name="connsiteY55" fmla="*/ 4425334 h 6858000"/>
                <a:gd name="connsiteX56" fmla="*/ 5649500 w 6055600"/>
                <a:gd name="connsiteY56" fmla="*/ 4097286 h 6858000"/>
                <a:gd name="connsiteX57" fmla="*/ 5637615 w 6055600"/>
                <a:gd name="connsiteY57" fmla="*/ 3437524 h 6858000"/>
                <a:gd name="connsiteX58" fmla="*/ 5475454 w 6055600"/>
                <a:gd name="connsiteY58" fmla="*/ 2791575 h 6858000"/>
                <a:gd name="connsiteX59" fmla="*/ 5217600 w 6055600"/>
                <a:gd name="connsiteY59" fmla="*/ 2164719 h 6858000"/>
                <a:gd name="connsiteX60" fmla="*/ 5144941 w 6055600"/>
                <a:gd name="connsiteY60" fmla="*/ 2009490 h 6858000"/>
                <a:gd name="connsiteX61" fmla="*/ 5070052 w 6055600"/>
                <a:gd name="connsiteY61" fmla="*/ 1851823 h 6858000"/>
                <a:gd name="connsiteX62" fmla="*/ 4926984 w 6055600"/>
                <a:gd name="connsiteY62" fmla="*/ 1529226 h 6858000"/>
                <a:gd name="connsiteX63" fmla="*/ 4790925 w 6055600"/>
                <a:gd name="connsiteY63" fmla="*/ 1209923 h 6858000"/>
                <a:gd name="connsiteX64" fmla="*/ 4650559 w 6055600"/>
                <a:gd name="connsiteY64" fmla="*/ 902490 h 6858000"/>
                <a:gd name="connsiteX65" fmla="*/ 4491930 w 6055600"/>
                <a:gd name="connsiteY65" fmla="*/ 616919 h 6858000"/>
                <a:gd name="connsiteX66" fmla="*/ 4302323 w 6055600"/>
                <a:gd name="connsiteY66" fmla="*/ 366083 h 6858000"/>
                <a:gd name="connsiteX67" fmla="*/ 4072203 w 6055600"/>
                <a:gd name="connsiteY67" fmla="*/ 164982 h 6858000"/>
                <a:gd name="connsiteX68" fmla="*/ 3803964 w 6055600"/>
                <a:gd name="connsiteY68" fmla="*/ 21052 h 6858000"/>
                <a:gd name="connsiteX69" fmla="*/ 3768314 w 6055600"/>
                <a:gd name="connsiteY69" fmla="*/ 6826 h 6858000"/>
                <a:gd name="connsiteX70" fmla="*/ 1589779 w 6055600"/>
                <a:gd name="connsiteY70" fmla="*/ 0 h 6858000"/>
                <a:gd name="connsiteX71" fmla="*/ 1918056 w 6055600"/>
                <a:gd name="connsiteY71" fmla="*/ 0 h 6858000"/>
                <a:gd name="connsiteX72" fmla="*/ 1764243 w 6055600"/>
                <a:gd name="connsiteY72" fmla="*/ 55145 h 6858000"/>
                <a:gd name="connsiteX73" fmla="*/ 1313330 w 6055600"/>
                <a:gd name="connsiteY73" fmla="*/ 274424 h 6858000"/>
                <a:gd name="connsiteX74" fmla="*/ 295673 w 6055600"/>
                <a:gd name="connsiteY74" fmla="*/ 1187630 h 6858000"/>
                <a:gd name="connsiteX75" fmla="*/ 96207 w 6055600"/>
                <a:gd name="connsiteY75" fmla="*/ 1474327 h 6858000"/>
                <a:gd name="connsiteX76" fmla="*/ 0 w 6055600"/>
                <a:gd name="connsiteY76" fmla="*/ 1641460 h 6858000"/>
                <a:gd name="connsiteX77" fmla="*/ 0 w 6055600"/>
                <a:gd name="connsiteY77" fmla="*/ 1224218 h 6858000"/>
                <a:gd name="connsiteX78" fmla="*/ 150937 w 6055600"/>
                <a:gd name="connsiteY78" fmla="*/ 1040975 h 6858000"/>
                <a:gd name="connsiteX79" fmla="*/ 1264907 w 6055600"/>
                <a:gd name="connsiteY79" fmla="*/ 158248 h 6858000"/>
                <a:gd name="connsiteX80" fmla="*/ 1575167 w 6055600"/>
                <a:gd name="connsiteY80" fmla="*/ 56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055600" h="6858000">
                  <a:moveTo>
                    <a:pt x="0" y="5960220"/>
                  </a:moveTo>
                  <a:lnTo>
                    <a:pt x="36039" y="6002605"/>
                  </a:lnTo>
                  <a:cubicBezTo>
                    <a:pt x="54896" y="6021530"/>
                    <a:pt x="73635" y="6040425"/>
                    <a:pt x="92950" y="6059050"/>
                  </a:cubicBezTo>
                  <a:lnTo>
                    <a:pt x="153706" y="6111427"/>
                  </a:lnTo>
                  <a:cubicBezTo>
                    <a:pt x="173546" y="6129485"/>
                    <a:pt x="195722" y="6144912"/>
                    <a:pt x="216806" y="6161603"/>
                  </a:cubicBezTo>
                  <a:cubicBezTo>
                    <a:pt x="238229" y="6177961"/>
                    <a:pt x="259466" y="6194551"/>
                    <a:pt x="281945" y="6209777"/>
                  </a:cubicBezTo>
                  <a:cubicBezTo>
                    <a:pt x="369940" y="6272709"/>
                    <a:pt x="461791" y="6332004"/>
                    <a:pt x="553337" y="6391500"/>
                  </a:cubicBezTo>
                  <a:lnTo>
                    <a:pt x="690543" y="6481634"/>
                  </a:lnTo>
                  <a:lnTo>
                    <a:pt x="827127" y="6573159"/>
                  </a:lnTo>
                  <a:cubicBezTo>
                    <a:pt x="917674" y="6634511"/>
                    <a:pt x="1007156" y="6697737"/>
                    <a:pt x="1095915" y="6762202"/>
                  </a:cubicBezTo>
                  <a:lnTo>
                    <a:pt x="1224853" y="6858000"/>
                  </a:lnTo>
                  <a:lnTo>
                    <a:pt x="1154072" y="6858000"/>
                  </a:lnTo>
                  <a:lnTo>
                    <a:pt x="1073489" y="6799140"/>
                  </a:lnTo>
                  <a:cubicBezTo>
                    <a:pt x="983882" y="6736908"/>
                    <a:pt x="892851" y="6677125"/>
                    <a:pt x="800175" y="6620441"/>
                  </a:cubicBezTo>
                  <a:cubicBezTo>
                    <a:pt x="615108" y="6506015"/>
                    <a:pt x="422939" y="6407807"/>
                    <a:pt x="231518" y="6299323"/>
                  </a:cubicBezTo>
                  <a:cubicBezTo>
                    <a:pt x="207467" y="6286226"/>
                    <a:pt x="184098" y="6271045"/>
                    <a:pt x="160401" y="6256627"/>
                  </a:cubicBezTo>
                  <a:cubicBezTo>
                    <a:pt x="136809" y="6241811"/>
                    <a:pt x="112558" y="6228518"/>
                    <a:pt x="89697" y="6211916"/>
                  </a:cubicBezTo>
                  <a:lnTo>
                    <a:pt x="20148" y="6163835"/>
                  </a:lnTo>
                  <a:lnTo>
                    <a:pt x="0" y="6147796"/>
                  </a:lnTo>
                  <a:close/>
                  <a:moveTo>
                    <a:pt x="3748345" y="0"/>
                  </a:moveTo>
                  <a:lnTo>
                    <a:pt x="4277792" y="0"/>
                  </a:lnTo>
                  <a:lnTo>
                    <a:pt x="4339531" y="40262"/>
                  </a:lnTo>
                  <a:cubicBezTo>
                    <a:pt x="4386991" y="75346"/>
                    <a:pt x="4432680" y="113353"/>
                    <a:pt x="4476306" y="153922"/>
                  </a:cubicBezTo>
                  <a:cubicBezTo>
                    <a:pt x="4563779" y="234693"/>
                    <a:pt x="4642423" y="325982"/>
                    <a:pt x="4713639" y="422076"/>
                  </a:cubicBezTo>
                  <a:cubicBezTo>
                    <a:pt x="4784481" y="518635"/>
                    <a:pt x="4848552" y="619893"/>
                    <a:pt x="4906991" y="723463"/>
                  </a:cubicBezTo>
                  <a:cubicBezTo>
                    <a:pt x="4965582" y="826932"/>
                    <a:pt x="5019421" y="932243"/>
                    <a:pt x="5070511" y="1037524"/>
                  </a:cubicBezTo>
                  <a:cubicBezTo>
                    <a:pt x="5121871" y="1142738"/>
                    <a:pt x="5170833" y="1248016"/>
                    <a:pt x="5219493" y="1352079"/>
                  </a:cubicBezTo>
                  <a:cubicBezTo>
                    <a:pt x="5268459" y="1455943"/>
                    <a:pt x="5317204" y="1558756"/>
                    <a:pt x="5367779" y="1658945"/>
                  </a:cubicBezTo>
                  <a:lnTo>
                    <a:pt x="5446095" y="1811301"/>
                  </a:lnTo>
                  <a:cubicBezTo>
                    <a:pt x="5472584" y="1862992"/>
                    <a:pt x="5498885" y="1914915"/>
                    <a:pt x="5525115" y="1967103"/>
                  </a:cubicBezTo>
                  <a:cubicBezTo>
                    <a:pt x="5629428" y="2176256"/>
                    <a:pt x="5730254" y="2391411"/>
                    <a:pt x="5816642" y="2618837"/>
                  </a:cubicBezTo>
                  <a:cubicBezTo>
                    <a:pt x="5902562" y="2846137"/>
                    <a:pt x="5974641" y="3086291"/>
                    <a:pt x="6015787" y="3339957"/>
                  </a:cubicBezTo>
                  <a:cubicBezTo>
                    <a:pt x="6036373" y="3466512"/>
                    <a:pt x="6050262" y="3596084"/>
                    <a:pt x="6054206" y="3727239"/>
                  </a:cubicBezTo>
                  <a:cubicBezTo>
                    <a:pt x="6058266" y="3858425"/>
                    <a:pt x="6053460" y="3990915"/>
                    <a:pt x="6039811" y="4122735"/>
                  </a:cubicBezTo>
                  <a:cubicBezTo>
                    <a:pt x="6026397" y="4254618"/>
                    <a:pt x="6002552" y="4385688"/>
                    <a:pt x="5971601" y="4514288"/>
                  </a:cubicBezTo>
                  <a:cubicBezTo>
                    <a:pt x="5963342" y="4546050"/>
                    <a:pt x="5955885" y="4579019"/>
                    <a:pt x="5946751" y="4609838"/>
                  </a:cubicBezTo>
                  <a:lnTo>
                    <a:pt x="5919986" y="4703178"/>
                  </a:lnTo>
                  <a:lnTo>
                    <a:pt x="5890731" y="4795992"/>
                  </a:lnTo>
                  <a:cubicBezTo>
                    <a:pt x="5880825" y="4826888"/>
                    <a:pt x="5869667" y="4857307"/>
                    <a:pt x="5859058" y="4888015"/>
                  </a:cubicBezTo>
                  <a:cubicBezTo>
                    <a:pt x="5772112" y="5132558"/>
                    <a:pt x="5660551" y="5369373"/>
                    <a:pt x="5525053" y="5588449"/>
                  </a:cubicBezTo>
                  <a:cubicBezTo>
                    <a:pt x="5389674" y="5807557"/>
                    <a:pt x="5232835" y="6010440"/>
                    <a:pt x="5058962" y="6189929"/>
                  </a:cubicBezTo>
                  <a:cubicBezTo>
                    <a:pt x="4972125" y="6279771"/>
                    <a:pt x="4880998" y="6363650"/>
                    <a:pt x="4787706" y="6442985"/>
                  </a:cubicBezTo>
                  <a:cubicBezTo>
                    <a:pt x="4693655" y="6521410"/>
                    <a:pt x="4597439" y="6595290"/>
                    <a:pt x="4498686" y="6663678"/>
                  </a:cubicBezTo>
                  <a:cubicBezTo>
                    <a:pt x="4399893" y="6731984"/>
                    <a:pt x="4299240" y="6795191"/>
                    <a:pt x="4197167" y="6854053"/>
                  </a:cubicBezTo>
                  <a:lnTo>
                    <a:pt x="4189720" y="6858000"/>
                  </a:lnTo>
                  <a:lnTo>
                    <a:pt x="3651929" y="6858000"/>
                  </a:lnTo>
                  <a:lnTo>
                    <a:pt x="3789040" y="6778034"/>
                  </a:lnTo>
                  <a:cubicBezTo>
                    <a:pt x="3978462" y="6656931"/>
                    <a:pt x="4162446" y="6525734"/>
                    <a:pt x="4335568" y="6382709"/>
                  </a:cubicBezTo>
                  <a:cubicBezTo>
                    <a:pt x="4422084" y="6310901"/>
                    <a:pt x="4506335" y="6236787"/>
                    <a:pt x="4586923" y="6158577"/>
                  </a:cubicBezTo>
                  <a:cubicBezTo>
                    <a:pt x="4668153" y="6081248"/>
                    <a:pt x="4745649" y="6000086"/>
                    <a:pt x="4819585" y="5915847"/>
                  </a:cubicBezTo>
                  <a:cubicBezTo>
                    <a:pt x="4967573" y="5747401"/>
                    <a:pt x="5101426" y="5566247"/>
                    <a:pt x="5214727" y="5371094"/>
                  </a:cubicBezTo>
                  <a:cubicBezTo>
                    <a:pt x="5327795" y="5175879"/>
                    <a:pt x="5421090" y="4968427"/>
                    <a:pt x="5495409" y="4752778"/>
                  </a:cubicBezTo>
                  <a:cubicBezTo>
                    <a:pt x="5504291" y="4725712"/>
                    <a:pt x="5513872" y="4698834"/>
                    <a:pt x="5522322" y="4671511"/>
                  </a:cubicBezTo>
                  <a:lnTo>
                    <a:pt x="5547631" y="4589675"/>
                  </a:lnTo>
                  <a:lnTo>
                    <a:pt x="5570792" y="4506978"/>
                  </a:lnTo>
                  <a:cubicBezTo>
                    <a:pt x="5578845" y="4479265"/>
                    <a:pt x="5584485" y="4452605"/>
                    <a:pt x="5591541" y="4425334"/>
                  </a:cubicBezTo>
                  <a:cubicBezTo>
                    <a:pt x="5618002" y="4316765"/>
                    <a:pt x="5636850" y="4207148"/>
                    <a:pt x="5649500" y="4097286"/>
                  </a:cubicBezTo>
                  <a:cubicBezTo>
                    <a:pt x="5674602" y="3877368"/>
                    <a:pt x="5668749" y="3656091"/>
                    <a:pt x="5637615" y="3437524"/>
                  </a:cubicBezTo>
                  <a:cubicBezTo>
                    <a:pt x="5605861" y="3218934"/>
                    <a:pt x="5549060" y="3003118"/>
                    <a:pt x="5475454" y="2791575"/>
                  </a:cubicBezTo>
                  <a:cubicBezTo>
                    <a:pt x="5402070" y="2579668"/>
                    <a:pt x="5313111" y="2371656"/>
                    <a:pt x="5217600" y="2164719"/>
                  </a:cubicBezTo>
                  <a:cubicBezTo>
                    <a:pt x="5193627" y="2112994"/>
                    <a:pt x="5169419" y="2061207"/>
                    <a:pt x="5144941" y="2009490"/>
                  </a:cubicBezTo>
                  <a:lnTo>
                    <a:pt x="5070052" y="1851823"/>
                  </a:lnTo>
                  <a:cubicBezTo>
                    <a:pt x="5020031" y="1744421"/>
                    <a:pt x="4972748" y="1636620"/>
                    <a:pt x="4926984" y="1529226"/>
                  </a:cubicBezTo>
                  <a:lnTo>
                    <a:pt x="4790925" y="1209923"/>
                  </a:lnTo>
                  <a:cubicBezTo>
                    <a:pt x="4745458" y="1105158"/>
                    <a:pt x="4699567" y="1001976"/>
                    <a:pt x="4650559" y="902490"/>
                  </a:cubicBezTo>
                  <a:cubicBezTo>
                    <a:pt x="4601243" y="803205"/>
                    <a:pt x="4549606" y="706978"/>
                    <a:pt x="4491930" y="616919"/>
                  </a:cubicBezTo>
                  <a:cubicBezTo>
                    <a:pt x="4434712" y="526559"/>
                    <a:pt x="4372370" y="441762"/>
                    <a:pt x="4302323" y="366083"/>
                  </a:cubicBezTo>
                  <a:cubicBezTo>
                    <a:pt x="4232428" y="290304"/>
                    <a:pt x="4155542" y="222846"/>
                    <a:pt x="4072203" y="164982"/>
                  </a:cubicBezTo>
                  <a:cubicBezTo>
                    <a:pt x="3988864" y="107118"/>
                    <a:pt x="3898693" y="59316"/>
                    <a:pt x="3803964" y="21052"/>
                  </a:cubicBezTo>
                  <a:lnTo>
                    <a:pt x="3768314" y="6826"/>
                  </a:lnTo>
                  <a:close/>
                  <a:moveTo>
                    <a:pt x="1589779" y="0"/>
                  </a:moveTo>
                  <a:lnTo>
                    <a:pt x="1918056" y="0"/>
                  </a:lnTo>
                  <a:lnTo>
                    <a:pt x="1764243" y="55145"/>
                  </a:lnTo>
                  <a:cubicBezTo>
                    <a:pt x="1609764" y="115414"/>
                    <a:pt x="1458840" y="188978"/>
                    <a:pt x="1313330" y="274424"/>
                  </a:cubicBezTo>
                  <a:cubicBezTo>
                    <a:pt x="924625" y="501532"/>
                    <a:pt x="576885" y="817476"/>
                    <a:pt x="295673" y="1187630"/>
                  </a:cubicBezTo>
                  <a:cubicBezTo>
                    <a:pt x="225216" y="1280162"/>
                    <a:pt x="158640" y="1375858"/>
                    <a:pt x="96207" y="1474327"/>
                  </a:cubicBezTo>
                  <a:lnTo>
                    <a:pt x="0" y="1641460"/>
                  </a:lnTo>
                  <a:lnTo>
                    <a:pt x="0" y="1224218"/>
                  </a:lnTo>
                  <a:lnTo>
                    <a:pt x="150937" y="1040975"/>
                  </a:lnTo>
                  <a:cubicBezTo>
                    <a:pt x="478530" y="677729"/>
                    <a:pt x="858178" y="381092"/>
                    <a:pt x="1264907" y="158248"/>
                  </a:cubicBezTo>
                  <a:cubicBezTo>
                    <a:pt x="1366631" y="102619"/>
                    <a:pt x="1470177" y="51760"/>
                    <a:pt x="1575167" y="567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Segnaposto contenuto 11">
            <a:extLst>
              <a:ext uri="{FF2B5EF4-FFF2-40B4-BE49-F238E27FC236}">
                <a16:creationId xmlns:a16="http://schemas.microsoft.com/office/drawing/2014/main" id="{10185C6D-BC19-220F-46B3-30A53850F957}"/>
              </a:ext>
            </a:extLst>
          </p:cNvPr>
          <p:cNvPicPr>
            <a:picLocks noGrp="1" noChangeAspect="1"/>
          </p:cNvPicPr>
          <p:nvPr>
            <p:ph idx="1"/>
          </p:nvPr>
        </p:nvPicPr>
        <p:blipFill>
          <a:blip r:embed="rId2"/>
          <a:stretch>
            <a:fillRect/>
          </a:stretch>
        </p:blipFill>
        <p:spPr>
          <a:xfrm>
            <a:off x="281354" y="1481328"/>
            <a:ext cx="6128439" cy="4186223"/>
          </a:xfrm>
          <a:prstGeom prst="rect">
            <a:avLst/>
          </a:prstGeom>
        </p:spPr>
      </p:pic>
      <p:sp>
        <p:nvSpPr>
          <p:cNvPr id="13" name="CasellaDiTesto 12">
            <a:extLst>
              <a:ext uri="{FF2B5EF4-FFF2-40B4-BE49-F238E27FC236}">
                <a16:creationId xmlns:a16="http://schemas.microsoft.com/office/drawing/2014/main" id="{A4BDCFA3-5510-69D4-023C-A4A14115FDE1}"/>
              </a:ext>
            </a:extLst>
          </p:cNvPr>
          <p:cNvSpPr txBox="1"/>
          <p:nvPr/>
        </p:nvSpPr>
        <p:spPr>
          <a:xfrm>
            <a:off x="6724528" y="1017172"/>
            <a:ext cx="4765949" cy="5081876"/>
          </a:xfrm>
          <a:prstGeom prst="rect">
            <a:avLst/>
          </a:prstGeom>
        </p:spPr>
        <p:txBody>
          <a:bodyPr vert="horz" lIns="91440" tIns="45720" rIns="91440" bIns="45720" rtlCol="0" anchor="t">
            <a:noAutofit/>
          </a:bodyPr>
          <a:lstStyle/>
          <a:p>
            <a:pPr>
              <a:lnSpc>
                <a:spcPct val="90000"/>
              </a:lnSpc>
              <a:spcAft>
                <a:spcPts val="600"/>
              </a:spcAft>
            </a:pPr>
            <a:r>
              <a:rPr lang="it-IT" sz="1600" dirty="0">
                <a:solidFill>
                  <a:schemeClr val="tx2"/>
                </a:solidFill>
              </a:rPr>
              <a:t>La strategia fornisce un'interfaccia (</a:t>
            </a:r>
            <a:r>
              <a:rPr lang="it-IT" sz="1600" dirty="0" err="1">
                <a:solidFill>
                  <a:schemeClr val="tx2"/>
                </a:solidFill>
              </a:rPr>
              <a:t>TurnStrategy</a:t>
            </a:r>
            <a:r>
              <a:rPr lang="it-IT" sz="1600" dirty="0">
                <a:solidFill>
                  <a:schemeClr val="tx2"/>
                </a:solidFill>
              </a:rPr>
              <a:t>) che ci permette di darle diverse implementazioni, il che implica che il flusso dei turni potrebbe essere diverso. Ora, esiste un modo semplice per impostare un turno in base a una statistica di velocità statica.</a:t>
            </a:r>
          </a:p>
          <a:p>
            <a:pPr>
              <a:lnSpc>
                <a:spcPct val="90000"/>
              </a:lnSpc>
              <a:spcAft>
                <a:spcPts val="600"/>
              </a:spcAft>
            </a:pPr>
            <a:r>
              <a:rPr lang="it-IT" sz="1600" dirty="0">
                <a:solidFill>
                  <a:schemeClr val="tx2"/>
                </a:solidFill>
              </a:rPr>
              <a:t>Tutti i personaggi vengono ordinati dal più veloce al più lento ed eseguono un'azione in base a questa permutazione. La velocità è statica perché le modifiche a questa statistica durante il turno non vengono prese in considerazione e si applicheranno solo al turno successivo.</a:t>
            </a:r>
          </a:p>
          <a:p>
            <a:pPr>
              <a:lnSpc>
                <a:spcPct val="90000"/>
              </a:lnSpc>
              <a:spcAft>
                <a:spcPts val="600"/>
              </a:spcAft>
            </a:pPr>
            <a:r>
              <a:rPr lang="it-IT" sz="1600" dirty="0">
                <a:solidFill>
                  <a:schemeClr val="tx2"/>
                </a:solidFill>
              </a:rPr>
              <a:t>L'iteratore fornisce un'interfaccia che consente il flusso dei turni in base alla </a:t>
            </a:r>
            <a:r>
              <a:rPr lang="it-IT" sz="1600" dirty="0" err="1">
                <a:solidFill>
                  <a:schemeClr val="tx2"/>
                </a:solidFill>
              </a:rPr>
              <a:t>TurnStrategy</a:t>
            </a:r>
            <a:r>
              <a:rPr lang="it-IT" sz="1600" dirty="0">
                <a:solidFill>
                  <a:schemeClr val="tx2"/>
                </a:solidFill>
              </a:rPr>
              <a:t>, spingendo il personaggio successivo che deve eseguire un'azione fino alla fine del turno. Un turno termina quando l'ultimo personaggio ha eseguito un'azione e ciò può essere verificato tramite il metodo </a:t>
            </a:r>
            <a:r>
              <a:rPr lang="it-IT" sz="1600" dirty="0" err="1">
                <a:solidFill>
                  <a:schemeClr val="tx2"/>
                </a:solidFill>
              </a:rPr>
              <a:t>nextCharacter</a:t>
            </a:r>
            <a:r>
              <a:rPr lang="it-IT" sz="1600" dirty="0">
                <a:solidFill>
                  <a:schemeClr val="tx2"/>
                </a:solidFill>
              </a:rPr>
              <a:t>. Sebbene siano possibili diverse implementazioni (dipende dal tipo di lista utilizzata per memorizzare i personaggi), la semplicità è meglio.</a:t>
            </a:r>
            <a:endParaRPr lang="en-US" sz="1600" dirty="0">
              <a:solidFill>
                <a:schemeClr val="tx2"/>
              </a:solidFill>
            </a:endParaRPr>
          </a:p>
        </p:txBody>
      </p:sp>
    </p:spTree>
    <p:extLst>
      <p:ext uri="{BB962C8B-B14F-4D97-AF65-F5344CB8AC3E}">
        <p14:creationId xmlns:p14="http://schemas.microsoft.com/office/powerpoint/2010/main" val="2801757028"/>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1173</Words>
  <Application>Microsoft Office PowerPoint</Application>
  <PresentationFormat>Widescreen</PresentationFormat>
  <Paragraphs>55</Paragraphs>
  <Slides>17</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17</vt:i4>
      </vt:variant>
    </vt:vector>
  </HeadingPairs>
  <TitlesOfParts>
    <vt:vector size="22" baseType="lpstr">
      <vt:lpstr>Aptos</vt:lpstr>
      <vt:lpstr>Aptos Display</vt:lpstr>
      <vt:lpstr>Arial</vt:lpstr>
      <vt:lpstr>Calibri</vt:lpstr>
      <vt:lpstr>Tema di Office</vt:lpstr>
      <vt:lpstr>TEAM 2</vt:lpstr>
      <vt:lpstr>Trama</vt:lpstr>
      <vt:lpstr>MVC Architecture</vt:lpstr>
      <vt:lpstr>Presentazione standard di PowerPoint</vt:lpstr>
      <vt:lpstr>View</vt:lpstr>
      <vt:lpstr>Controller</vt:lpstr>
      <vt:lpstr>User Story 1: Game Launch</vt:lpstr>
      <vt:lpstr>Presentazione standard di PowerPoint</vt:lpstr>
      <vt:lpstr>User Story 3: Start game</vt:lpstr>
      <vt:lpstr>Presentazione standard di PowerPoint</vt:lpstr>
      <vt:lpstr>User Story 13: Exploration Movement</vt:lpstr>
      <vt:lpstr>User Story 14: Fighting Enemies</vt:lpstr>
      <vt:lpstr>Presentazione standard di PowerPoint</vt:lpstr>
      <vt:lpstr>User Story 15: Damage, effect &amp; healing calculation </vt:lpstr>
      <vt:lpstr>Presentazione standard di PowerPoint</vt:lpstr>
      <vt:lpstr>User Story 16: Turn based battles</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GIULIA FILICICCHIA</dc:creator>
  <cp:lastModifiedBy>GIULIA FILICICCHIA</cp:lastModifiedBy>
  <cp:revision>1</cp:revision>
  <dcterms:created xsi:type="dcterms:W3CDTF">2025-12-01T14:20:48Z</dcterms:created>
  <dcterms:modified xsi:type="dcterms:W3CDTF">2025-12-07T15:03:35Z</dcterms:modified>
</cp:coreProperties>
</file>